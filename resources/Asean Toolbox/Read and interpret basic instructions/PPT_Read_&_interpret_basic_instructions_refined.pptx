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 id="2147483652" r:id="rId2"/>
    <p:sldMasterId id="2147483653" r:id="rId3"/>
  </p:sldMasterIdLst>
  <p:notesMasterIdLst>
    <p:notesMasterId r:id="rId45"/>
  </p:notesMasterIdLst>
  <p:sldIdLst>
    <p:sldId id="256" r:id="rId4"/>
    <p:sldId id="257" r:id="rId5"/>
    <p:sldId id="258" r:id="rId6"/>
    <p:sldId id="259" r:id="rId7"/>
    <p:sldId id="260" r:id="rId8"/>
    <p:sldId id="296" r:id="rId9"/>
    <p:sldId id="297" r:id="rId10"/>
    <p:sldId id="298" r:id="rId11"/>
    <p:sldId id="299" r:id="rId12"/>
    <p:sldId id="300" r:id="rId13"/>
    <p:sldId id="301" r:id="rId14"/>
    <p:sldId id="302" r:id="rId15"/>
    <p:sldId id="303" r:id="rId16"/>
    <p:sldId id="304" r:id="rId17"/>
    <p:sldId id="305" r:id="rId18"/>
    <p:sldId id="306" r:id="rId19"/>
    <p:sldId id="307" r:id="rId20"/>
    <p:sldId id="308" r:id="rId21"/>
    <p:sldId id="309" r:id="rId22"/>
    <p:sldId id="310" r:id="rId23"/>
    <p:sldId id="311" r:id="rId24"/>
    <p:sldId id="312" r:id="rId25"/>
    <p:sldId id="313" r:id="rId26"/>
    <p:sldId id="314" r:id="rId27"/>
    <p:sldId id="315" r:id="rId28"/>
    <p:sldId id="316" r:id="rId29"/>
    <p:sldId id="317" r:id="rId30"/>
    <p:sldId id="318" r:id="rId31"/>
    <p:sldId id="319" r:id="rId32"/>
    <p:sldId id="320" r:id="rId33"/>
    <p:sldId id="321" r:id="rId34"/>
    <p:sldId id="322" r:id="rId35"/>
    <p:sldId id="333" r:id="rId36"/>
    <p:sldId id="324" r:id="rId37"/>
    <p:sldId id="325" r:id="rId38"/>
    <p:sldId id="327" r:id="rId39"/>
    <p:sldId id="328" r:id="rId40"/>
    <p:sldId id="329" r:id="rId41"/>
    <p:sldId id="330" r:id="rId42"/>
    <p:sldId id="331" r:id="rId43"/>
    <p:sldId id="332" r:id="rId44"/>
  </p:sldIdLst>
  <p:sldSz cx="9144000" cy="6858000" type="screen4x3"/>
  <p:notesSz cx="6858000" cy="9144000"/>
  <p:defaultTextStyle>
    <a:defPPr>
      <a:defRPr lang="en-US"/>
    </a:defPPr>
    <a:lvl1pPr algn="l" rtl="0" fontAlgn="base">
      <a:spcBef>
        <a:spcPct val="0"/>
      </a:spcBef>
      <a:spcAft>
        <a:spcPct val="0"/>
      </a:spcAft>
      <a:defRPr kern="1200">
        <a:solidFill>
          <a:srgbClr val="000000"/>
        </a:solidFill>
        <a:latin typeface="Arial" charset="0"/>
        <a:ea typeface="ヒラギノ角ゴ ProN W3" charset="0"/>
        <a:cs typeface="ヒラギノ角ゴ ProN W3" charset="0"/>
        <a:sym typeface="Arial" charset="0"/>
      </a:defRPr>
    </a:lvl1pPr>
    <a:lvl2pPr marL="457200" algn="l" rtl="0" fontAlgn="base">
      <a:spcBef>
        <a:spcPct val="0"/>
      </a:spcBef>
      <a:spcAft>
        <a:spcPct val="0"/>
      </a:spcAft>
      <a:defRPr kern="1200">
        <a:solidFill>
          <a:srgbClr val="000000"/>
        </a:solidFill>
        <a:latin typeface="Arial" charset="0"/>
        <a:ea typeface="ヒラギノ角ゴ ProN W3" charset="0"/>
        <a:cs typeface="ヒラギノ角ゴ ProN W3" charset="0"/>
        <a:sym typeface="Arial" charset="0"/>
      </a:defRPr>
    </a:lvl2pPr>
    <a:lvl3pPr marL="914400" algn="l" rtl="0" fontAlgn="base">
      <a:spcBef>
        <a:spcPct val="0"/>
      </a:spcBef>
      <a:spcAft>
        <a:spcPct val="0"/>
      </a:spcAft>
      <a:defRPr kern="1200">
        <a:solidFill>
          <a:srgbClr val="000000"/>
        </a:solidFill>
        <a:latin typeface="Arial" charset="0"/>
        <a:ea typeface="ヒラギノ角ゴ ProN W3" charset="0"/>
        <a:cs typeface="ヒラギノ角ゴ ProN W3" charset="0"/>
        <a:sym typeface="Arial" charset="0"/>
      </a:defRPr>
    </a:lvl3pPr>
    <a:lvl4pPr marL="1371600" algn="l" rtl="0" fontAlgn="base">
      <a:spcBef>
        <a:spcPct val="0"/>
      </a:spcBef>
      <a:spcAft>
        <a:spcPct val="0"/>
      </a:spcAft>
      <a:defRPr kern="1200">
        <a:solidFill>
          <a:srgbClr val="000000"/>
        </a:solidFill>
        <a:latin typeface="Arial" charset="0"/>
        <a:ea typeface="ヒラギノ角ゴ ProN W3" charset="0"/>
        <a:cs typeface="ヒラギノ角ゴ ProN W3" charset="0"/>
        <a:sym typeface="Arial" charset="0"/>
      </a:defRPr>
    </a:lvl4pPr>
    <a:lvl5pPr marL="1828800" algn="l" rtl="0" fontAlgn="base">
      <a:spcBef>
        <a:spcPct val="0"/>
      </a:spcBef>
      <a:spcAft>
        <a:spcPct val="0"/>
      </a:spcAft>
      <a:defRPr kern="1200">
        <a:solidFill>
          <a:srgbClr val="000000"/>
        </a:solidFill>
        <a:latin typeface="Arial" charset="0"/>
        <a:ea typeface="ヒラギノ角ゴ ProN W3" charset="0"/>
        <a:cs typeface="ヒラギノ角ゴ ProN W3" charset="0"/>
        <a:sym typeface="Arial" charset="0"/>
      </a:defRPr>
    </a:lvl5pPr>
    <a:lvl6pPr marL="2286000" algn="l" defTabSz="914400" rtl="0" eaLnBrk="1" latinLnBrk="0" hangingPunct="1">
      <a:defRPr kern="1200">
        <a:solidFill>
          <a:srgbClr val="000000"/>
        </a:solidFill>
        <a:latin typeface="Arial" charset="0"/>
        <a:ea typeface="ヒラギノ角ゴ ProN W3" charset="0"/>
        <a:cs typeface="ヒラギノ角ゴ ProN W3" charset="0"/>
        <a:sym typeface="Arial" charset="0"/>
      </a:defRPr>
    </a:lvl6pPr>
    <a:lvl7pPr marL="2743200" algn="l" defTabSz="914400" rtl="0" eaLnBrk="1" latinLnBrk="0" hangingPunct="1">
      <a:defRPr kern="1200">
        <a:solidFill>
          <a:srgbClr val="000000"/>
        </a:solidFill>
        <a:latin typeface="Arial" charset="0"/>
        <a:ea typeface="ヒラギノ角ゴ ProN W3" charset="0"/>
        <a:cs typeface="ヒラギノ角ゴ ProN W3" charset="0"/>
        <a:sym typeface="Arial" charset="0"/>
      </a:defRPr>
    </a:lvl7pPr>
    <a:lvl8pPr marL="3200400" algn="l" defTabSz="914400" rtl="0" eaLnBrk="1" latinLnBrk="0" hangingPunct="1">
      <a:defRPr kern="1200">
        <a:solidFill>
          <a:srgbClr val="000000"/>
        </a:solidFill>
        <a:latin typeface="Arial" charset="0"/>
        <a:ea typeface="ヒラギノ角ゴ ProN W3" charset="0"/>
        <a:cs typeface="ヒラギノ角ゴ ProN W3" charset="0"/>
        <a:sym typeface="Arial" charset="0"/>
      </a:defRPr>
    </a:lvl8pPr>
    <a:lvl9pPr marL="3657600" algn="l" defTabSz="914400" rtl="0" eaLnBrk="1" latinLnBrk="0" hangingPunct="1">
      <a:defRPr kern="1200">
        <a:solidFill>
          <a:srgbClr val="000000"/>
        </a:solidFill>
        <a:latin typeface="Arial" charset="0"/>
        <a:ea typeface="ヒラギノ角ゴ ProN W3" charset="0"/>
        <a:cs typeface="ヒラギノ角ゴ ProN W3" charset="0"/>
        <a:sym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078"/>
    <a:srgbClr val="536C6D"/>
    <a:srgbClr val="82985E"/>
    <a:srgbClr val="B5B16B"/>
    <a:srgbClr val="AFAF71"/>
    <a:srgbClr val="FF9900"/>
    <a:srgbClr val="E68900"/>
    <a:srgbClr val="E6A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inimized">
    <p:restoredLeft sz="15620"/>
    <p:restoredTop sz="60114" autoAdjust="0"/>
  </p:normalViewPr>
  <p:slideViewPr>
    <p:cSldViewPr>
      <p:cViewPr varScale="1">
        <p:scale>
          <a:sx n="26" d="100"/>
          <a:sy n="26" d="100"/>
        </p:scale>
        <p:origin x="2862"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88EF0E-28D2-4FC2-8414-10A415F45C11}" type="doc">
      <dgm:prSet loTypeId="urn:microsoft.com/office/officeart/2005/8/layout/cycle8" loCatId="cycle" qsTypeId="urn:microsoft.com/office/officeart/2005/8/quickstyle/simple2" qsCatId="simple" csTypeId="urn:microsoft.com/office/officeart/2005/8/colors/accent2_2" csCatId="accent2" phldr="1"/>
      <dgm:spPr/>
    </dgm:pt>
    <dgm:pt modelId="{774F2652-53BD-47E3-92B9-2DC55BA71A25}">
      <dgm:prSet phldrT="[Text]" custT="1"/>
      <dgm:spPr/>
      <dgm:t>
        <a:bodyPr/>
        <a:lstStyle/>
        <a:p>
          <a:pPr>
            <a:spcAft>
              <a:spcPts val="2400"/>
            </a:spcAft>
          </a:pPr>
          <a:r>
            <a:rPr lang="en-AU" sz="1400" b="1" dirty="0" smtClean="0">
              <a:latin typeface="Helvetica" pitchFamily="34" charset="0"/>
            </a:rPr>
            <a:t>Repeat</a:t>
          </a:r>
          <a:endParaRPr lang="en-AU" sz="1400" b="1" dirty="0">
            <a:latin typeface="Helvetica" pitchFamily="34" charset="0"/>
          </a:endParaRPr>
        </a:p>
      </dgm:t>
    </dgm:pt>
    <dgm:pt modelId="{F7868665-A64A-4602-98E3-3ECEE8A9760E}" type="parTrans" cxnId="{697D3575-1618-458E-B8DF-2E889E00C160}">
      <dgm:prSet/>
      <dgm:spPr/>
      <dgm:t>
        <a:bodyPr/>
        <a:lstStyle/>
        <a:p>
          <a:endParaRPr lang="en-AU" sz="1300"/>
        </a:p>
      </dgm:t>
    </dgm:pt>
    <dgm:pt modelId="{FB13F2C1-3F63-4EC0-8478-6E2252D7AEF2}" type="sibTrans" cxnId="{697D3575-1618-458E-B8DF-2E889E00C160}">
      <dgm:prSet/>
      <dgm:spPr/>
      <dgm:t>
        <a:bodyPr/>
        <a:lstStyle/>
        <a:p>
          <a:endParaRPr lang="en-AU" sz="1300"/>
        </a:p>
      </dgm:t>
    </dgm:pt>
    <dgm:pt modelId="{7891DEF3-70D3-49FD-B44B-A0DC5F903F47}">
      <dgm:prSet phldrT="[Text]" custT="1"/>
      <dgm:spPr/>
      <dgm:t>
        <a:bodyPr/>
        <a:lstStyle/>
        <a:p>
          <a:pPr algn="ctr"/>
          <a:endParaRPr lang="en-AU" sz="1300" b="1" dirty="0" smtClean="0">
            <a:latin typeface="Helvetica" pitchFamily="34" charset="0"/>
          </a:endParaRPr>
        </a:p>
        <a:p>
          <a:pPr algn="ctr"/>
          <a:endParaRPr lang="en-AU" sz="1300" b="1" dirty="0" smtClean="0">
            <a:latin typeface="Helvetica" pitchFamily="34" charset="0"/>
          </a:endParaRPr>
        </a:p>
        <a:p>
          <a:pPr algn="r"/>
          <a:r>
            <a:rPr lang="en-AU" sz="1400" b="1" dirty="0" smtClean="0">
              <a:latin typeface="Helvetica" pitchFamily="34" charset="0"/>
            </a:rPr>
            <a:t>Clarify</a:t>
          </a:r>
          <a:endParaRPr lang="en-AU" sz="1400" b="1" dirty="0">
            <a:latin typeface="Helvetica" pitchFamily="34" charset="0"/>
          </a:endParaRPr>
        </a:p>
      </dgm:t>
    </dgm:pt>
    <dgm:pt modelId="{3D439EC1-43DE-4502-8832-F6A90E9A9540}" type="parTrans" cxnId="{FEEB345C-6E61-4272-AFC9-BDACABEA5899}">
      <dgm:prSet/>
      <dgm:spPr/>
      <dgm:t>
        <a:bodyPr/>
        <a:lstStyle/>
        <a:p>
          <a:endParaRPr lang="en-AU" sz="1300"/>
        </a:p>
      </dgm:t>
    </dgm:pt>
    <dgm:pt modelId="{11A655C5-7EF0-4540-A865-D5DA79832660}" type="sibTrans" cxnId="{FEEB345C-6E61-4272-AFC9-BDACABEA5899}">
      <dgm:prSet/>
      <dgm:spPr/>
      <dgm:t>
        <a:bodyPr/>
        <a:lstStyle/>
        <a:p>
          <a:endParaRPr lang="en-AU" sz="1300"/>
        </a:p>
      </dgm:t>
    </dgm:pt>
    <dgm:pt modelId="{878A3D74-3EE5-40AF-958D-88BFF403C271}">
      <dgm:prSet phldrT="[Text]" custT="1"/>
      <dgm:spPr/>
      <dgm:t>
        <a:bodyPr/>
        <a:lstStyle/>
        <a:p>
          <a:pPr algn="ctr">
            <a:spcBef>
              <a:spcPts val="600"/>
            </a:spcBef>
            <a:spcAft>
              <a:spcPts val="600"/>
            </a:spcAft>
          </a:pPr>
          <a:endParaRPr lang="en-AU" sz="1300" b="1" dirty="0" smtClean="0">
            <a:latin typeface="Helvetica" pitchFamily="34" charset="0"/>
          </a:endParaRPr>
        </a:p>
        <a:p>
          <a:pPr algn="ctr">
            <a:spcBef>
              <a:spcPts val="600"/>
            </a:spcBef>
            <a:spcAft>
              <a:spcPts val="600"/>
            </a:spcAft>
          </a:pPr>
          <a:endParaRPr lang="en-AU" sz="1300" b="1" dirty="0" smtClean="0">
            <a:latin typeface="Helvetica" pitchFamily="34" charset="0"/>
          </a:endParaRPr>
        </a:p>
        <a:p>
          <a:pPr algn="ctr">
            <a:spcBef>
              <a:spcPts val="600"/>
            </a:spcBef>
            <a:spcAft>
              <a:spcPts val="600"/>
            </a:spcAft>
          </a:pPr>
          <a:r>
            <a:rPr lang="en-AU" sz="1400" b="1" dirty="0" smtClean="0">
              <a:latin typeface="Helvetica" pitchFamily="34" charset="0"/>
            </a:rPr>
            <a:t>Summarise</a:t>
          </a:r>
          <a:endParaRPr lang="en-AU" sz="1400" b="1" dirty="0">
            <a:latin typeface="Helvetica" pitchFamily="34" charset="0"/>
          </a:endParaRPr>
        </a:p>
      </dgm:t>
    </dgm:pt>
    <dgm:pt modelId="{DA2C4433-3C86-4CD9-87F7-43FF00E8CD8F}" type="sibTrans" cxnId="{8A4C2316-4692-4ACD-9509-726947038695}">
      <dgm:prSet/>
      <dgm:spPr/>
      <dgm:t>
        <a:bodyPr/>
        <a:lstStyle/>
        <a:p>
          <a:endParaRPr lang="en-AU" sz="1300"/>
        </a:p>
      </dgm:t>
    </dgm:pt>
    <dgm:pt modelId="{BEFFE55D-A1B3-48C0-A58D-9C9C36BB63C7}" type="parTrans" cxnId="{8A4C2316-4692-4ACD-9509-726947038695}">
      <dgm:prSet/>
      <dgm:spPr/>
      <dgm:t>
        <a:bodyPr/>
        <a:lstStyle/>
        <a:p>
          <a:endParaRPr lang="en-AU" sz="1300"/>
        </a:p>
      </dgm:t>
    </dgm:pt>
    <dgm:pt modelId="{FCA75E87-5EB1-452A-BEA4-B05648F2F73C}" type="pres">
      <dgm:prSet presAssocID="{B488EF0E-28D2-4FC2-8414-10A415F45C11}" presName="compositeShape" presStyleCnt="0">
        <dgm:presLayoutVars>
          <dgm:chMax val="7"/>
          <dgm:dir/>
          <dgm:resizeHandles val="exact"/>
        </dgm:presLayoutVars>
      </dgm:prSet>
      <dgm:spPr/>
    </dgm:pt>
    <dgm:pt modelId="{771AFFD3-B092-4A89-9DAC-930863F5464A}" type="pres">
      <dgm:prSet presAssocID="{B488EF0E-28D2-4FC2-8414-10A415F45C11}" presName="wedge1" presStyleLbl="node1" presStyleIdx="0" presStyleCnt="3"/>
      <dgm:spPr/>
      <dgm:t>
        <a:bodyPr/>
        <a:lstStyle/>
        <a:p>
          <a:endParaRPr lang="en-AU"/>
        </a:p>
      </dgm:t>
    </dgm:pt>
    <dgm:pt modelId="{16CD668E-B0F3-490D-A737-3FE615700273}" type="pres">
      <dgm:prSet presAssocID="{B488EF0E-28D2-4FC2-8414-10A415F45C11}" presName="dummy1a" presStyleCnt="0"/>
      <dgm:spPr/>
    </dgm:pt>
    <dgm:pt modelId="{CB924F7A-1121-483F-97DB-59124D7BEFD3}" type="pres">
      <dgm:prSet presAssocID="{B488EF0E-28D2-4FC2-8414-10A415F45C11}" presName="dummy1b" presStyleCnt="0"/>
      <dgm:spPr/>
    </dgm:pt>
    <dgm:pt modelId="{CF0063F7-66E9-480F-A946-2F9721A3E9E8}" type="pres">
      <dgm:prSet presAssocID="{B488EF0E-28D2-4FC2-8414-10A415F45C11}" presName="wedge1Tx" presStyleLbl="node1" presStyleIdx="0" presStyleCnt="3">
        <dgm:presLayoutVars>
          <dgm:chMax val="0"/>
          <dgm:chPref val="0"/>
          <dgm:bulletEnabled val="1"/>
        </dgm:presLayoutVars>
      </dgm:prSet>
      <dgm:spPr/>
      <dgm:t>
        <a:bodyPr/>
        <a:lstStyle/>
        <a:p>
          <a:endParaRPr lang="en-AU"/>
        </a:p>
      </dgm:t>
    </dgm:pt>
    <dgm:pt modelId="{26B5E0B7-AC2F-4D53-8E3D-77E69D8C86EA}" type="pres">
      <dgm:prSet presAssocID="{B488EF0E-28D2-4FC2-8414-10A415F45C11}" presName="wedge2" presStyleLbl="node1" presStyleIdx="1" presStyleCnt="3"/>
      <dgm:spPr/>
      <dgm:t>
        <a:bodyPr/>
        <a:lstStyle/>
        <a:p>
          <a:endParaRPr lang="en-AU"/>
        </a:p>
      </dgm:t>
    </dgm:pt>
    <dgm:pt modelId="{4E5DAD19-CB60-4D09-BC70-5D4CDB921194}" type="pres">
      <dgm:prSet presAssocID="{B488EF0E-28D2-4FC2-8414-10A415F45C11}" presName="dummy2a" presStyleCnt="0"/>
      <dgm:spPr/>
    </dgm:pt>
    <dgm:pt modelId="{0036F3D0-7504-4C0B-9F7E-3C8CED0DDB80}" type="pres">
      <dgm:prSet presAssocID="{B488EF0E-28D2-4FC2-8414-10A415F45C11}" presName="dummy2b" presStyleCnt="0"/>
      <dgm:spPr/>
    </dgm:pt>
    <dgm:pt modelId="{C42D9F04-6C18-4FAC-9F3C-788D73BC4B63}" type="pres">
      <dgm:prSet presAssocID="{B488EF0E-28D2-4FC2-8414-10A415F45C11}" presName="wedge2Tx" presStyleLbl="node1" presStyleIdx="1" presStyleCnt="3">
        <dgm:presLayoutVars>
          <dgm:chMax val="0"/>
          <dgm:chPref val="0"/>
          <dgm:bulletEnabled val="1"/>
        </dgm:presLayoutVars>
      </dgm:prSet>
      <dgm:spPr/>
      <dgm:t>
        <a:bodyPr/>
        <a:lstStyle/>
        <a:p>
          <a:endParaRPr lang="en-AU"/>
        </a:p>
      </dgm:t>
    </dgm:pt>
    <dgm:pt modelId="{9C3AEB0C-394F-422C-82A9-D214EF982F68}" type="pres">
      <dgm:prSet presAssocID="{B488EF0E-28D2-4FC2-8414-10A415F45C11}" presName="wedge3" presStyleLbl="node1" presStyleIdx="2" presStyleCnt="3"/>
      <dgm:spPr/>
      <dgm:t>
        <a:bodyPr/>
        <a:lstStyle/>
        <a:p>
          <a:endParaRPr lang="en-AU"/>
        </a:p>
      </dgm:t>
    </dgm:pt>
    <dgm:pt modelId="{9D74248A-A923-4F4D-A430-9AFC0515B291}" type="pres">
      <dgm:prSet presAssocID="{B488EF0E-28D2-4FC2-8414-10A415F45C11}" presName="dummy3a" presStyleCnt="0"/>
      <dgm:spPr/>
    </dgm:pt>
    <dgm:pt modelId="{307B3079-ECA4-4AA0-AB55-77E107420065}" type="pres">
      <dgm:prSet presAssocID="{B488EF0E-28D2-4FC2-8414-10A415F45C11}" presName="dummy3b" presStyleCnt="0"/>
      <dgm:spPr/>
    </dgm:pt>
    <dgm:pt modelId="{D32E7C8B-B0E1-440F-8712-28954C4BC7F8}" type="pres">
      <dgm:prSet presAssocID="{B488EF0E-28D2-4FC2-8414-10A415F45C11}" presName="wedge3Tx" presStyleLbl="node1" presStyleIdx="2" presStyleCnt="3">
        <dgm:presLayoutVars>
          <dgm:chMax val="0"/>
          <dgm:chPref val="0"/>
          <dgm:bulletEnabled val="1"/>
        </dgm:presLayoutVars>
      </dgm:prSet>
      <dgm:spPr/>
      <dgm:t>
        <a:bodyPr/>
        <a:lstStyle/>
        <a:p>
          <a:endParaRPr lang="en-AU"/>
        </a:p>
      </dgm:t>
    </dgm:pt>
    <dgm:pt modelId="{A797BC75-D4F2-41FC-9E05-CB4CF42B799A}" type="pres">
      <dgm:prSet presAssocID="{DA2C4433-3C86-4CD9-87F7-43FF00E8CD8F}" presName="arrowWedge1" presStyleLbl="fgSibTrans2D1" presStyleIdx="0" presStyleCnt="3"/>
      <dgm:spPr/>
    </dgm:pt>
    <dgm:pt modelId="{161AD4E4-378A-42F6-8ED3-78CA35C418ED}" type="pres">
      <dgm:prSet presAssocID="{FB13F2C1-3F63-4EC0-8478-6E2252D7AEF2}" presName="arrowWedge2" presStyleLbl="fgSibTrans2D1" presStyleIdx="1" presStyleCnt="3"/>
      <dgm:spPr/>
    </dgm:pt>
    <dgm:pt modelId="{FE7013F8-3A3B-4FCA-90DC-6D0D3B5F1546}" type="pres">
      <dgm:prSet presAssocID="{11A655C5-7EF0-4540-A865-D5DA79832660}" presName="arrowWedge3" presStyleLbl="fgSibTrans2D1" presStyleIdx="2" presStyleCnt="3"/>
      <dgm:spPr/>
    </dgm:pt>
  </dgm:ptLst>
  <dgm:cxnLst>
    <dgm:cxn modelId="{7774DCC6-9BAC-4887-B2F1-EF656DC83D34}" type="presOf" srcId="{774F2652-53BD-47E3-92B9-2DC55BA71A25}" destId="{26B5E0B7-AC2F-4D53-8E3D-77E69D8C86EA}" srcOrd="0" destOrd="0" presId="urn:microsoft.com/office/officeart/2005/8/layout/cycle8"/>
    <dgm:cxn modelId="{0EEAC506-A4AE-4439-804F-A2E62049122E}" type="presOf" srcId="{878A3D74-3EE5-40AF-958D-88BFF403C271}" destId="{CF0063F7-66E9-480F-A946-2F9721A3E9E8}" srcOrd="1" destOrd="0" presId="urn:microsoft.com/office/officeart/2005/8/layout/cycle8"/>
    <dgm:cxn modelId="{E24E1AB2-1586-4AAB-9755-9419031B2518}" type="presOf" srcId="{878A3D74-3EE5-40AF-958D-88BFF403C271}" destId="{771AFFD3-B092-4A89-9DAC-930863F5464A}" srcOrd="0" destOrd="0" presId="urn:microsoft.com/office/officeart/2005/8/layout/cycle8"/>
    <dgm:cxn modelId="{15E6EFF9-A178-40F1-9061-6BD7D81ABE6D}" type="presOf" srcId="{774F2652-53BD-47E3-92B9-2DC55BA71A25}" destId="{C42D9F04-6C18-4FAC-9F3C-788D73BC4B63}" srcOrd="1" destOrd="0" presId="urn:microsoft.com/office/officeart/2005/8/layout/cycle8"/>
    <dgm:cxn modelId="{8A4C2316-4692-4ACD-9509-726947038695}" srcId="{B488EF0E-28D2-4FC2-8414-10A415F45C11}" destId="{878A3D74-3EE5-40AF-958D-88BFF403C271}" srcOrd="0" destOrd="0" parTransId="{BEFFE55D-A1B3-48C0-A58D-9C9C36BB63C7}" sibTransId="{DA2C4433-3C86-4CD9-87F7-43FF00E8CD8F}"/>
    <dgm:cxn modelId="{FEEB345C-6E61-4272-AFC9-BDACABEA5899}" srcId="{B488EF0E-28D2-4FC2-8414-10A415F45C11}" destId="{7891DEF3-70D3-49FD-B44B-A0DC5F903F47}" srcOrd="2" destOrd="0" parTransId="{3D439EC1-43DE-4502-8832-F6A90E9A9540}" sibTransId="{11A655C5-7EF0-4540-A865-D5DA79832660}"/>
    <dgm:cxn modelId="{697D3575-1618-458E-B8DF-2E889E00C160}" srcId="{B488EF0E-28D2-4FC2-8414-10A415F45C11}" destId="{774F2652-53BD-47E3-92B9-2DC55BA71A25}" srcOrd="1" destOrd="0" parTransId="{F7868665-A64A-4602-98E3-3ECEE8A9760E}" sibTransId="{FB13F2C1-3F63-4EC0-8478-6E2252D7AEF2}"/>
    <dgm:cxn modelId="{57513921-4E4F-40D6-8FC4-53C4C2AFE67A}" type="presOf" srcId="{7891DEF3-70D3-49FD-B44B-A0DC5F903F47}" destId="{D32E7C8B-B0E1-440F-8712-28954C4BC7F8}" srcOrd="1" destOrd="0" presId="urn:microsoft.com/office/officeart/2005/8/layout/cycle8"/>
    <dgm:cxn modelId="{62870A4A-8269-45EA-9D2D-817BDCF7F1AC}" type="presOf" srcId="{B488EF0E-28D2-4FC2-8414-10A415F45C11}" destId="{FCA75E87-5EB1-452A-BEA4-B05648F2F73C}" srcOrd="0" destOrd="0" presId="urn:microsoft.com/office/officeart/2005/8/layout/cycle8"/>
    <dgm:cxn modelId="{A873ED60-62AC-4D8C-9F01-98BB8853B1A4}" type="presOf" srcId="{7891DEF3-70D3-49FD-B44B-A0DC5F903F47}" destId="{9C3AEB0C-394F-422C-82A9-D214EF982F68}" srcOrd="0" destOrd="0" presId="urn:microsoft.com/office/officeart/2005/8/layout/cycle8"/>
    <dgm:cxn modelId="{01660F1F-E549-4FB3-A10D-C09A3FBFF9AD}" type="presParOf" srcId="{FCA75E87-5EB1-452A-BEA4-B05648F2F73C}" destId="{771AFFD3-B092-4A89-9DAC-930863F5464A}" srcOrd="0" destOrd="0" presId="urn:microsoft.com/office/officeart/2005/8/layout/cycle8"/>
    <dgm:cxn modelId="{C1BEDFDD-A509-4D69-A0AA-A91478D23AE8}" type="presParOf" srcId="{FCA75E87-5EB1-452A-BEA4-B05648F2F73C}" destId="{16CD668E-B0F3-490D-A737-3FE615700273}" srcOrd="1" destOrd="0" presId="urn:microsoft.com/office/officeart/2005/8/layout/cycle8"/>
    <dgm:cxn modelId="{7B1B9999-8A5F-4D5C-A141-DE972BFE161A}" type="presParOf" srcId="{FCA75E87-5EB1-452A-BEA4-B05648F2F73C}" destId="{CB924F7A-1121-483F-97DB-59124D7BEFD3}" srcOrd="2" destOrd="0" presId="urn:microsoft.com/office/officeart/2005/8/layout/cycle8"/>
    <dgm:cxn modelId="{7B416E3A-F307-472C-8B2C-131266E554A6}" type="presParOf" srcId="{FCA75E87-5EB1-452A-BEA4-B05648F2F73C}" destId="{CF0063F7-66E9-480F-A946-2F9721A3E9E8}" srcOrd="3" destOrd="0" presId="urn:microsoft.com/office/officeart/2005/8/layout/cycle8"/>
    <dgm:cxn modelId="{B4DB8AAB-F97A-4986-8E01-B914771C102E}" type="presParOf" srcId="{FCA75E87-5EB1-452A-BEA4-B05648F2F73C}" destId="{26B5E0B7-AC2F-4D53-8E3D-77E69D8C86EA}" srcOrd="4" destOrd="0" presId="urn:microsoft.com/office/officeart/2005/8/layout/cycle8"/>
    <dgm:cxn modelId="{B90357BE-722D-4B86-B448-609AAD3C6C1D}" type="presParOf" srcId="{FCA75E87-5EB1-452A-BEA4-B05648F2F73C}" destId="{4E5DAD19-CB60-4D09-BC70-5D4CDB921194}" srcOrd="5" destOrd="0" presId="urn:microsoft.com/office/officeart/2005/8/layout/cycle8"/>
    <dgm:cxn modelId="{F7C887CE-0FAC-4A59-BED4-000E881019B3}" type="presParOf" srcId="{FCA75E87-5EB1-452A-BEA4-B05648F2F73C}" destId="{0036F3D0-7504-4C0B-9F7E-3C8CED0DDB80}" srcOrd="6" destOrd="0" presId="urn:microsoft.com/office/officeart/2005/8/layout/cycle8"/>
    <dgm:cxn modelId="{9B5CAFB4-4B1C-4222-B513-E32A3AE84323}" type="presParOf" srcId="{FCA75E87-5EB1-452A-BEA4-B05648F2F73C}" destId="{C42D9F04-6C18-4FAC-9F3C-788D73BC4B63}" srcOrd="7" destOrd="0" presId="urn:microsoft.com/office/officeart/2005/8/layout/cycle8"/>
    <dgm:cxn modelId="{D1664304-386F-40E4-A051-4A20AA79FAD6}" type="presParOf" srcId="{FCA75E87-5EB1-452A-BEA4-B05648F2F73C}" destId="{9C3AEB0C-394F-422C-82A9-D214EF982F68}" srcOrd="8" destOrd="0" presId="urn:microsoft.com/office/officeart/2005/8/layout/cycle8"/>
    <dgm:cxn modelId="{065BA1FD-54A0-4C84-B88C-C07A61F7D5F8}" type="presParOf" srcId="{FCA75E87-5EB1-452A-BEA4-B05648F2F73C}" destId="{9D74248A-A923-4F4D-A430-9AFC0515B291}" srcOrd="9" destOrd="0" presId="urn:microsoft.com/office/officeart/2005/8/layout/cycle8"/>
    <dgm:cxn modelId="{5EC3C715-E52D-4A98-B43A-07CC8BF1A726}" type="presParOf" srcId="{FCA75E87-5EB1-452A-BEA4-B05648F2F73C}" destId="{307B3079-ECA4-4AA0-AB55-77E107420065}" srcOrd="10" destOrd="0" presId="urn:microsoft.com/office/officeart/2005/8/layout/cycle8"/>
    <dgm:cxn modelId="{B1721EFF-4F46-44CD-8079-44AFDF2D542B}" type="presParOf" srcId="{FCA75E87-5EB1-452A-BEA4-B05648F2F73C}" destId="{D32E7C8B-B0E1-440F-8712-28954C4BC7F8}" srcOrd="11" destOrd="0" presId="urn:microsoft.com/office/officeart/2005/8/layout/cycle8"/>
    <dgm:cxn modelId="{6465CA59-BA41-4DEB-971D-518DE41DA835}" type="presParOf" srcId="{FCA75E87-5EB1-452A-BEA4-B05648F2F73C}" destId="{A797BC75-D4F2-41FC-9E05-CB4CF42B799A}" srcOrd="12" destOrd="0" presId="urn:microsoft.com/office/officeart/2005/8/layout/cycle8"/>
    <dgm:cxn modelId="{98E368F3-1465-4BB7-BC7B-B930246D09E9}" type="presParOf" srcId="{FCA75E87-5EB1-452A-BEA4-B05648F2F73C}" destId="{161AD4E4-378A-42F6-8ED3-78CA35C418ED}" srcOrd="13" destOrd="0" presId="urn:microsoft.com/office/officeart/2005/8/layout/cycle8"/>
    <dgm:cxn modelId="{E867226A-8B24-4193-85E5-07FFA0C78B1B}" type="presParOf" srcId="{FCA75E87-5EB1-452A-BEA4-B05648F2F73C}" destId="{FE7013F8-3A3B-4FCA-90DC-6D0D3B5F1546}"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1"/>
          <p:cNvSpPr>
            <a:spLocks noGrp="1" noRot="1" noChangeAspect="1" noChangeArrowheads="1" noTextEdit="1"/>
          </p:cNvSpPr>
          <p:nvPr>
            <p:ph type="sldImg"/>
          </p:nvPr>
        </p:nvSpPr>
        <p:spPr bwMode="auto">
          <a:xfrm>
            <a:off x="1143000" y="685800"/>
            <a:ext cx="4572000" cy="3429000"/>
          </a:xfrm>
          <a:prstGeom prst="rect">
            <a:avLst/>
          </a:prstGeom>
          <a:noFill/>
          <a:ln w="9525">
            <a:solidFill>
              <a:srgbClr val="000000"/>
            </a:solidFill>
            <a:miter lim="800000"/>
            <a:headEnd/>
            <a:tailEnd/>
          </a:ln>
        </p:spPr>
      </p:sp>
      <p:sp>
        <p:nvSpPr>
          <p:cNvPr id="9218" name="Rectangle 2"/>
          <p:cNvSpPr>
            <a:spLocks noGrp="1" noChangeArrowheads="1"/>
          </p:cNvSpPr>
          <p:nvPr>
            <p:ph type="body" sz="quarter" idx="1"/>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Tree>
    <p:extLst>
      <p:ext uri="{BB962C8B-B14F-4D97-AF65-F5344CB8AC3E}">
        <p14:creationId xmlns:p14="http://schemas.microsoft.com/office/powerpoint/2010/main" val="1993781510"/>
      </p:ext>
    </p:extLst>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Arial" charset="0"/>
        <a:ea typeface="+mn-ea"/>
        <a:cs typeface="+mn-cs"/>
      </a:defRPr>
    </a:lvl1pPr>
    <a:lvl2pPr marL="457200" algn="l" rtl="0" eaLnBrk="0" fontAlgn="base" hangingPunct="0">
      <a:spcBef>
        <a:spcPct val="0"/>
      </a:spcBef>
      <a:spcAft>
        <a:spcPct val="0"/>
      </a:spcAft>
      <a:defRPr sz="1200" kern="1200">
        <a:solidFill>
          <a:schemeClr val="tx1"/>
        </a:solidFill>
        <a:latin typeface="Arial" charset="0"/>
        <a:ea typeface="+mn-ea"/>
        <a:cs typeface="+mn-cs"/>
      </a:defRPr>
    </a:lvl2pPr>
    <a:lvl3pPr marL="914400" algn="l" rtl="0" eaLnBrk="0" fontAlgn="base" hangingPunct="0">
      <a:spcBef>
        <a:spcPct val="0"/>
      </a:spcBef>
      <a:spcAft>
        <a:spcPct val="0"/>
      </a:spcAft>
      <a:defRPr sz="1200" kern="1200">
        <a:solidFill>
          <a:schemeClr val="tx1"/>
        </a:solidFill>
        <a:latin typeface="Arial" charset="0"/>
        <a:ea typeface="+mn-ea"/>
        <a:cs typeface="+mn-cs"/>
      </a:defRPr>
    </a:lvl3pPr>
    <a:lvl4pPr marL="1371600" algn="l" rtl="0" eaLnBrk="0" fontAlgn="base" hangingPunct="0">
      <a:spcBef>
        <a:spcPct val="0"/>
      </a:spcBef>
      <a:spcAft>
        <a:spcPct val="0"/>
      </a:spcAft>
      <a:defRPr sz="1200" kern="1200">
        <a:solidFill>
          <a:schemeClr val="tx1"/>
        </a:solidFill>
        <a:latin typeface="Arial" charset="0"/>
        <a:ea typeface="+mn-ea"/>
        <a:cs typeface="+mn-cs"/>
      </a:defRPr>
    </a:lvl4pPr>
    <a:lvl5pPr marL="1828800" algn="l" rtl="0" eaLnBrk="0" fontAlgn="base" hangingPunct="0">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welcomes the class.</a:t>
            </a:r>
            <a:endParaRPr lang="en-US" dirty="0"/>
          </a:p>
        </p:txBody>
      </p:sp>
    </p:spTree>
    <p:extLst>
      <p:ext uri="{BB962C8B-B14F-4D97-AF65-F5344CB8AC3E}">
        <p14:creationId xmlns:p14="http://schemas.microsoft.com/office/powerpoint/2010/main" val="1882376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Grp="1" noRot="1" noChangeAspect="1" noChangeArrowheads="1" noTextEdit="1"/>
          </p:cNvSpPr>
          <p:nvPr>
            <p:ph type="sldImg"/>
          </p:nvPr>
        </p:nvSpPr>
        <p:spPr>
          <a:solidFill>
            <a:srgbClr val="FFFFFF"/>
          </a:solidFill>
          <a:ln/>
        </p:spPr>
      </p:sp>
      <p:sp>
        <p:nvSpPr>
          <p:cNvPr id="47107" name="Rectangle 2"/>
          <p:cNvSpPr>
            <a:spLocks noGrp="1" noChangeArrowheads="1"/>
          </p:cNvSpPr>
          <p:nvPr>
            <p:ph type="body" idx="1"/>
          </p:nvPr>
        </p:nvSpPr>
        <p:spPr>
          <a:noFill/>
          <a:ln/>
        </p:spPr>
        <p:txBody>
          <a:bodyPr/>
          <a:lstStyle/>
          <a:p>
            <a:pPr eaLnBrk="1" hangingPunct="1"/>
            <a:r>
              <a:rPr lang="en-US" dirty="0" smtClean="0">
                <a:solidFill>
                  <a:srgbClr val="000000"/>
                </a:solidFill>
                <a:cs typeface="Arial" charset="0"/>
                <a:sym typeface="Arial" charset="0"/>
              </a:rPr>
              <a:t>Trainer advises students this Unit comprises three Elements, as listed on the slide explaining:</a:t>
            </a:r>
            <a:endParaRPr lang="en-US" dirty="0" smtClean="0">
              <a:solidFill>
                <a:srgbClr val="000000"/>
              </a:solidFill>
              <a:ea typeface="Lucida Grande" charset="0"/>
              <a:cs typeface="Lucida Grande" charset="0"/>
              <a:sym typeface="Arial" charset="0"/>
            </a:endParaRPr>
          </a:p>
          <a:p>
            <a:pPr eaLnBrk="1" hangingPunct="1">
              <a:buClr>
                <a:srgbClr val="000000"/>
              </a:buClr>
              <a:buFontTx/>
              <a:buChar char="•"/>
            </a:pPr>
            <a:r>
              <a:rPr lang="en-US" dirty="0" smtClean="0">
                <a:solidFill>
                  <a:srgbClr val="000000"/>
                </a:solidFill>
                <a:cs typeface="Arial" charset="0"/>
                <a:sym typeface="Arial" charset="0"/>
              </a:rPr>
              <a:t> Each element comprises a number of Performance Criteria which will be identified throughout the class and explained in detail</a:t>
            </a:r>
            <a:endParaRPr lang="en-US" dirty="0" smtClean="0">
              <a:solidFill>
                <a:srgbClr val="000000"/>
              </a:solidFill>
              <a:ea typeface="Lucida Grande" charset="0"/>
              <a:cs typeface="Lucida Grande" charset="0"/>
              <a:sym typeface="Arial" charset="0"/>
            </a:endParaRPr>
          </a:p>
          <a:p>
            <a:pPr eaLnBrk="1" hangingPunct="1">
              <a:buClr>
                <a:srgbClr val="000000"/>
              </a:buClr>
              <a:buFontTx/>
              <a:buChar char="•"/>
            </a:pPr>
            <a:r>
              <a:rPr lang="en-US" dirty="0" smtClean="0">
                <a:solidFill>
                  <a:srgbClr val="000000"/>
                </a:solidFill>
                <a:cs typeface="Arial" charset="0"/>
                <a:sym typeface="Arial" charset="0"/>
              </a:rPr>
              <a:t> Students can obtain more detail from their Trainee Manual</a:t>
            </a:r>
            <a:endParaRPr lang="en-US" dirty="0" smtClean="0">
              <a:solidFill>
                <a:srgbClr val="000000"/>
              </a:solidFill>
              <a:ea typeface="Lucida Grande" charset="0"/>
              <a:cs typeface="Lucida Grande" charset="0"/>
              <a:sym typeface="Arial" charset="0"/>
            </a:endParaRPr>
          </a:p>
          <a:p>
            <a:pPr eaLnBrk="1" hangingPunct="1">
              <a:buClr>
                <a:srgbClr val="000000"/>
              </a:buClr>
              <a:buFontTx/>
              <a:buChar char="•"/>
            </a:pPr>
            <a:r>
              <a:rPr lang="en-US" dirty="0" smtClean="0">
                <a:solidFill>
                  <a:srgbClr val="000000"/>
                </a:solidFill>
                <a:cs typeface="Arial" charset="0"/>
                <a:sym typeface="Arial" charset="0"/>
              </a:rPr>
              <a:t>The course presents advice and information but where their workplace requirements differ to what is presented, the workplace practices and standards must be observed</a:t>
            </a:r>
          </a:p>
        </p:txBody>
      </p:sp>
    </p:spTree>
    <p:extLst>
      <p:ext uri="{BB962C8B-B14F-4D97-AF65-F5344CB8AC3E}">
        <p14:creationId xmlns:p14="http://schemas.microsoft.com/office/powerpoint/2010/main" val="1841815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Grp="1" noRot="1" noChangeAspect="1" noChangeArrowheads="1" noTextEdit="1"/>
          </p:cNvSpPr>
          <p:nvPr>
            <p:ph type="sldImg"/>
          </p:nvPr>
        </p:nvSpPr>
        <p:spPr>
          <a:solidFill>
            <a:srgbClr val="FFFFFF"/>
          </a:solidFill>
          <a:ln/>
        </p:spPr>
      </p:sp>
      <p:sp>
        <p:nvSpPr>
          <p:cNvPr id="48131" name="Rectangle 2"/>
          <p:cNvSpPr>
            <a:spLocks noGrp="1" noChangeArrowheads="1"/>
          </p:cNvSpPr>
          <p:nvPr>
            <p:ph type="body" idx="1"/>
          </p:nvPr>
        </p:nvSpPr>
        <p:spPr>
          <a:noFill/>
          <a:ln/>
        </p:spPr>
        <p:txBody>
          <a:bodyPr/>
          <a:lstStyle/>
          <a:p>
            <a:pPr eaLnBrk="1" hangingPunct="1"/>
            <a:r>
              <a:rPr lang="en-US" dirty="0" smtClean="0">
                <a:solidFill>
                  <a:srgbClr val="000000"/>
                </a:solidFill>
                <a:cs typeface="Arial" charset="0"/>
                <a:sym typeface="Arial" charset="0"/>
              </a:rPr>
              <a:t>Trainer advises students that assessment for this Unit may take several forms, all of which are aimed at verifying they have achieved competency for the Unit as required.</a:t>
            </a:r>
            <a:endParaRPr lang="en-US" dirty="0" smtClean="0">
              <a:solidFill>
                <a:srgbClr val="000000"/>
              </a:solidFill>
              <a:ea typeface="Lucida Grande" charset="0"/>
              <a:cs typeface="Lucida Grande" charset="0"/>
              <a:sym typeface="Arial" charset="0"/>
            </a:endParaRPr>
          </a:p>
          <a:p>
            <a:pPr eaLnBrk="1" hangingPunct="1"/>
            <a:endParaRPr lang="en-US" dirty="0" smtClean="0">
              <a:solidFill>
                <a:srgbClr val="000000"/>
              </a:solidFill>
              <a:ea typeface="Lucida Grande" charset="0"/>
              <a:cs typeface="Lucida Grande" charset="0"/>
              <a:sym typeface="Arial" charset="0"/>
            </a:endParaRPr>
          </a:p>
          <a:p>
            <a:pPr eaLnBrk="1" hangingPunct="1"/>
            <a:r>
              <a:rPr lang="en-US" dirty="0" smtClean="0">
                <a:solidFill>
                  <a:srgbClr val="000000"/>
                </a:solidFill>
                <a:cs typeface="Arial" charset="0"/>
                <a:sym typeface="Arial" charset="0"/>
              </a:rPr>
              <a:t>Trainer indicates to students the methods of assessment that will be applied to them for this Unit. </a:t>
            </a:r>
          </a:p>
        </p:txBody>
      </p:sp>
    </p:spTree>
    <p:extLst>
      <p:ext uri="{BB962C8B-B14F-4D97-AF65-F5344CB8AC3E}">
        <p14:creationId xmlns:p14="http://schemas.microsoft.com/office/powerpoint/2010/main" val="3932110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Grp="1" noRot="1" noChangeAspect="1" noChangeArrowheads="1" noTextEdit="1"/>
          </p:cNvSpPr>
          <p:nvPr>
            <p:ph type="sldImg"/>
          </p:nvPr>
        </p:nvSpPr>
        <p:spPr>
          <a:solidFill>
            <a:srgbClr val="FFFFFF"/>
          </a:solidFill>
          <a:ln/>
        </p:spPr>
      </p:sp>
      <p:sp>
        <p:nvSpPr>
          <p:cNvPr id="49155" name="Rectangle 2"/>
          <p:cNvSpPr>
            <a:spLocks noGrp="1" noChangeArrowheads="1"/>
          </p:cNvSpPr>
          <p:nvPr>
            <p:ph type="body" idx="1"/>
          </p:nvPr>
        </p:nvSpPr>
        <p:spPr>
          <a:noFill/>
          <a:ln/>
        </p:spPr>
        <p:txBody>
          <a:bodyPr/>
          <a:lstStyle/>
          <a:p>
            <a:pPr eaLnBrk="1" hangingPunct="1"/>
            <a:r>
              <a:rPr lang="en-US" dirty="0" smtClean="0">
                <a:solidFill>
                  <a:srgbClr val="000000"/>
                </a:solidFill>
                <a:cs typeface="Arial" charset="0"/>
                <a:sym typeface="Arial" charset="0"/>
              </a:rPr>
              <a:t>Trainer identifies the Performance Criteria for this Element, as listed on the slide. </a:t>
            </a:r>
            <a:endParaRPr lang="en-US" dirty="0" smtClean="0">
              <a:solidFill>
                <a:srgbClr val="000000"/>
              </a:solidFill>
              <a:ea typeface="Lucida Grande" charset="0"/>
              <a:cs typeface="Lucida Grande" charset="0"/>
              <a:sym typeface="Arial" charset="0"/>
            </a:endParaRPr>
          </a:p>
          <a:p>
            <a:pPr eaLnBrk="1" hangingPunct="1"/>
            <a:endParaRPr lang="en-US" dirty="0" smtClean="0">
              <a:solidFill>
                <a:srgbClr val="000000"/>
              </a:solidFill>
              <a:ea typeface="Lucida Grande" charset="0"/>
              <a:cs typeface="Lucida Grande" charset="0"/>
              <a:sym typeface="Arial" charset="0"/>
            </a:endParaRPr>
          </a:p>
          <a:p>
            <a:pPr eaLnBrk="1" hangingPunct="1"/>
            <a:r>
              <a:rPr lang="en-US" u="sng" dirty="0" smtClean="0">
                <a:solidFill>
                  <a:srgbClr val="000000"/>
                </a:solidFill>
                <a:latin typeface="Arial Bold" charset="0"/>
                <a:cs typeface="Arial Bold" charset="0"/>
                <a:sym typeface="Arial Bold" charset="0"/>
              </a:rPr>
              <a:t>Class Activity – General discussion</a:t>
            </a:r>
          </a:p>
          <a:p>
            <a:pPr eaLnBrk="1" hangingPunct="1"/>
            <a:endParaRPr lang="en-US" u="sng" dirty="0" smtClean="0">
              <a:solidFill>
                <a:srgbClr val="000000"/>
              </a:solidFill>
              <a:ea typeface="Lucida Grande" charset="0"/>
              <a:cs typeface="Lucida Grande" charset="0"/>
              <a:sym typeface="Arial" charset="0"/>
            </a:endParaRPr>
          </a:p>
          <a:p>
            <a:pPr eaLnBrk="1" hangingPunct="1"/>
            <a:r>
              <a:rPr lang="en-US" dirty="0" smtClean="0">
                <a:solidFill>
                  <a:srgbClr val="000000"/>
                </a:solidFill>
                <a:cs typeface="Arial" charset="0"/>
                <a:sym typeface="Arial" charset="0"/>
              </a:rPr>
              <a:t>Trainer leads a general class discussion on how students usually prepare for work. </a:t>
            </a:r>
          </a:p>
        </p:txBody>
      </p:sp>
    </p:spTree>
    <p:extLst>
      <p:ext uri="{BB962C8B-B14F-4D97-AF65-F5344CB8AC3E}">
        <p14:creationId xmlns:p14="http://schemas.microsoft.com/office/powerpoint/2010/main" val="1107967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Grp="1" noRot="1" noChangeAspect="1" noChangeArrowheads="1" noTextEdit="1"/>
          </p:cNvSpPr>
          <p:nvPr>
            <p:ph type="sldImg"/>
          </p:nvPr>
        </p:nvSpPr>
        <p:spPr>
          <a:solidFill>
            <a:srgbClr val="FFFFFF"/>
          </a:solidFill>
          <a:ln/>
        </p:spPr>
      </p:sp>
      <p:sp>
        <p:nvSpPr>
          <p:cNvPr id="50179"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provides the definition of job specifications. Trainer asks why it’s important to understand job specifications.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u="sng" dirty="0" smtClean="0">
                <a:solidFill>
                  <a:srgbClr val="000000"/>
                </a:solidFill>
                <a:latin typeface="Arial Bold" charset="0"/>
                <a:cs typeface="Arial Bold" charset="0"/>
                <a:sym typeface="Arial Bold" charset="0"/>
              </a:rPr>
              <a:t>Speaking Activity – Class</a:t>
            </a:r>
          </a:p>
          <a:p>
            <a:pPr eaLnBrk="1" hangingPunct="1"/>
            <a:endParaRPr lang="en-US" u="sng" dirty="0" smtClean="0">
              <a:solidFill>
                <a:srgbClr val="000000"/>
              </a:solidFill>
              <a:ea typeface="Lucida Grande" charset="0"/>
              <a:cs typeface="Lucida Grande" charset="0"/>
              <a:sym typeface="Arial" charset="0"/>
            </a:endParaRPr>
          </a:p>
          <a:p>
            <a:pPr eaLnBrk="1" hangingPunct="1">
              <a:buClr>
                <a:srgbClr val="000000"/>
              </a:buClr>
              <a:buFont typeface="Helvetica" charset="0"/>
              <a:buChar char="•"/>
            </a:pPr>
            <a:r>
              <a:rPr lang="en-US" dirty="0" smtClean="0">
                <a:solidFill>
                  <a:srgbClr val="000000"/>
                </a:solidFill>
                <a:latin typeface="Lucida Grande" charset="0"/>
                <a:ea typeface="Lucida Grande" charset="0"/>
                <a:cs typeface="Lucida Grande" charset="0"/>
                <a:sym typeface="Lucida Grande" charset="0"/>
              </a:rPr>
              <a:t> Trainer asks students to brainstorm jobs that are involved in hospitality. </a:t>
            </a:r>
          </a:p>
        </p:txBody>
      </p:sp>
    </p:spTree>
    <p:extLst>
      <p:ext uri="{BB962C8B-B14F-4D97-AF65-F5344CB8AC3E}">
        <p14:creationId xmlns:p14="http://schemas.microsoft.com/office/powerpoint/2010/main" val="4226771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Grp="1" noRot="1" noChangeAspect="1" noChangeArrowheads="1" noTextEdit="1"/>
          </p:cNvSpPr>
          <p:nvPr>
            <p:ph type="sldImg"/>
          </p:nvPr>
        </p:nvSpPr>
        <p:spPr>
          <a:solidFill>
            <a:srgbClr val="FFFFFF"/>
          </a:solidFill>
          <a:ln/>
        </p:spPr>
      </p:sp>
      <p:sp>
        <p:nvSpPr>
          <p:cNvPr id="51203"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discusses the components of a job specification. </a:t>
            </a:r>
          </a:p>
          <a:p>
            <a:pPr eaLnBrk="1" hangingPunct="1">
              <a:buClr>
                <a:srgbClr val="000000"/>
              </a:buClr>
              <a:buFont typeface="Helvetica" charset="0"/>
              <a:buChar char="•"/>
            </a:pPr>
            <a:r>
              <a:rPr lang="en-US" dirty="0" smtClean="0">
                <a:solidFill>
                  <a:srgbClr val="000000"/>
                </a:solidFill>
                <a:latin typeface="Lucida Grande" charset="0"/>
                <a:ea typeface="Lucida Grande" charset="0"/>
                <a:cs typeface="Lucida Grande" charset="0"/>
                <a:sym typeface="Lucida Grande" charset="0"/>
              </a:rPr>
              <a:t> Experience</a:t>
            </a:r>
          </a:p>
          <a:p>
            <a:pPr eaLnBrk="1" hangingPunct="1">
              <a:buClr>
                <a:srgbClr val="000000"/>
              </a:buClr>
              <a:buFont typeface="Helvetica" charset="0"/>
              <a:buChar char="•"/>
            </a:pPr>
            <a:r>
              <a:rPr lang="en-US" dirty="0" smtClean="0">
                <a:solidFill>
                  <a:srgbClr val="000000"/>
                </a:solidFill>
                <a:latin typeface="Lucida Grande" charset="0"/>
                <a:ea typeface="Lucida Grande" charset="0"/>
                <a:cs typeface="Lucida Grande" charset="0"/>
                <a:sym typeface="Lucida Grande" charset="0"/>
              </a:rPr>
              <a:t> Education</a:t>
            </a:r>
          </a:p>
          <a:p>
            <a:pPr eaLnBrk="1" hangingPunct="1">
              <a:buClr>
                <a:srgbClr val="000000"/>
              </a:buClr>
              <a:buFont typeface="Helvetica" charset="0"/>
              <a:buChar char="•"/>
            </a:pPr>
            <a:r>
              <a:rPr lang="en-US" dirty="0" smtClean="0">
                <a:solidFill>
                  <a:srgbClr val="000000"/>
                </a:solidFill>
                <a:latin typeface="Lucida Grande" charset="0"/>
                <a:ea typeface="Lucida Grande" charset="0"/>
                <a:cs typeface="Lucida Grande" charset="0"/>
                <a:sym typeface="Lucida Grande" charset="0"/>
              </a:rPr>
              <a:t> Required Skills, Knowledge and Characteristics </a:t>
            </a:r>
          </a:p>
          <a:p>
            <a:pPr eaLnBrk="1" hangingPunct="1">
              <a:buClr>
                <a:srgbClr val="000000"/>
              </a:buClr>
              <a:buFont typeface="Helvetica" charset="0"/>
              <a:buChar char="•"/>
            </a:pPr>
            <a:r>
              <a:rPr lang="en-US" dirty="0" smtClean="0">
                <a:solidFill>
                  <a:srgbClr val="000000"/>
                </a:solidFill>
                <a:latin typeface="Lucida Grande" charset="0"/>
                <a:ea typeface="Lucida Grande" charset="0"/>
                <a:cs typeface="Lucida Grande" charset="0"/>
                <a:sym typeface="Lucida Grande" charset="0"/>
              </a:rPr>
              <a:t> Overview of Job Duties</a:t>
            </a:r>
          </a:p>
          <a:p>
            <a:pPr eaLnBrk="1" hangingPunct="1">
              <a:buClr>
                <a:srgbClr val="000000"/>
              </a:buClr>
              <a:buFont typeface="Helvetica" charset="0"/>
              <a:buChar char="•"/>
            </a:pPr>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Writing Activity – Individual</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instructs students to read a list of attributes and group them into the specific component of a job specification.</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Speaking Activity – Class</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leads a discussion about which position the job description is for. </a:t>
            </a:r>
          </a:p>
        </p:txBody>
      </p:sp>
    </p:spTree>
    <p:extLst>
      <p:ext uri="{BB962C8B-B14F-4D97-AF65-F5344CB8AC3E}">
        <p14:creationId xmlns:p14="http://schemas.microsoft.com/office/powerpoint/2010/main" val="498826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Grp="1" noRot="1" noChangeAspect="1" noChangeArrowheads="1" noTextEdit="1"/>
          </p:cNvSpPr>
          <p:nvPr>
            <p:ph type="sldImg"/>
          </p:nvPr>
        </p:nvSpPr>
        <p:spPr>
          <a:solidFill>
            <a:srgbClr val="FFFFFF"/>
          </a:solidFill>
          <a:ln/>
        </p:spPr>
      </p:sp>
      <p:sp>
        <p:nvSpPr>
          <p:cNvPr id="52227" name="Rectangle 2"/>
          <p:cNvSpPr>
            <a:spLocks noGrp="1" noChangeArrowheads="1"/>
          </p:cNvSpPr>
          <p:nvPr>
            <p:ph type="body" idx="1"/>
          </p:nvPr>
        </p:nvSpPr>
        <p:spPr>
          <a:noFill/>
          <a:ln/>
        </p:spPr>
        <p:txBody>
          <a:bodyPr/>
          <a:lstStyle/>
          <a:p>
            <a:pPr eaLnBrk="1" hangingPunct="1"/>
            <a:r>
              <a:rPr lang="en-US" b="0" u="sng" dirty="0" smtClean="0">
                <a:solidFill>
                  <a:srgbClr val="000000"/>
                </a:solidFill>
                <a:latin typeface="Lucida Grande" charset="0"/>
                <a:ea typeface="Lucida Grande" charset="0"/>
                <a:cs typeface="Lucida Grande" charset="0"/>
                <a:sym typeface="Lucida Grande" charset="0"/>
              </a:rPr>
              <a:t>Writing Activity – Individual</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instructs students to read a list of attributes and group them into the specific component of a job specification.</a:t>
            </a:r>
          </a:p>
          <a:p>
            <a:pPr eaLnBrk="1" hangingPunct="1"/>
            <a:endParaRPr lang="en-US" u="sng"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Analytical Activity – Individual</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instructs students to </a:t>
            </a:r>
            <a:r>
              <a:rPr lang="en-US" dirty="0" err="1" smtClean="0">
                <a:solidFill>
                  <a:srgbClr val="000000"/>
                </a:solidFill>
                <a:latin typeface="Lucida Grande" charset="0"/>
                <a:ea typeface="Lucida Grande" charset="0"/>
                <a:cs typeface="Lucida Grande" charset="0"/>
                <a:sym typeface="Lucida Grande" charset="0"/>
              </a:rPr>
              <a:t>analyse</a:t>
            </a:r>
            <a:r>
              <a:rPr lang="en-US" dirty="0" smtClean="0">
                <a:solidFill>
                  <a:srgbClr val="000000"/>
                </a:solidFill>
                <a:latin typeface="Lucida Grande" charset="0"/>
                <a:ea typeface="Lucida Grande" charset="0"/>
                <a:cs typeface="Lucida Grande" charset="0"/>
                <a:sym typeface="Lucida Grande" charset="0"/>
              </a:rPr>
              <a:t> the job description and decide what other positions this candidate would be suitable for.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Writing Activity – Individual</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instructs students to write down four jobs in their workplace and list two attributes that would be suitable for each position.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endParaRPr lang="en-US" dirty="0" smtClean="0">
              <a:solidFill>
                <a:srgbClr val="000000"/>
              </a:solidFill>
              <a:latin typeface="Lucida Grande" charset="0"/>
              <a:ea typeface="Lucida Grande" charset="0"/>
              <a:cs typeface="Lucida Grande" charset="0"/>
              <a:sym typeface="Lucida Grande" charset="0"/>
            </a:endParaRPr>
          </a:p>
        </p:txBody>
      </p:sp>
    </p:spTree>
    <p:extLst>
      <p:ext uri="{BB962C8B-B14F-4D97-AF65-F5344CB8AC3E}">
        <p14:creationId xmlns:p14="http://schemas.microsoft.com/office/powerpoint/2010/main" val="3866651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
          <p:cNvSpPr>
            <a:spLocks noGrp="1" noRot="1" noChangeAspect="1" noChangeArrowheads="1" noTextEdit="1"/>
          </p:cNvSpPr>
          <p:nvPr>
            <p:ph type="sldImg"/>
          </p:nvPr>
        </p:nvSpPr>
        <p:spPr>
          <a:solidFill>
            <a:srgbClr val="FFFFFF"/>
          </a:solidFill>
          <a:ln/>
        </p:spPr>
      </p:sp>
      <p:sp>
        <p:nvSpPr>
          <p:cNvPr id="53251"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opens the conversation by asking what the students would do if there were a fire in the building? </a:t>
            </a:r>
            <a:r>
              <a:rPr lang="en-US" dirty="0" err="1" smtClean="0">
                <a:solidFill>
                  <a:srgbClr val="000000"/>
                </a:solidFill>
                <a:latin typeface="Lucida Grande" charset="0"/>
                <a:ea typeface="Lucida Grande" charset="0"/>
                <a:cs typeface="Lucida Grande" charset="0"/>
                <a:sym typeface="Lucida Grande" charset="0"/>
              </a:rPr>
              <a:t>He/She</a:t>
            </a:r>
            <a:r>
              <a:rPr lang="en-US" dirty="0" smtClean="0">
                <a:solidFill>
                  <a:srgbClr val="000000"/>
                </a:solidFill>
                <a:latin typeface="Lucida Grande" charset="0"/>
                <a:ea typeface="Lucida Grande" charset="0"/>
                <a:cs typeface="Lucida Grande" charset="0"/>
                <a:sym typeface="Lucida Grande" charset="0"/>
              </a:rPr>
              <a:t> then asks the following questions: </a:t>
            </a:r>
          </a:p>
          <a:p>
            <a:pPr eaLnBrk="1" hangingPunct="1">
              <a:buClr>
                <a:srgbClr val="000000"/>
              </a:buClr>
              <a:buFont typeface="Helvetica" charset="0"/>
              <a:buChar char="•"/>
            </a:pPr>
            <a:r>
              <a:rPr lang="en-US" dirty="0" smtClean="0">
                <a:solidFill>
                  <a:srgbClr val="000000"/>
                </a:solidFill>
                <a:latin typeface="Lucida Grande" charset="0"/>
                <a:ea typeface="Lucida Grande" charset="0"/>
                <a:cs typeface="Lucida Grande" charset="0"/>
                <a:sym typeface="Lucida Grande" charset="0"/>
              </a:rPr>
              <a:t> How would you know what to do?</a:t>
            </a:r>
          </a:p>
          <a:p>
            <a:pPr eaLnBrk="1" hangingPunct="1">
              <a:buClr>
                <a:srgbClr val="000000"/>
              </a:buClr>
              <a:buFont typeface="Helvetica" charset="0"/>
              <a:buChar char="•"/>
            </a:pPr>
            <a:r>
              <a:rPr lang="en-US" dirty="0" smtClean="0">
                <a:solidFill>
                  <a:srgbClr val="000000"/>
                </a:solidFill>
                <a:latin typeface="Lucida Grande" charset="0"/>
                <a:ea typeface="Lucida Grande" charset="0"/>
                <a:cs typeface="Lucida Grande" charset="0"/>
                <a:sym typeface="Lucida Grande" charset="0"/>
              </a:rPr>
              <a:t> Is there a plan?</a:t>
            </a:r>
          </a:p>
          <a:p>
            <a:pPr eaLnBrk="1" hangingPunct="1">
              <a:buClr>
                <a:srgbClr val="000000"/>
              </a:buClr>
              <a:buFont typeface="Helvetica" charset="0"/>
              <a:buChar char="•"/>
            </a:pPr>
            <a:r>
              <a:rPr lang="en-US" dirty="0" smtClean="0">
                <a:solidFill>
                  <a:srgbClr val="000000"/>
                </a:solidFill>
                <a:latin typeface="Lucida Grande" charset="0"/>
                <a:ea typeface="Lucida Grande" charset="0"/>
                <a:cs typeface="Lucida Grande" charset="0"/>
                <a:sym typeface="Lucida Grande" charset="0"/>
              </a:rPr>
              <a:t> What would happen if there were no plan?</a:t>
            </a:r>
          </a:p>
        </p:txBody>
      </p:sp>
    </p:spTree>
    <p:extLst>
      <p:ext uri="{BB962C8B-B14F-4D97-AF65-F5344CB8AC3E}">
        <p14:creationId xmlns:p14="http://schemas.microsoft.com/office/powerpoint/2010/main" val="298426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Grp="1" noRot="1" noChangeAspect="1" noChangeArrowheads="1" noTextEdit="1"/>
          </p:cNvSpPr>
          <p:nvPr>
            <p:ph type="sldImg"/>
          </p:nvPr>
        </p:nvSpPr>
        <p:spPr>
          <a:solidFill>
            <a:srgbClr val="FFFFFF"/>
          </a:solidFill>
          <a:ln/>
        </p:spPr>
      </p:sp>
      <p:sp>
        <p:nvSpPr>
          <p:cNvPr id="54275" name="Rectangle 2"/>
          <p:cNvSpPr>
            <a:spLocks noGrp="1" noChangeArrowheads="1"/>
          </p:cNvSpPr>
          <p:nvPr>
            <p:ph type="body" idx="1"/>
          </p:nvPr>
        </p:nvSpPr>
        <p:spPr>
          <a:noFill/>
          <a:ln/>
        </p:spPr>
        <p:txBody>
          <a:bodyPr/>
          <a:lstStyle/>
          <a:p>
            <a:pPr eaLnBrk="1" hangingPunct="1"/>
            <a:r>
              <a:rPr lang="en-US" b="0" u="sng" dirty="0" smtClean="0">
                <a:solidFill>
                  <a:srgbClr val="000000"/>
                </a:solidFill>
                <a:latin typeface="Lucida Grande" charset="0"/>
                <a:ea typeface="Lucida Grande" charset="0"/>
                <a:cs typeface="Lucida Grande" charset="0"/>
                <a:sym typeface="Lucida Grande" charset="0"/>
              </a:rPr>
              <a:t>Reading Activity – Individual</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buClr>
                <a:srgbClr val="000000"/>
              </a:buClr>
              <a:buFont typeface="Helvetica" charset="0"/>
              <a:buChar char="•"/>
            </a:pPr>
            <a:r>
              <a:rPr lang="en-US" dirty="0" smtClean="0">
                <a:solidFill>
                  <a:srgbClr val="000000"/>
                </a:solidFill>
                <a:latin typeface="Lucida Grande" charset="0"/>
                <a:ea typeface="Lucida Grande" charset="0"/>
                <a:cs typeface="Lucida Grande" charset="0"/>
                <a:sym typeface="Lucida Grande" charset="0"/>
              </a:rPr>
              <a:t> Trainer instructs students to read the evacuation procedure and discuss their own evacuation procedure</a:t>
            </a:r>
          </a:p>
          <a:p>
            <a:pPr eaLnBrk="1" hangingPunct="1">
              <a:buClr>
                <a:srgbClr val="000000"/>
              </a:buClr>
              <a:buFont typeface="Helvetica" charset="0"/>
              <a:buChar char="•"/>
            </a:pPr>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Writing Activity – Individual</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buClr>
                <a:srgbClr val="000000"/>
              </a:buClr>
              <a:buFont typeface="Helvetica" charset="0"/>
              <a:buChar char="•"/>
            </a:pPr>
            <a:r>
              <a:rPr lang="en-US" dirty="0" smtClean="0">
                <a:solidFill>
                  <a:srgbClr val="000000"/>
                </a:solidFill>
                <a:latin typeface="Lucida Grande" charset="0"/>
                <a:ea typeface="Lucida Grande" charset="0"/>
                <a:cs typeface="Lucida Grande" charset="0"/>
                <a:sym typeface="Lucida Grande" charset="0"/>
              </a:rPr>
              <a:t> Trainer instructs student to read a procedure and answer 10 questions. </a:t>
            </a:r>
          </a:p>
        </p:txBody>
      </p:sp>
    </p:spTree>
    <p:extLst>
      <p:ext uri="{BB962C8B-B14F-4D97-AF65-F5344CB8AC3E}">
        <p14:creationId xmlns:p14="http://schemas.microsoft.com/office/powerpoint/2010/main" val="407325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
          <p:cNvSpPr>
            <a:spLocks noGrp="1" noRot="1" noChangeAspect="1" noChangeArrowheads="1" noTextEdit="1"/>
          </p:cNvSpPr>
          <p:nvPr>
            <p:ph type="sldImg"/>
          </p:nvPr>
        </p:nvSpPr>
        <p:spPr>
          <a:solidFill>
            <a:srgbClr val="FFFFFF"/>
          </a:solidFill>
          <a:ln/>
        </p:spPr>
      </p:sp>
      <p:sp>
        <p:nvSpPr>
          <p:cNvPr id="55299" name="Rectangle 2"/>
          <p:cNvSpPr>
            <a:spLocks noGrp="1" noChangeArrowheads="1"/>
          </p:cNvSpPr>
          <p:nvPr>
            <p:ph type="body" idx="1"/>
          </p:nvPr>
        </p:nvSpPr>
        <p:spPr>
          <a:noFill/>
          <a:ln/>
        </p:spPr>
        <p:txBody>
          <a:bodyPr/>
          <a:lstStyle/>
          <a:p>
            <a:pPr eaLnBrk="1" hangingPunct="1"/>
            <a:r>
              <a:rPr lang="en-US" b="0" u="sng" dirty="0" smtClean="0">
                <a:solidFill>
                  <a:srgbClr val="000000"/>
                </a:solidFill>
                <a:latin typeface="Lucida Grande" charset="0"/>
                <a:ea typeface="Lucida Grande" charset="0"/>
                <a:cs typeface="Lucida Grande" charset="0"/>
                <a:sym typeface="Lucida Grande" charset="0"/>
              </a:rPr>
              <a:t>Group Activity </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buClr>
                <a:srgbClr val="000000"/>
              </a:buClr>
              <a:buFont typeface="Helvetica" charset="0"/>
              <a:buChar char="•"/>
            </a:pPr>
            <a:r>
              <a:rPr lang="en-US" dirty="0" smtClean="0">
                <a:solidFill>
                  <a:srgbClr val="000000"/>
                </a:solidFill>
                <a:latin typeface="Lucida Grande" charset="0"/>
                <a:ea typeface="Lucida Grande" charset="0"/>
                <a:cs typeface="Lucida Grande" charset="0"/>
                <a:sym typeface="Lucida Grande" charset="0"/>
              </a:rPr>
              <a:t> Trainer instructs students to complete four activities in their Trainee Manual. </a:t>
            </a:r>
          </a:p>
          <a:p>
            <a:pPr eaLnBrk="1" hangingPunct="1">
              <a:buClr>
                <a:srgbClr val="000000"/>
              </a:buClr>
              <a:buFont typeface="Helvetica" charset="0"/>
              <a:buChar char="•"/>
            </a:pPr>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Speaking Activity – Class</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buClr>
                <a:srgbClr val="000000"/>
              </a:buClr>
              <a:buFont typeface="Helvetica" charset="0"/>
              <a:buChar char="•"/>
            </a:pPr>
            <a:r>
              <a:rPr lang="en-US" dirty="0" smtClean="0">
                <a:solidFill>
                  <a:srgbClr val="000000"/>
                </a:solidFill>
                <a:latin typeface="Lucida Grande" charset="0"/>
                <a:ea typeface="Lucida Grande" charset="0"/>
                <a:cs typeface="Lucida Grande" charset="0"/>
                <a:sym typeface="Lucida Grande" charset="0"/>
              </a:rPr>
              <a:t> Trainer leads a discussion about why procedures are needed in the workplace. </a:t>
            </a:r>
          </a:p>
        </p:txBody>
      </p:sp>
    </p:spTree>
    <p:extLst>
      <p:ext uri="{BB962C8B-B14F-4D97-AF65-F5344CB8AC3E}">
        <p14:creationId xmlns:p14="http://schemas.microsoft.com/office/powerpoint/2010/main" val="595407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Grp="1" noRot="1" noChangeAspect="1" noChangeArrowheads="1" noTextEdit="1"/>
          </p:cNvSpPr>
          <p:nvPr>
            <p:ph type="sldImg"/>
          </p:nvPr>
        </p:nvSpPr>
        <p:spPr>
          <a:solidFill>
            <a:srgbClr val="FFFFFF"/>
          </a:solidFill>
          <a:ln/>
        </p:spPr>
      </p:sp>
      <p:sp>
        <p:nvSpPr>
          <p:cNvPr id="56323" name="Rectangle 2"/>
          <p:cNvSpPr>
            <a:spLocks noGrp="1" noChangeArrowheads="1"/>
          </p:cNvSpPr>
          <p:nvPr>
            <p:ph type="body" idx="1"/>
          </p:nvPr>
        </p:nvSpPr>
        <p:spPr>
          <a:noFill/>
          <a:ln/>
        </p:spPr>
        <p:txBody>
          <a:bodyPr/>
          <a:lstStyle/>
          <a:p>
            <a:pPr eaLnBrk="1" hangingPunct="1">
              <a:tabLst>
                <a:tab pos="457200" algn="l"/>
              </a:tabLst>
            </a:pPr>
            <a:r>
              <a:rPr lang="en-US" b="0" u="sng" dirty="0" smtClean="0">
                <a:solidFill>
                  <a:srgbClr val="000000"/>
                </a:solidFill>
                <a:latin typeface="Lucida Grande" charset="0"/>
                <a:ea typeface="Lucida Grande" charset="0"/>
                <a:cs typeface="Lucida Grande" charset="0"/>
                <a:sym typeface="Lucida Grande" charset="0"/>
              </a:rPr>
              <a:t>Speaking Activity – Class</a:t>
            </a:r>
          </a:p>
          <a:p>
            <a:pPr eaLnBrk="1" hangingPunct="1">
              <a:tabLst>
                <a:tab pos="457200" algn="l"/>
              </a:tabLst>
            </a:pPr>
            <a:endParaRPr lang="en-US" b="0" u="sng" dirty="0" smtClean="0">
              <a:solidFill>
                <a:srgbClr val="000000"/>
              </a:solidFill>
              <a:latin typeface="Lucida Grande" charset="0"/>
              <a:ea typeface="Lucida Grande" charset="0"/>
              <a:cs typeface="Lucida Grande" charset="0"/>
              <a:sym typeface="Lucida Grande" charset="0"/>
            </a:endParaRPr>
          </a:p>
          <a:p>
            <a:pPr eaLnBrk="1" hangingPunct="1">
              <a:tabLst>
                <a:tab pos="457200" algn="l"/>
              </a:tabLst>
            </a:pPr>
            <a:r>
              <a:rPr lang="en-US" dirty="0" smtClean="0">
                <a:solidFill>
                  <a:srgbClr val="000000"/>
                </a:solidFill>
                <a:latin typeface="Lucida Grande" charset="0"/>
                <a:ea typeface="Lucida Grande" charset="0"/>
                <a:cs typeface="Lucida Grande" charset="0"/>
                <a:sym typeface="Lucida Grande" charset="0"/>
              </a:rPr>
              <a:t>Trainer asks students the following questions:</a:t>
            </a:r>
          </a:p>
          <a:p>
            <a:pPr eaLnBrk="1" hangingPunct="1">
              <a:tabLst>
                <a:tab pos="457200" algn="l"/>
              </a:tabLst>
            </a:pPr>
            <a:endParaRPr lang="en-US" dirty="0" smtClean="0">
              <a:solidFill>
                <a:srgbClr val="000000"/>
              </a:solidFill>
              <a:latin typeface="Lucida Grande" charset="0"/>
              <a:ea typeface="Lucida Grande" charset="0"/>
              <a:cs typeface="Lucida Grande" charset="0"/>
              <a:sym typeface="Lucida Grande" charset="0"/>
            </a:endParaRPr>
          </a:p>
          <a:p>
            <a:pPr eaLnBrk="1" hangingPunct="1">
              <a:spcBef>
                <a:spcPts val="400"/>
              </a:spcBef>
              <a:buFontTx/>
              <a:buAutoNum type="arabicPeriod"/>
              <a:tabLst>
                <a:tab pos="457200" algn="l"/>
              </a:tabLst>
            </a:pPr>
            <a:r>
              <a:rPr lang="en-US" sz="1100" dirty="0" smtClean="0">
                <a:solidFill>
                  <a:srgbClr val="000000"/>
                </a:solidFill>
                <a:latin typeface="Helvetica" charset="0"/>
                <a:ea typeface="Helvetica" charset="0"/>
                <a:cs typeface="Helvetica" charset="0"/>
                <a:sym typeface="Helvetica" charset="0"/>
              </a:rPr>
              <a:t>What is the purpose of this picture?</a:t>
            </a:r>
          </a:p>
          <a:p>
            <a:pPr eaLnBrk="1" hangingPunct="1">
              <a:spcBef>
                <a:spcPts val="800"/>
              </a:spcBef>
              <a:buFontTx/>
              <a:buChar char="•"/>
              <a:tabLst>
                <a:tab pos="457200" algn="l"/>
              </a:tabLst>
            </a:pPr>
            <a:r>
              <a:rPr lang="en-US" sz="1100" dirty="0" smtClean="0">
                <a:solidFill>
                  <a:srgbClr val="000000"/>
                </a:solidFill>
                <a:latin typeface="Helvetica" charset="0"/>
                <a:ea typeface="Helvetica" charset="0"/>
                <a:cs typeface="Helvetica" charset="0"/>
                <a:sym typeface="Helvetica" charset="0"/>
              </a:rPr>
              <a:t> Who is the giver of this information?</a:t>
            </a:r>
          </a:p>
          <a:p>
            <a:pPr eaLnBrk="1" hangingPunct="1">
              <a:spcBef>
                <a:spcPts val="800"/>
              </a:spcBef>
              <a:buFontTx/>
              <a:buChar char="•"/>
              <a:tabLst>
                <a:tab pos="457200" algn="l"/>
              </a:tabLst>
            </a:pPr>
            <a:r>
              <a:rPr lang="en-US" sz="1100" dirty="0" smtClean="0">
                <a:solidFill>
                  <a:srgbClr val="000000"/>
                </a:solidFill>
                <a:latin typeface="Helvetica" charset="0"/>
                <a:ea typeface="Helvetica" charset="0"/>
                <a:cs typeface="Helvetica" charset="0"/>
                <a:sym typeface="Helvetica" charset="0"/>
              </a:rPr>
              <a:t> Who is the receiver of this information?</a:t>
            </a:r>
          </a:p>
          <a:p>
            <a:pPr eaLnBrk="1" hangingPunct="1">
              <a:spcBef>
                <a:spcPts val="800"/>
              </a:spcBef>
              <a:buFontTx/>
              <a:buChar char="•"/>
              <a:tabLst>
                <a:tab pos="457200" algn="l"/>
              </a:tabLst>
            </a:pPr>
            <a:r>
              <a:rPr lang="en-US" sz="1100" dirty="0" smtClean="0">
                <a:solidFill>
                  <a:srgbClr val="000000"/>
                </a:solidFill>
                <a:latin typeface="Helvetica" charset="0"/>
                <a:ea typeface="Helvetica" charset="0"/>
                <a:cs typeface="Helvetica" charset="0"/>
                <a:sym typeface="Helvetica" charset="0"/>
              </a:rPr>
              <a:t> What is this picture telling you to do/not to do?</a:t>
            </a:r>
          </a:p>
          <a:p>
            <a:pPr eaLnBrk="1" hangingPunct="1">
              <a:spcBef>
                <a:spcPts val="800"/>
              </a:spcBef>
              <a:buFontTx/>
              <a:buChar char="•"/>
              <a:tabLst>
                <a:tab pos="457200" algn="l"/>
              </a:tabLst>
            </a:pPr>
            <a:r>
              <a:rPr lang="en-US" sz="1100" dirty="0" smtClean="0">
                <a:solidFill>
                  <a:srgbClr val="000000"/>
                </a:solidFill>
                <a:latin typeface="Helvetica" charset="0"/>
                <a:ea typeface="Helvetica" charset="0"/>
                <a:cs typeface="Helvetica" charset="0"/>
                <a:sym typeface="Helvetica" charset="0"/>
              </a:rPr>
              <a:t> What are the six symbols in this picture?</a:t>
            </a:r>
          </a:p>
          <a:p>
            <a:pPr eaLnBrk="1" hangingPunct="1">
              <a:spcBef>
                <a:spcPts val="800"/>
              </a:spcBef>
              <a:buFontTx/>
              <a:buChar char="•"/>
              <a:tabLst>
                <a:tab pos="457200" algn="l"/>
              </a:tabLst>
            </a:pPr>
            <a:r>
              <a:rPr lang="en-US" sz="1100" dirty="0" smtClean="0">
                <a:solidFill>
                  <a:srgbClr val="000000"/>
                </a:solidFill>
                <a:latin typeface="Helvetica" charset="0"/>
                <a:ea typeface="Helvetica" charset="0"/>
                <a:cs typeface="Helvetica" charset="0"/>
                <a:sym typeface="Helvetica" charset="0"/>
              </a:rPr>
              <a:t> What do the red circles with a line through them represent?</a:t>
            </a:r>
          </a:p>
          <a:p>
            <a:pPr eaLnBrk="1" hangingPunct="1">
              <a:spcBef>
                <a:spcPts val="800"/>
              </a:spcBef>
              <a:buFontTx/>
              <a:buChar char="•"/>
              <a:tabLst>
                <a:tab pos="457200" algn="l"/>
              </a:tabLst>
            </a:pPr>
            <a:r>
              <a:rPr lang="en-US" sz="1100" dirty="0" smtClean="0">
                <a:solidFill>
                  <a:srgbClr val="000000"/>
                </a:solidFill>
                <a:latin typeface="Helvetica" charset="0"/>
                <a:ea typeface="Helvetica" charset="0"/>
                <a:cs typeface="Helvetica" charset="0"/>
                <a:sym typeface="Helvetica" charset="0"/>
              </a:rPr>
              <a:t> What does the yellow border of the top picture represent?</a:t>
            </a:r>
          </a:p>
          <a:p>
            <a:pPr eaLnBrk="1" hangingPunct="1">
              <a:spcBef>
                <a:spcPts val="800"/>
              </a:spcBef>
              <a:buFontTx/>
              <a:buChar char="•"/>
              <a:tabLst>
                <a:tab pos="457200" algn="l"/>
              </a:tabLst>
            </a:pPr>
            <a:r>
              <a:rPr lang="en-US" sz="1100" dirty="0" smtClean="0">
                <a:solidFill>
                  <a:srgbClr val="000000"/>
                </a:solidFill>
                <a:latin typeface="Helvetica" charset="0"/>
                <a:ea typeface="Helvetica" charset="0"/>
                <a:cs typeface="Helvetica" charset="0"/>
                <a:sym typeface="Helvetica" charset="0"/>
              </a:rPr>
              <a:t> Why is this picture important?</a:t>
            </a:r>
          </a:p>
        </p:txBody>
      </p:sp>
    </p:spTree>
    <p:extLst>
      <p:ext uri="{BB962C8B-B14F-4D97-AF65-F5344CB8AC3E}">
        <p14:creationId xmlns:p14="http://schemas.microsoft.com/office/powerpoint/2010/main" val="3182401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Grp="1" noRot="1" noChangeAspect="1" noChangeArrowheads="1" noTextEdit="1"/>
          </p:cNvSpPr>
          <p:nvPr>
            <p:ph type="sldImg"/>
          </p:nvPr>
        </p:nvSpPr>
        <p:spPr>
          <a:solidFill>
            <a:srgbClr val="FFFFFF"/>
          </a:solidFill>
          <a:ln/>
        </p:spPr>
      </p:sp>
      <p:sp>
        <p:nvSpPr>
          <p:cNvPr id="57347" name="Rectangle 2"/>
          <p:cNvSpPr>
            <a:spLocks noGrp="1" noChangeArrowheads="1"/>
          </p:cNvSpPr>
          <p:nvPr>
            <p:ph type="body" idx="1"/>
          </p:nvPr>
        </p:nvSpPr>
        <p:spPr>
          <a:noFill/>
          <a:ln/>
        </p:spPr>
        <p:txBody>
          <a:bodyPr/>
          <a:lstStyle/>
          <a:p>
            <a:pPr eaLnBrk="1" hangingPunct="1">
              <a:tabLst>
                <a:tab pos="457200" algn="l"/>
              </a:tabLst>
            </a:pPr>
            <a:r>
              <a:rPr lang="en-US" dirty="0" smtClean="0">
                <a:solidFill>
                  <a:srgbClr val="000000"/>
                </a:solidFill>
                <a:latin typeface="Lucida Grande" charset="0"/>
                <a:ea typeface="Lucida Grande" charset="0"/>
                <a:cs typeface="Lucida Grande" charset="0"/>
                <a:sym typeface="Lucida Grande" charset="0"/>
              </a:rPr>
              <a:t>Trainer leads a discussion about the importance of understanding diagrams and directions/instructions</a:t>
            </a:r>
          </a:p>
          <a:p>
            <a:pPr eaLnBrk="1" hangingPunct="1">
              <a:tabLst>
                <a:tab pos="457200" algn="l"/>
              </a:tabLst>
            </a:pPr>
            <a:endParaRPr lang="en-US" dirty="0" smtClean="0">
              <a:solidFill>
                <a:srgbClr val="000000"/>
              </a:solidFill>
              <a:latin typeface="Lucida Grande" charset="0"/>
              <a:ea typeface="Lucida Grande" charset="0"/>
              <a:cs typeface="Lucida Grande" charset="0"/>
              <a:sym typeface="Lucida Grande" charset="0"/>
            </a:endParaRPr>
          </a:p>
          <a:p>
            <a:pPr eaLnBrk="1" hangingPunct="1">
              <a:tabLst>
                <a:tab pos="457200" algn="l"/>
              </a:tabLst>
            </a:pPr>
            <a:r>
              <a:rPr lang="en-US" b="0" u="sng" dirty="0" smtClean="0">
                <a:solidFill>
                  <a:srgbClr val="000000"/>
                </a:solidFill>
                <a:latin typeface="Lucida Grande" charset="0"/>
                <a:ea typeface="Lucida Grande" charset="0"/>
                <a:cs typeface="Lucida Grande" charset="0"/>
                <a:sym typeface="Lucida Grande" charset="0"/>
              </a:rPr>
              <a:t>Speaking Activity – Class</a:t>
            </a:r>
          </a:p>
          <a:p>
            <a:pPr eaLnBrk="1" hangingPunct="1">
              <a:tabLst>
                <a:tab pos="457200" algn="l"/>
              </a:tabLst>
            </a:pPr>
            <a:endParaRPr lang="en-US" b="0" u="sng" dirty="0" smtClean="0">
              <a:solidFill>
                <a:srgbClr val="000000"/>
              </a:solidFill>
              <a:latin typeface="Lucida Grande" charset="0"/>
              <a:ea typeface="Lucida Grande" charset="0"/>
              <a:cs typeface="Lucida Grande" charset="0"/>
              <a:sym typeface="Lucida Grande" charset="0"/>
            </a:endParaRPr>
          </a:p>
          <a:p>
            <a:pPr eaLnBrk="1" hangingPunct="1">
              <a:tabLst>
                <a:tab pos="457200" algn="l"/>
              </a:tabLst>
            </a:pPr>
            <a:r>
              <a:rPr lang="en-US" dirty="0" smtClean="0">
                <a:solidFill>
                  <a:srgbClr val="000000"/>
                </a:solidFill>
                <a:latin typeface="Lucida Grande" charset="0"/>
                <a:ea typeface="Lucida Grande" charset="0"/>
                <a:cs typeface="Lucida Grande" charset="0"/>
                <a:sym typeface="Lucida Grande" charset="0"/>
              </a:rPr>
              <a:t>Trainer instructs students to refer to their Trainee Manuals and asks students the following questions:</a:t>
            </a:r>
          </a:p>
          <a:p>
            <a:pPr eaLnBrk="1" hangingPunct="1">
              <a:spcBef>
                <a:spcPts val="400"/>
              </a:spcBef>
              <a:buFontTx/>
              <a:buChar char="•"/>
              <a:tabLst>
                <a:tab pos="457200" algn="l"/>
              </a:tabLst>
            </a:pPr>
            <a:r>
              <a:rPr lang="en-US" sz="1100" dirty="0" smtClean="0">
                <a:solidFill>
                  <a:srgbClr val="000000"/>
                </a:solidFill>
                <a:latin typeface="Helvetica" charset="0"/>
                <a:ea typeface="Helvetica" charset="0"/>
                <a:cs typeface="Helvetica" charset="0"/>
                <a:sym typeface="Helvetica" charset="0"/>
              </a:rPr>
              <a:t>Who are these directions for?</a:t>
            </a:r>
          </a:p>
          <a:p>
            <a:pPr eaLnBrk="1" hangingPunct="1">
              <a:spcBef>
                <a:spcPts val="400"/>
              </a:spcBef>
              <a:buFontTx/>
              <a:buChar char="•"/>
              <a:tabLst>
                <a:tab pos="457200" algn="l"/>
              </a:tabLst>
            </a:pPr>
            <a:r>
              <a:rPr lang="en-US" sz="1100" dirty="0" smtClean="0">
                <a:solidFill>
                  <a:srgbClr val="000000"/>
                </a:solidFill>
                <a:latin typeface="Helvetica" charset="0"/>
                <a:ea typeface="Helvetica" charset="0"/>
                <a:cs typeface="Helvetica" charset="0"/>
                <a:sym typeface="Helvetica" charset="0"/>
              </a:rPr>
              <a:t>What kind of industry would have a sign like this?</a:t>
            </a:r>
          </a:p>
          <a:p>
            <a:pPr eaLnBrk="1" hangingPunct="1">
              <a:spcBef>
                <a:spcPts val="400"/>
              </a:spcBef>
              <a:buFontTx/>
              <a:buChar char="•"/>
              <a:tabLst>
                <a:tab pos="457200" algn="l"/>
              </a:tabLst>
            </a:pPr>
            <a:r>
              <a:rPr lang="en-US" sz="1100" dirty="0" smtClean="0">
                <a:solidFill>
                  <a:srgbClr val="000000"/>
                </a:solidFill>
                <a:latin typeface="Helvetica" charset="0"/>
                <a:ea typeface="Helvetica" charset="0"/>
                <a:cs typeface="Helvetica" charset="0"/>
                <a:sym typeface="Helvetica" charset="0"/>
              </a:rPr>
              <a:t>Have you ever seen similar signs before, and when?</a:t>
            </a:r>
          </a:p>
          <a:p>
            <a:pPr eaLnBrk="1" hangingPunct="1">
              <a:spcBef>
                <a:spcPts val="400"/>
              </a:spcBef>
              <a:buFontTx/>
              <a:buChar char="•"/>
              <a:tabLst>
                <a:tab pos="457200" algn="l"/>
              </a:tabLst>
            </a:pPr>
            <a:r>
              <a:rPr lang="en-US" sz="1100" dirty="0" smtClean="0">
                <a:solidFill>
                  <a:srgbClr val="000000"/>
                </a:solidFill>
                <a:latin typeface="Helvetica" charset="0"/>
                <a:ea typeface="Helvetica" charset="0"/>
                <a:cs typeface="Helvetica" charset="0"/>
                <a:sym typeface="Helvetica" charset="0"/>
              </a:rPr>
              <a:t>What does this sign mean?</a:t>
            </a:r>
          </a:p>
          <a:p>
            <a:pPr eaLnBrk="1" hangingPunct="1">
              <a:spcBef>
                <a:spcPts val="400"/>
              </a:spcBef>
              <a:buFontTx/>
              <a:buChar char="•"/>
              <a:tabLst>
                <a:tab pos="457200" algn="l"/>
              </a:tabLst>
            </a:pPr>
            <a:r>
              <a:rPr lang="en-US" sz="1100" dirty="0" smtClean="0">
                <a:solidFill>
                  <a:srgbClr val="000000"/>
                </a:solidFill>
                <a:latin typeface="Helvetica" charset="0"/>
                <a:ea typeface="Helvetica" charset="0"/>
                <a:cs typeface="Helvetica" charset="0"/>
                <a:sym typeface="Helvetica" charset="0"/>
              </a:rPr>
              <a:t>What actions would you take to follow these directions?</a:t>
            </a:r>
          </a:p>
          <a:p>
            <a:pPr eaLnBrk="1" hangingPunct="1">
              <a:spcBef>
                <a:spcPts val="400"/>
              </a:spcBef>
              <a:buFontTx/>
              <a:buChar char="•"/>
              <a:tabLst>
                <a:tab pos="457200" algn="l"/>
              </a:tabLst>
            </a:pPr>
            <a:endParaRPr lang="en-US" sz="1100" dirty="0" smtClean="0">
              <a:solidFill>
                <a:srgbClr val="000000"/>
              </a:solidFill>
              <a:latin typeface="Helvetica" charset="0"/>
              <a:ea typeface="Helvetica" charset="0"/>
              <a:cs typeface="Helvetica" charset="0"/>
              <a:sym typeface="Helvetica" charset="0"/>
            </a:endParaRPr>
          </a:p>
          <a:p>
            <a:pPr eaLnBrk="1" hangingPunct="1">
              <a:spcBef>
                <a:spcPts val="800"/>
              </a:spcBef>
              <a:tabLst>
                <a:tab pos="457200" algn="l"/>
              </a:tabLst>
            </a:pPr>
            <a:endParaRPr lang="en-US" dirty="0" smtClean="0">
              <a:solidFill>
                <a:srgbClr val="000000"/>
              </a:solidFill>
              <a:latin typeface="Lucida Grande" charset="0"/>
              <a:ea typeface="Lucida Grande" charset="0"/>
              <a:cs typeface="Lucida Grande" charset="0"/>
              <a:sym typeface="Lucida Grande" charset="0"/>
            </a:endParaRPr>
          </a:p>
        </p:txBody>
      </p:sp>
    </p:spTree>
    <p:extLst>
      <p:ext uri="{BB962C8B-B14F-4D97-AF65-F5344CB8AC3E}">
        <p14:creationId xmlns:p14="http://schemas.microsoft.com/office/powerpoint/2010/main" val="2517999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
          <p:cNvSpPr>
            <a:spLocks noGrp="1" noRot="1" noChangeAspect="1" noChangeArrowheads="1" noTextEdit="1"/>
          </p:cNvSpPr>
          <p:nvPr>
            <p:ph type="sldImg"/>
          </p:nvPr>
        </p:nvSpPr>
        <p:spPr>
          <a:solidFill>
            <a:srgbClr val="FFFFFF"/>
          </a:solidFill>
          <a:ln/>
        </p:spPr>
      </p:sp>
      <p:sp>
        <p:nvSpPr>
          <p:cNvPr id="58371" name="Rectangle 2"/>
          <p:cNvSpPr>
            <a:spLocks noGrp="1" noChangeArrowheads="1"/>
          </p:cNvSpPr>
          <p:nvPr>
            <p:ph type="body" idx="1"/>
          </p:nvPr>
        </p:nvSpPr>
        <p:spPr>
          <a:noFill/>
          <a:ln/>
        </p:spPr>
        <p:txBody>
          <a:bodyPr/>
          <a:lstStyle/>
          <a:p>
            <a:pPr eaLnBrk="1" hangingPunct="1"/>
            <a:r>
              <a:rPr lang="en-US" b="0" u="sng" dirty="0" smtClean="0">
                <a:solidFill>
                  <a:srgbClr val="000000"/>
                </a:solidFill>
                <a:latin typeface="Lucida Grande" charset="0"/>
                <a:ea typeface="Lucida Grande" charset="0"/>
                <a:cs typeface="Lucida Grande" charset="0"/>
                <a:sym typeface="Lucida Grande" charset="0"/>
              </a:rPr>
              <a:t>Analytical Activity – Individual</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instructs students to work in their Trainee Manuals to </a:t>
            </a:r>
            <a:r>
              <a:rPr lang="en-US" dirty="0" err="1" smtClean="0">
                <a:solidFill>
                  <a:srgbClr val="000000"/>
                </a:solidFill>
                <a:latin typeface="Lucida Grande" charset="0"/>
                <a:ea typeface="Lucida Grande" charset="0"/>
                <a:cs typeface="Lucida Grande" charset="0"/>
                <a:sym typeface="Lucida Grande" charset="0"/>
              </a:rPr>
              <a:t>analyse</a:t>
            </a:r>
            <a:r>
              <a:rPr lang="en-US" dirty="0" smtClean="0">
                <a:solidFill>
                  <a:srgbClr val="000000"/>
                </a:solidFill>
                <a:latin typeface="Lucida Grande" charset="0"/>
                <a:ea typeface="Lucida Grande" charset="0"/>
                <a:cs typeface="Lucida Grande" charset="0"/>
                <a:sym typeface="Lucida Grande" charset="0"/>
              </a:rPr>
              <a:t> a diagram and draw their own diagrams.</a:t>
            </a:r>
          </a:p>
        </p:txBody>
      </p:sp>
    </p:spTree>
    <p:extLst>
      <p:ext uri="{BB962C8B-B14F-4D97-AF65-F5344CB8AC3E}">
        <p14:creationId xmlns:p14="http://schemas.microsoft.com/office/powerpoint/2010/main" val="202210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p:cNvSpPr>
            <a:spLocks noGrp="1" noRot="1" noChangeAspect="1" noChangeArrowheads="1" noTextEdit="1"/>
          </p:cNvSpPr>
          <p:nvPr>
            <p:ph type="sldImg"/>
          </p:nvPr>
        </p:nvSpPr>
        <p:spPr>
          <a:solidFill>
            <a:srgbClr val="FFFFFF"/>
          </a:solidFill>
          <a:ln/>
        </p:spPr>
      </p:sp>
      <p:sp>
        <p:nvSpPr>
          <p:cNvPr id="59395"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provides students with a printout of complicated instructions (any</a:t>
            </a:r>
            <a:r>
              <a:rPr lang="en-US" baseline="0" dirty="0" smtClean="0">
                <a:solidFill>
                  <a:srgbClr val="000000"/>
                </a:solidFill>
                <a:latin typeface="Lucida Grande" charset="0"/>
                <a:ea typeface="Lucida Grande" charset="0"/>
                <a:cs typeface="Lucida Grande" charset="0"/>
                <a:sym typeface="Lucida Grande" charset="0"/>
              </a:rPr>
              <a:t> </a:t>
            </a:r>
            <a:r>
              <a:rPr lang="en-US" dirty="0" smtClean="0">
                <a:solidFill>
                  <a:srgbClr val="000000"/>
                </a:solidFill>
                <a:latin typeface="Lucida Grande" charset="0"/>
                <a:ea typeface="Lucida Grande" charset="0"/>
                <a:cs typeface="Lucida Grande" charset="0"/>
                <a:sym typeface="Lucida Grande" charset="0"/>
              </a:rPr>
              <a:t>topic related to hospitality) and asks the students start the job. </a:t>
            </a:r>
            <a:endParaRPr lang="en-US" b="1" dirty="0" smtClean="0">
              <a:solidFill>
                <a:srgbClr val="000000"/>
              </a:solidFill>
              <a:latin typeface="Lucida Grande" charset="0"/>
              <a:ea typeface="Lucida Grande" charset="0"/>
              <a:cs typeface="Lucida Grande" charset="0"/>
              <a:sym typeface="Lucida Grande" charset="0"/>
            </a:endParaRPr>
          </a:p>
          <a:p>
            <a:pPr eaLnBrk="1" hangingPunct="1"/>
            <a:endParaRPr lang="en-US" b="1" dirty="0" smtClean="0">
              <a:solidFill>
                <a:srgbClr val="000000"/>
              </a:solidFill>
              <a:latin typeface="Lucida Grande" charset="0"/>
              <a:ea typeface="Lucida Grande" charset="0"/>
              <a:cs typeface="Lucida Grande" charset="0"/>
              <a:sym typeface="Lucida Grande" charset="0"/>
            </a:endParaRPr>
          </a:p>
          <a:p>
            <a:pPr eaLnBrk="1" hangingPunct="1"/>
            <a:r>
              <a:rPr lang="en-US" b="1" dirty="0" smtClean="0">
                <a:solidFill>
                  <a:srgbClr val="000000"/>
                </a:solidFill>
                <a:latin typeface="Lucida Grande" charset="0"/>
                <a:ea typeface="Lucida Grande" charset="0"/>
                <a:cs typeface="Lucida Grande" charset="0"/>
                <a:sym typeface="Lucida Grande" charset="0"/>
              </a:rPr>
              <a:t>Speaking Activity - Class</a:t>
            </a:r>
          </a:p>
          <a:p>
            <a:pPr eaLnBrk="1" hangingPunct="1"/>
            <a:r>
              <a:rPr lang="en-US" dirty="0" smtClean="0">
                <a:solidFill>
                  <a:srgbClr val="000000"/>
                </a:solidFill>
                <a:latin typeface="Lucida Grande" charset="0"/>
                <a:ea typeface="Lucida Grande" charset="0"/>
                <a:cs typeface="Lucida Grande" charset="0"/>
                <a:sym typeface="Lucida Grande" charset="0"/>
              </a:rPr>
              <a:t>Trainer asks students why the activity was difficult for them and what they can do to better understand instructions. </a:t>
            </a:r>
          </a:p>
        </p:txBody>
      </p:sp>
    </p:spTree>
    <p:extLst>
      <p:ext uri="{BB962C8B-B14F-4D97-AF65-F5344CB8AC3E}">
        <p14:creationId xmlns:p14="http://schemas.microsoft.com/office/powerpoint/2010/main" val="3214809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
          <p:cNvSpPr>
            <a:spLocks noGrp="1" noRot="1" noChangeAspect="1" noChangeArrowheads="1" noTextEdit="1"/>
          </p:cNvSpPr>
          <p:nvPr>
            <p:ph type="sldImg"/>
          </p:nvPr>
        </p:nvSpPr>
        <p:spPr>
          <a:solidFill>
            <a:srgbClr val="FFFFFF"/>
          </a:solidFill>
          <a:ln/>
        </p:spPr>
      </p:sp>
      <p:sp>
        <p:nvSpPr>
          <p:cNvPr id="60419"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explains the variety of work instructions the students will see, including:</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buClr>
                <a:srgbClr val="000000"/>
              </a:buClr>
              <a:buFont typeface="Helvetica" charset="0"/>
              <a:buChar char="•"/>
            </a:pPr>
            <a:r>
              <a:rPr lang="en-US" dirty="0" smtClean="0">
                <a:solidFill>
                  <a:srgbClr val="000000"/>
                </a:solidFill>
                <a:latin typeface="Lucida Grande" charset="0"/>
                <a:ea typeface="Lucida Grande" charset="0"/>
                <a:cs typeface="Lucida Grande" charset="0"/>
                <a:sym typeface="Lucida Grande" charset="0"/>
              </a:rPr>
              <a:t> methods or work processes and procedures, equipment policies and procedures manuals</a:t>
            </a:r>
          </a:p>
          <a:p>
            <a:pPr eaLnBrk="1" hangingPunct="1"/>
            <a:endParaRPr lang="en-US" dirty="0" smtClean="0">
              <a:solidFill>
                <a:srgbClr val="000000"/>
              </a:solidFill>
              <a:latin typeface="Lucida Grande" charset="0"/>
              <a:ea typeface="Lucida Grande" charset="0"/>
              <a:cs typeface="Lucida Grande" charset="0"/>
              <a:sym typeface="Lucida Grande" charset="0"/>
            </a:endParaRPr>
          </a:p>
        </p:txBody>
      </p:sp>
    </p:spTree>
    <p:extLst>
      <p:ext uri="{BB962C8B-B14F-4D97-AF65-F5344CB8AC3E}">
        <p14:creationId xmlns:p14="http://schemas.microsoft.com/office/powerpoint/2010/main" val="3918341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
          <p:cNvSpPr>
            <a:spLocks noGrp="1" noRot="1" noChangeAspect="1" noChangeArrowheads="1" noTextEdit="1"/>
          </p:cNvSpPr>
          <p:nvPr>
            <p:ph type="sldImg"/>
          </p:nvPr>
        </p:nvSpPr>
        <p:spPr>
          <a:solidFill>
            <a:srgbClr val="FFFFFF"/>
          </a:solidFill>
          <a:ln/>
        </p:spPr>
      </p:sp>
      <p:sp>
        <p:nvSpPr>
          <p:cNvPr id="61443" name="Rectangle 2"/>
          <p:cNvSpPr>
            <a:spLocks noGrp="1" noChangeArrowheads="1"/>
          </p:cNvSpPr>
          <p:nvPr>
            <p:ph type="body" idx="1"/>
          </p:nvPr>
        </p:nvSpPr>
        <p:spPr>
          <a:noFill/>
          <a:ln/>
        </p:spPr>
        <p:txBody>
          <a:bodyPr/>
          <a:lstStyle/>
          <a:p>
            <a:pPr marL="42863" eaLnBrk="1" hangingPunct="1">
              <a:buClr>
                <a:srgbClr val="000000"/>
              </a:buClr>
              <a:buFont typeface="Helvetica" charset="0"/>
              <a:buChar char="•"/>
            </a:pPr>
            <a:endParaRPr lang="en-US" b="1" dirty="0" smtClean="0">
              <a:solidFill>
                <a:srgbClr val="000000"/>
              </a:solidFill>
              <a:latin typeface="Lucida Grande" charset="0"/>
              <a:ea typeface="Lucida Grande" charset="0"/>
              <a:cs typeface="Lucida Grande" charset="0"/>
              <a:sym typeface="Lucida Grande" charset="0"/>
            </a:endParaRPr>
          </a:p>
          <a:p>
            <a:pPr marL="42863" eaLnBrk="1" hangingPunct="1"/>
            <a:r>
              <a:rPr lang="en-US" b="0" u="sng" dirty="0" smtClean="0">
                <a:solidFill>
                  <a:srgbClr val="000000"/>
                </a:solidFill>
                <a:latin typeface="Lucida Grande" charset="0"/>
                <a:ea typeface="Lucida Grande" charset="0"/>
                <a:cs typeface="Lucida Grande" charset="0"/>
                <a:sym typeface="Lucida Grande" charset="0"/>
              </a:rPr>
              <a:t>Writing Activity – Individual</a:t>
            </a:r>
          </a:p>
          <a:p>
            <a:pPr marL="42863" eaLnBrk="1" hangingPunct="1"/>
            <a:endParaRPr lang="en-US" b="0" u="sng" dirty="0" smtClean="0">
              <a:solidFill>
                <a:srgbClr val="000000"/>
              </a:solidFill>
              <a:latin typeface="Lucida Grande" charset="0"/>
              <a:ea typeface="Lucida Grande" charset="0"/>
              <a:cs typeface="Lucida Grande" charset="0"/>
              <a:sym typeface="Lucida Grande" charset="0"/>
            </a:endParaRPr>
          </a:p>
          <a:p>
            <a:pPr marL="42863" eaLnBrk="1" hangingPunct="1"/>
            <a:r>
              <a:rPr lang="en-US" dirty="0" smtClean="0">
                <a:solidFill>
                  <a:srgbClr val="000000"/>
                </a:solidFill>
                <a:latin typeface="Lucida Grande" charset="0"/>
                <a:ea typeface="Lucida Grande" charset="0"/>
                <a:cs typeface="Lucida Grande" charset="0"/>
                <a:sym typeface="Lucida Grande" charset="0"/>
              </a:rPr>
              <a:t>Trainer asks students to look at pictures in the Trainee Manual and write simple instructions to do the job</a:t>
            </a:r>
          </a:p>
          <a:p>
            <a:pPr marL="42863" eaLnBrk="1" hangingPunct="1"/>
            <a:endParaRPr lang="en-US" dirty="0" smtClean="0">
              <a:solidFill>
                <a:srgbClr val="000000"/>
              </a:solidFill>
              <a:latin typeface="Lucida Grande" charset="0"/>
              <a:ea typeface="Lucida Grande" charset="0"/>
              <a:cs typeface="Lucida Grande" charset="0"/>
              <a:sym typeface="Lucida Grande" charset="0"/>
            </a:endParaRPr>
          </a:p>
          <a:p>
            <a:pPr marL="42863" eaLnBrk="1" hangingPunct="1"/>
            <a:r>
              <a:rPr lang="en-US" b="0" u="sng" dirty="0" smtClean="0">
                <a:solidFill>
                  <a:srgbClr val="000000"/>
                </a:solidFill>
                <a:latin typeface="Lucida Grande" charset="0"/>
                <a:ea typeface="Lucida Grande" charset="0"/>
                <a:cs typeface="Lucida Grande" charset="0"/>
                <a:sym typeface="Lucida Grande" charset="0"/>
              </a:rPr>
              <a:t>Writing Activity – Individual</a:t>
            </a:r>
          </a:p>
          <a:p>
            <a:pPr marL="42863" eaLnBrk="1" hangingPunct="1"/>
            <a:endParaRPr lang="en-US" b="0" u="sng" dirty="0" smtClean="0">
              <a:solidFill>
                <a:srgbClr val="000000"/>
              </a:solidFill>
              <a:latin typeface="Lucida Grande" charset="0"/>
              <a:ea typeface="Lucida Grande" charset="0"/>
              <a:cs typeface="Lucida Grande" charset="0"/>
              <a:sym typeface="Lucida Grande" charset="0"/>
            </a:endParaRPr>
          </a:p>
          <a:p>
            <a:pPr marL="42863" eaLnBrk="1" hangingPunct="1"/>
            <a:r>
              <a:rPr lang="en-US" dirty="0" smtClean="0">
                <a:solidFill>
                  <a:srgbClr val="000000"/>
                </a:solidFill>
                <a:latin typeface="Lucida Grande" charset="0"/>
                <a:ea typeface="Lucida Grande" charset="0"/>
                <a:cs typeface="Lucida Grande" charset="0"/>
                <a:sym typeface="Lucida Grande" charset="0"/>
              </a:rPr>
              <a:t>Trainer asks students to read instructions in their Trainee Manual and re-order them</a:t>
            </a:r>
          </a:p>
          <a:p>
            <a:pPr marL="42863" eaLnBrk="1" hangingPunct="1">
              <a:buClr>
                <a:srgbClr val="000000"/>
              </a:buClr>
              <a:buFont typeface="Helvetica" charset="0"/>
              <a:buChar char="•"/>
            </a:pPr>
            <a:endParaRPr lang="en-US" dirty="0" smtClean="0">
              <a:solidFill>
                <a:srgbClr val="000000"/>
              </a:solidFill>
              <a:latin typeface="Lucida Grande" charset="0"/>
              <a:ea typeface="Lucida Grande" charset="0"/>
              <a:cs typeface="Lucida Grande" charset="0"/>
              <a:sym typeface="Lucida Grande" charset="0"/>
            </a:endParaRPr>
          </a:p>
          <a:p>
            <a:pPr marL="42863" eaLnBrk="1" hangingPunct="1"/>
            <a:r>
              <a:rPr lang="en-US" b="0" u="sng" dirty="0" smtClean="0">
                <a:solidFill>
                  <a:srgbClr val="000000"/>
                </a:solidFill>
                <a:latin typeface="Lucida Grande" charset="0"/>
                <a:ea typeface="Lucida Grande" charset="0"/>
                <a:cs typeface="Lucida Grande" charset="0"/>
                <a:sym typeface="Lucida Grande" charset="0"/>
              </a:rPr>
              <a:t>Writing Activity – Partner</a:t>
            </a:r>
          </a:p>
          <a:p>
            <a:pPr marL="42863" eaLnBrk="1" hangingPunct="1"/>
            <a:endParaRPr lang="en-US" b="0" u="sng" dirty="0" smtClean="0">
              <a:solidFill>
                <a:srgbClr val="000000"/>
              </a:solidFill>
              <a:latin typeface="Lucida Grande" charset="0"/>
              <a:ea typeface="Lucida Grande" charset="0"/>
              <a:cs typeface="Lucida Grande" charset="0"/>
              <a:sym typeface="Lucida Grande" charset="0"/>
            </a:endParaRPr>
          </a:p>
          <a:p>
            <a:pPr marL="42863" eaLnBrk="1" hangingPunct="1"/>
            <a:r>
              <a:rPr lang="en-US" dirty="0" smtClean="0">
                <a:solidFill>
                  <a:srgbClr val="000000"/>
                </a:solidFill>
                <a:latin typeface="Lucida Grande" charset="0"/>
                <a:ea typeface="Lucida Grande" charset="0"/>
                <a:cs typeface="Lucida Grande" charset="0"/>
                <a:sym typeface="Lucida Grande" charset="0"/>
              </a:rPr>
              <a:t>Trainer asks students to work as partners to read scenarios in their Trainee Manuals and decide which set of instructions they will need for each</a:t>
            </a:r>
          </a:p>
          <a:p>
            <a:pPr marL="42863" eaLnBrk="1" hangingPunct="1"/>
            <a:endParaRPr lang="en-US" dirty="0" smtClean="0">
              <a:solidFill>
                <a:srgbClr val="000000"/>
              </a:solidFill>
              <a:latin typeface="Lucida Grande" charset="0"/>
              <a:ea typeface="Lucida Grande" charset="0"/>
              <a:cs typeface="Lucida Grande" charset="0"/>
              <a:sym typeface="Lucida Grande" charset="0"/>
            </a:endParaRPr>
          </a:p>
          <a:p>
            <a:pPr marL="42863" eaLnBrk="1" hangingPunct="1"/>
            <a:endParaRPr lang="en-US" dirty="0" smtClean="0">
              <a:solidFill>
                <a:srgbClr val="000000"/>
              </a:solidFill>
              <a:latin typeface="Lucida Grande" charset="0"/>
              <a:ea typeface="Lucida Grande" charset="0"/>
              <a:cs typeface="Lucida Grande" charset="0"/>
              <a:sym typeface="Lucida Grande" charset="0"/>
            </a:endParaRPr>
          </a:p>
        </p:txBody>
      </p:sp>
    </p:spTree>
    <p:extLst>
      <p:ext uri="{BB962C8B-B14F-4D97-AF65-F5344CB8AC3E}">
        <p14:creationId xmlns:p14="http://schemas.microsoft.com/office/powerpoint/2010/main" val="6310542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
          <p:cNvSpPr>
            <a:spLocks noGrp="1" noRot="1" noChangeAspect="1" noChangeArrowheads="1" noTextEdit="1"/>
          </p:cNvSpPr>
          <p:nvPr>
            <p:ph type="sldImg"/>
          </p:nvPr>
        </p:nvSpPr>
        <p:spPr>
          <a:solidFill>
            <a:srgbClr val="FFFFFF"/>
          </a:solidFill>
          <a:ln/>
        </p:spPr>
      </p:sp>
      <p:sp>
        <p:nvSpPr>
          <p:cNvPr id="62467" name="Rectangle 2"/>
          <p:cNvSpPr>
            <a:spLocks noGrp="1" noChangeArrowheads="1"/>
          </p:cNvSpPr>
          <p:nvPr>
            <p:ph type="body" idx="1"/>
          </p:nvPr>
        </p:nvSpPr>
        <p:spPr>
          <a:noFill/>
          <a:ln/>
        </p:spPr>
        <p:txBody>
          <a:bodyPr/>
          <a:lstStyle/>
          <a:p>
            <a:pPr eaLnBrk="1" hangingPunct="1"/>
            <a:r>
              <a:rPr lang="en-US" dirty="0" smtClean="0">
                <a:solidFill>
                  <a:srgbClr val="000000"/>
                </a:solidFill>
                <a:cs typeface="Arial" charset="0"/>
                <a:sym typeface="Arial" charset="0"/>
              </a:rPr>
              <a:t>Trainer identifies the Performance Criteria for this Element, as listed on the slide. </a:t>
            </a:r>
            <a:endParaRPr lang="en-US" dirty="0" smtClean="0">
              <a:solidFill>
                <a:srgbClr val="000000"/>
              </a:solidFill>
              <a:ea typeface="Lucida Grande" charset="0"/>
              <a:cs typeface="Lucida Grande" charset="0"/>
              <a:sym typeface="Arial" charset="0"/>
            </a:endParaRPr>
          </a:p>
          <a:p>
            <a:pPr eaLnBrk="1" hangingPunct="1"/>
            <a:endParaRPr lang="en-US" dirty="0" smtClean="0">
              <a:solidFill>
                <a:srgbClr val="000000"/>
              </a:solidFill>
              <a:ea typeface="Lucida Grande" charset="0"/>
              <a:cs typeface="Lucida Grande" charset="0"/>
              <a:sym typeface="Arial" charset="0"/>
            </a:endParaRPr>
          </a:p>
          <a:p>
            <a:pPr eaLnBrk="1" hangingPunct="1"/>
            <a:r>
              <a:rPr lang="en-US" u="sng" dirty="0" smtClean="0">
                <a:solidFill>
                  <a:srgbClr val="000000"/>
                </a:solidFill>
                <a:latin typeface="Arial Bold" charset="0"/>
                <a:cs typeface="Arial Bold" charset="0"/>
                <a:sym typeface="Arial Bold" charset="0"/>
              </a:rPr>
              <a:t>Class Activity – General discussion</a:t>
            </a:r>
          </a:p>
          <a:p>
            <a:pPr eaLnBrk="1" hangingPunct="1"/>
            <a:endParaRPr lang="en-US" u="sng" dirty="0" smtClean="0">
              <a:solidFill>
                <a:srgbClr val="000000"/>
              </a:solidFill>
              <a:ea typeface="Lucida Grande" charset="0"/>
              <a:cs typeface="Lucida Grande" charset="0"/>
              <a:sym typeface="Arial" charset="0"/>
            </a:endParaRPr>
          </a:p>
          <a:p>
            <a:pPr eaLnBrk="1" hangingPunct="1"/>
            <a:r>
              <a:rPr lang="en-US" dirty="0" smtClean="0">
                <a:solidFill>
                  <a:srgbClr val="000000"/>
                </a:solidFill>
                <a:cs typeface="Arial" charset="0"/>
                <a:sym typeface="Arial" charset="0"/>
              </a:rPr>
              <a:t>Trainer leads a general class discussion on interpreting information, asking questions such as:</a:t>
            </a:r>
            <a:endParaRPr lang="en-US" dirty="0" smtClean="0">
              <a:solidFill>
                <a:srgbClr val="000000"/>
              </a:solidFill>
              <a:ea typeface="Lucida Grande" charset="0"/>
              <a:cs typeface="Lucida Grande" charset="0"/>
              <a:sym typeface="Arial" charset="0"/>
            </a:endParaRPr>
          </a:p>
          <a:p>
            <a:pPr eaLnBrk="1" hangingPunct="1">
              <a:buClr>
                <a:srgbClr val="000000"/>
              </a:buClr>
              <a:buFontTx/>
              <a:buChar char="•"/>
            </a:pPr>
            <a:r>
              <a:rPr lang="en-US" dirty="0" smtClean="0">
                <a:solidFill>
                  <a:srgbClr val="000000"/>
                </a:solidFill>
                <a:cs typeface="Arial" charset="0"/>
                <a:sym typeface="Arial" charset="0"/>
              </a:rPr>
              <a:t> How do you interpret directions? </a:t>
            </a:r>
          </a:p>
          <a:p>
            <a:pPr eaLnBrk="1" hangingPunct="1">
              <a:buClr>
                <a:srgbClr val="000000"/>
              </a:buClr>
              <a:buFontTx/>
              <a:buChar char="•"/>
            </a:pPr>
            <a:r>
              <a:rPr lang="en-US" dirty="0" smtClean="0">
                <a:solidFill>
                  <a:srgbClr val="000000"/>
                </a:solidFill>
                <a:cs typeface="Arial" charset="0"/>
                <a:sym typeface="Arial" charset="0"/>
              </a:rPr>
              <a:t> What are a few strategies that can help you understand directions more clearly? </a:t>
            </a:r>
          </a:p>
        </p:txBody>
      </p:sp>
    </p:spTree>
    <p:extLst>
      <p:ext uri="{BB962C8B-B14F-4D97-AF65-F5344CB8AC3E}">
        <p14:creationId xmlns:p14="http://schemas.microsoft.com/office/powerpoint/2010/main" val="31953541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Grp="1" noRot="1" noChangeAspect="1" noChangeArrowheads="1" noTextEdit="1"/>
          </p:cNvSpPr>
          <p:nvPr>
            <p:ph type="sldImg"/>
          </p:nvPr>
        </p:nvSpPr>
        <p:spPr>
          <a:solidFill>
            <a:srgbClr val="FFFFFF"/>
          </a:solidFill>
          <a:ln/>
        </p:spPr>
      </p:sp>
      <p:sp>
        <p:nvSpPr>
          <p:cNvPr id="63491"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starts a discussion about where the students find information they need. </a:t>
            </a:r>
            <a:r>
              <a:rPr lang="en-US" dirty="0" err="1" smtClean="0">
                <a:solidFill>
                  <a:srgbClr val="000000"/>
                </a:solidFill>
                <a:latin typeface="Lucida Grande" charset="0"/>
                <a:ea typeface="Lucida Grande" charset="0"/>
                <a:cs typeface="Lucida Grande" charset="0"/>
                <a:sym typeface="Lucida Grande" charset="0"/>
              </a:rPr>
              <a:t>He/She</a:t>
            </a:r>
            <a:r>
              <a:rPr lang="en-US" dirty="0" smtClean="0">
                <a:solidFill>
                  <a:srgbClr val="000000"/>
                </a:solidFill>
                <a:latin typeface="Lucida Grande" charset="0"/>
                <a:ea typeface="Lucida Grande" charset="0"/>
                <a:cs typeface="Lucida Grande" charset="0"/>
                <a:sym typeface="Lucida Grande" charset="0"/>
              </a:rPr>
              <a:t> describes the following sources:</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buClr>
                <a:srgbClr val="000000"/>
              </a:buClr>
              <a:buFont typeface="Helvetica" charset="0"/>
              <a:buChar char="•"/>
            </a:pPr>
            <a:r>
              <a:rPr lang="en-US" dirty="0" smtClean="0">
                <a:solidFill>
                  <a:srgbClr val="000000"/>
                </a:solidFill>
                <a:latin typeface="Lucida Grande" charset="0"/>
                <a:ea typeface="Lucida Grande" charset="0"/>
                <a:cs typeface="Lucida Grande" charset="0"/>
                <a:sym typeface="Lucida Grande" charset="0"/>
              </a:rPr>
              <a:t> work instructions, manuals, lists of merchandise, codes, legislation</a:t>
            </a:r>
          </a:p>
        </p:txBody>
      </p:sp>
    </p:spTree>
    <p:extLst>
      <p:ext uri="{BB962C8B-B14F-4D97-AF65-F5344CB8AC3E}">
        <p14:creationId xmlns:p14="http://schemas.microsoft.com/office/powerpoint/2010/main" val="1799345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
          <p:cNvSpPr>
            <a:spLocks noGrp="1" noRot="1" noChangeAspect="1" noChangeArrowheads="1" noTextEdit="1"/>
          </p:cNvSpPr>
          <p:nvPr>
            <p:ph type="sldImg"/>
          </p:nvPr>
        </p:nvSpPr>
        <p:spPr>
          <a:solidFill>
            <a:srgbClr val="FFFFFF"/>
          </a:solidFill>
          <a:ln/>
        </p:spPr>
      </p:sp>
      <p:sp>
        <p:nvSpPr>
          <p:cNvPr id="64515"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starts a discussion about checklists using the questions on the slide.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Writing Activity – Individual</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asks students to write a checklist for their job.</a:t>
            </a:r>
          </a:p>
          <a:p>
            <a:pPr eaLnBrk="1" hangingPunct="1"/>
            <a:endParaRPr lang="en-US" b="1" u="sng"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Matching Activity – Individual</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asks students to match the pictures to sources of information in their Trainee Manual.</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endParaRPr lang="en-US" dirty="0" smtClean="0">
              <a:solidFill>
                <a:srgbClr val="000000"/>
              </a:solidFill>
              <a:latin typeface="Lucida Grande" charset="0"/>
              <a:ea typeface="Lucida Grande" charset="0"/>
              <a:cs typeface="Lucida Grande" charset="0"/>
              <a:sym typeface="Lucida Grande" charset="0"/>
            </a:endParaRPr>
          </a:p>
        </p:txBody>
      </p:sp>
    </p:spTree>
    <p:extLst>
      <p:ext uri="{BB962C8B-B14F-4D97-AF65-F5344CB8AC3E}">
        <p14:creationId xmlns:p14="http://schemas.microsoft.com/office/powerpoint/2010/main" val="1813157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
          <p:cNvSpPr>
            <a:spLocks noGrp="1" noRot="1" noChangeAspect="1" noChangeArrowheads="1" noTextEdit="1"/>
          </p:cNvSpPr>
          <p:nvPr>
            <p:ph type="sldImg"/>
          </p:nvPr>
        </p:nvSpPr>
        <p:spPr>
          <a:solidFill>
            <a:srgbClr val="FFFFFF"/>
          </a:solidFill>
          <a:ln/>
        </p:spPr>
      </p:sp>
      <p:sp>
        <p:nvSpPr>
          <p:cNvPr id="65539" name="Rectangle 2"/>
          <p:cNvSpPr>
            <a:spLocks noGrp="1" noChangeArrowheads="1"/>
          </p:cNvSpPr>
          <p:nvPr>
            <p:ph type="body" idx="1"/>
          </p:nvPr>
        </p:nvSpPr>
        <p:spPr>
          <a:noFill/>
          <a:ln/>
        </p:spPr>
        <p:txBody>
          <a:bodyPr/>
          <a:lstStyle/>
          <a:p>
            <a:pPr eaLnBrk="1" hangingPunct="1"/>
            <a:r>
              <a:rPr lang="en-US" b="0" u="sng" dirty="0" smtClean="0">
                <a:solidFill>
                  <a:srgbClr val="000000"/>
                </a:solidFill>
                <a:latin typeface="Lucida Grande" charset="0"/>
                <a:ea typeface="Lucida Grande" charset="0"/>
                <a:cs typeface="Lucida Grande" charset="0"/>
                <a:sym typeface="Lucida Grande" charset="0"/>
              </a:rPr>
              <a:t>Writing Activity – Individual</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asks students to read the scenarios listed in the Trainee Manual and identify the appropriate sources of information they will need.</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Speaking Activity – Class</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asks students to discuss what sources of information they find in their workplace.</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endParaRPr lang="en-US" dirty="0" smtClean="0">
              <a:solidFill>
                <a:srgbClr val="000000"/>
              </a:solidFill>
              <a:latin typeface="Lucida Grande" charset="0"/>
              <a:ea typeface="Lucida Grande" charset="0"/>
              <a:cs typeface="Lucida Grande" charset="0"/>
              <a:sym typeface="Lucida Grande" charset="0"/>
            </a:endParaRPr>
          </a:p>
        </p:txBody>
      </p:sp>
    </p:spTree>
    <p:extLst>
      <p:ext uri="{BB962C8B-B14F-4D97-AF65-F5344CB8AC3E}">
        <p14:creationId xmlns:p14="http://schemas.microsoft.com/office/powerpoint/2010/main" val="35879411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
          <p:cNvSpPr>
            <a:spLocks noGrp="1" noRot="1" noChangeAspect="1" noChangeArrowheads="1" noTextEdit="1"/>
          </p:cNvSpPr>
          <p:nvPr>
            <p:ph type="sldImg"/>
          </p:nvPr>
        </p:nvSpPr>
        <p:spPr>
          <a:solidFill>
            <a:srgbClr val="FFFFFF"/>
          </a:solidFill>
          <a:ln/>
        </p:spPr>
      </p:sp>
      <p:sp>
        <p:nvSpPr>
          <p:cNvPr id="66563"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leads a discussion about instructions in the workplace using the points listed on the slide.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Speaking Activity – Class</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asks students to choose one sign in the Trainee Manual and answer the questions about the sign. They should discuss their answers with the class.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endParaRPr lang="en-US" dirty="0" smtClean="0">
              <a:solidFill>
                <a:srgbClr val="000000"/>
              </a:solidFill>
              <a:latin typeface="Lucida Grande" charset="0"/>
              <a:ea typeface="Lucida Grande" charset="0"/>
              <a:cs typeface="Lucida Grande" charset="0"/>
              <a:sym typeface="Lucida Grande" charset="0"/>
            </a:endParaRPr>
          </a:p>
        </p:txBody>
      </p:sp>
    </p:spTree>
    <p:extLst>
      <p:ext uri="{BB962C8B-B14F-4D97-AF65-F5344CB8AC3E}">
        <p14:creationId xmlns:p14="http://schemas.microsoft.com/office/powerpoint/2010/main" val="15160440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
          <p:cNvSpPr>
            <a:spLocks noGrp="1" noRot="1" noChangeAspect="1" noChangeArrowheads="1" noTextEdit="1"/>
          </p:cNvSpPr>
          <p:nvPr>
            <p:ph type="sldImg"/>
          </p:nvPr>
        </p:nvSpPr>
        <p:spPr>
          <a:solidFill>
            <a:srgbClr val="FFFFFF"/>
          </a:solidFill>
          <a:ln/>
        </p:spPr>
      </p:sp>
      <p:sp>
        <p:nvSpPr>
          <p:cNvPr id="67587"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leads a discussion about the purpose of instructions in the workplace using the question listed on the slide. </a:t>
            </a:r>
            <a:endParaRPr lang="en-US" b="1" dirty="0" smtClean="0">
              <a:solidFill>
                <a:srgbClr val="000000"/>
              </a:solidFill>
              <a:latin typeface="Lucida Grande" charset="0"/>
              <a:ea typeface="Lucida Grande" charset="0"/>
              <a:cs typeface="Lucida Grande" charset="0"/>
              <a:sym typeface="Lucida Grande" charset="0"/>
            </a:endParaRPr>
          </a:p>
          <a:p>
            <a:pPr eaLnBrk="1" hangingPunct="1"/>
            <a:endParaRPr lang="en-US" b="1"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Writing Activity – Individual</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asks students to interpret the instructions in their Trainee Manual and complete the chart</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endParaRPr lang="en-US" dirty="0" smtClean="0">
              <a:solidFill>
                <a:srgbClr val="000000"/>
              </a:solidFill>
              <a:latin typeface="Lucida Grande" charset="0"/>
              <a:ea typeface="Lucida Grande" charset="0"/>
              <a:cs typeface="Lucida Grande" charset="0"/>
              <a:sym typeface="Lucida Grande" charset="0"/>
            </a:endParaRPr>
          </a:p>
        </p:txBody>
      </p:sp>
    </p:spTree>
    <p:extLst>
      <p:ext uri="{BB962C8B-B14F-4D97-AF65-F5344CB8AC3E}">
        <p14:creationId xmlns:p14="http://schemas.microsoft.com/office/powerpoint/2010/main" val="1883413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
          <p:cNvSpPr>
            <a:spLocks noGrp="1" noRot="1" noChangeAspect="1" noChangeArrowheads="1" noTextEdit="1"/>
          </p:cNvSpPr>
          <p:nvPr>
            <p:ph type="sldImg"/>
          </p:nvPr>
        </p:nvSpPr>
        <p:spPr>
          <a:solidFill>
            <a:srgbClr val="FFFFFF"/>
          </a:solidFill>
          <a:ln/>
        </p:spPr>
      </p:sp>
      <p:sp>
        <p:nvSpPr>
          <p:cNvPr id="68611"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leads a discussion about the instructions on the slide.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Analytical Activity – Individual</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instructs students to read scenarios in their Trainee Manual and answer the questions about them</a:t>
            </a:r>
          </a:p>
          <a:p>
            <a:pPr eaLnBrk="1" hangingPunct="1"/>
            <a:endParaRPr lang="en-US" dirty="0" smtClean="0">
              <a:solidFill>
                <a:srgbClr val="000000"/>
              </a:solidFill>
              <a:latin typeface="Lucida Grande" charset="0"/>
              <a:ea typeface="Lucida Grande" charset="0"/>
              <a:cs typeface="Lucida Grande" charset="0"/>
              <a:sym typeface="Lucida Grande" charset="0"/>
            </a:endParaRPr>
          </a:p>
        </p:txBody>
      </p:sp>
    </p:spTree>
    <p:extLst>
      <p:ext uri="{BB962C8B-B14F-4D97-AF65-F5344CB8AC3E}">
        <p14:creationId xmlns:p14="http://schemas.microsoft.com/office/powerpoint/2010/main" val="8114089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
          <p:cNvSpPr>
            <a:spLocks noGrp="1" noRot="1" noChangeAspect="1" noChangeArrowheads="1" noTextEdit="1"/>
          </p:cNvSpPr>
          <p:nvPr>
            <p:ph type="sldImg"/>
          </p:nvPr>
        </p:nvSpPr>
        <p:spPr>
          <a:solidFill>
            <a:srgbClr val="FFFFFF"/>
          </a:solidFill>
          <a:ln/>
        </p:spPr>
      </p:sp>
      <p:sp>
        <p:nvSpPr>
          <p:cNvPr id="69635"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introduces the topic by asking the students to form questions for the scenarios on the slide.</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Writing Activity – Individual</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asks students to read the scenarios in their Trainee Manual and write the proper question for each. </a:t>
            </a:r>
          </a:p>
        </p:txBody>
      </p:sp>
    </p:spTree>
    <p:extLst>
      <p:ext uri="{BB962C8B-B14F-4D97-AF65-F5344CB8AC3E}">
        <p14:creationId xmlns:p14="http://schemas.microsoft.com/office/powerpoint/2010/main" val="18807286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Grp="1" noRot="1" noChangeAspect="1" noChangeArrowheads="1" noTextEdit="1"/>
          </p:cNvSpPr>
          <p:nvPr>
            <p:ph type="sldImg"/>
          </p:nvPr>
        </p:nvSpPr>
        <p:spPr>
          <a:solidFill>
            <a:srgbClr val="FFFFFF"/>
          </a:solidFill>
          <a:ln/>
        </p:spPr>
      </p:sp>
      <p:sp>
        <p:nvSpPr>
          <p:cNvPr id="70659"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discusses appropriate people on the slide.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Speaking Activity – Group</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asks students to brainstorm other appropriate people at their workplace. </a:t>
            </a:r>
          </a:p>
        </p:txBody>
      </p:sp>
    </p:spTree>
    <p:extLst>
      <p:ext uri="{BB962C8B-B14F-4D97-AF65-F5344CB8AC3E}">
        <p14:creationId xmlns:p14="http://schemas.microsoft.com/office/powerpoint/2010/main" val="24684189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
          <p:cNvSpPr>
            <a:spLocks noGrp="1" noRot="1" noChangeAspect="1" noChangeArrowheads="1" noTextEdit="1"/>
          </p:cNvSpPr>
          <p:nvPr>
            <p:ph type="sldImg"/>
          </p:nvPr>
        </p:nvSpPr>
        <p:spPr>
          <a:solidFill>
            <a:srgbClr val="FFFFFF"/>
          </a:solidFill>
          <a:ln/>
        </p:spPr>
      </p:sp>
      <p:sp>
        <p:nvSpPr>
          <p:cNvPr id="71683" name="Rectangle 2"/>
          <p:cNvSpPr>
            <a:spLocks noGrp="1" noChangeArrowheads="1"/>
          </p:cNvSpPr>
          <p:nvPr>
            <p:ph type="body" idx="1"/>
          </p:nvPr>
        </p:nvSpPr>
        <p:spPr>
          <a:noFill/>
          <a:ln/>
        </p:spPr>
        <p:txBody>
          <a:bodyPr/>
          <a:lstStyle/>
          <a:p>
            <a:pPr eaLnBrk="1" hangingPunct="1"/>
            <a:r>
              <a:rPr lang="en-US" b="0" u="sng" dirty="0" smtClean="0">
                <a:solidFill>
                  <a:srgbClr val="000000"/>
                </a:solidFill>
                <a:latin typeface="Lucida Grande" charset="0"/>
                <a:ea typeface="Lucida Grande" charset="0"/>
                <a:cs typeface="Lucida Grande" charset="0"/>
                <a:sym typeface="Lucida Grande" charset="0"/>
              </a:rPr>
              <a:t>Critical Thinking Activity – Class</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and students discuss the scenarios listed in the Trainee Manual and talk about why these people are inappropriate to ask about them.</a:t>
            </a:r>
          </a:p>
          <a:p>
            <a:pPr eaLnBrk="1" hangingPunct="1"/>
            <a:endParaRPr lang="en-US" b="1"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Critical Thinking Activity – Class</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and students discuss the scenarios listed in the Trainee Manual and talk about appropriate people to ask about them.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Speaking Activity – Class</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divides the class up, so that a group consists of five to six students each representing a type of person: supervisors/managers, co-workers, colleagues, human resource personnel, clients and members of the public. Ask a question to each, and have each student answering exactly as they imagine the type of person they represent would respond. As a group, the students decide who was the best person to ask.</a:t>
            </a:r>
          </a:p>
        </p:txBody>
      </p:sp>
    </p:spTree>
    <p:extLst>
      <p:ext uri="{BB962C8B-B14F-4D97-AF65-F5344CB8AC3E}">
        <p14:creationId xmlns:p14="http://schemas.microsoft.com/office/powerpoint/2010/main" val="40497421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Rot="1" noChangeAspect="1" noChangeArrowheads="1" noTextEdit="1"/>
          </p:cNvSpPr>
          <p:nvPr>
            <p:ph type="sldImg"/>
          </p:nvPr>
        </p:nvSpPr>
        <p:spPr>
          <a:solidFill>
            <a:srgbClr val="FFFFFF"/>
          </a:solidFill>
          <a:ln/>
        </p:spPr>
      </p:sp>
      <p:sp>
        <p:nvSpPr>
          <p:cNvPr id="72707"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leads a discussion about relevant details and asks students to pick out relevant details from the slide.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Speaking Activity – Class</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leads a discussion about the value of understanding relevant details.</a:t>
            </a:r>
          </a:p>
        </p:txBody>
      </p:sp>
    </p:spTree>
    <p:extLst>
      <p:ext uri="{BB962C8B-B14F-4D97-AF65-F5344CB8AC3E}">
        <p14:creationId xmlns:p14="http://schemas.microsoft.com/office/powerpoint/2010/main" val="31022290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
          <p:cNvSpPr>
            <a:spLocks noGrp="1" noRot="1" noChangeAspect="1" noChangeArrowheads="1" noTextEdit="1"/>
          </p:cNvSpPr>
          <p:nvPr>
            <p:ph type="sldImg"/>
          </p:nvPr>
        </p:nvSpPr>
        <p:spPr>
          <a:solidFill>
            <a:srgbClr val="FFFFFF"/>
          </a:solidFill>
          <a:ln/>
        </p:spPr>
      </p:sp>
      <p:sp>
        <p:nvSpPr>
          <p:cNvPr id="73731"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explains skim reading to the students.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b="0" u="sng" dirty="0" smtClean="0">
                <a:solidFill>
                  <a:srgbClr val="000000"/>
                </a:solidFill>
                <a:latin typeface="Lucida Grande" charset="0"/>
                <a:ea typeface="Lucida Grande" charset="0"/>
                <a:cs typeface="Lucida Grande" charset="0"/>
                <a:sym typeface="Lucida Grande" charset="0"/>
              </a:rPr>
              <a:t>Reading Activity – Individual</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instructs students to find a document in English, skim it, and tell the class what they read about. </a:t>
            </a:r>
          </a:p>
        </p:txBody>
      </p:sp>
    </p:spTree>
    <p:extLst>
      <p:ext uri="{BB962C8B-B14F-4D97-AF65-F5344CB8AC3E}">
        <p14:creationId xmlns:p14="http://schemas.microsoft.com/office/powerpoint/2010/main" val="42788735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
          <p:cNvSpPr>
            <a:spLocks noGrp="1" noRot="1" noChangeAspect="1" noChangeArrowheads="1" noTextEdit="1"/>
          </p:cNvSpPr>
          <p:nvPr>
            <p:ph type="sldImg"/>
          </p:nvPr>
        </p:nvSpPr>
        <p:spPr>
          <a:solidFill>
            <a:srgbClr val="FFFFFF"/>
          </a:solidFill>
          <a:ln/>
        </p:spPr>
      </p:sp>
      <p:sp>
        <p:nvSpPr>
          <p:cNvPr id="74755"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explains scanning to the students.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Reading Activity – Individual</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instructs students to scan the same document they used for skimming and describe the difference.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b="0" u="sng" dirty="0" smtClean="0">
                <a:solidFill>
                  <a:srgbClr val="000000"/>
                </a:solidFill>
                <a:latin typeface="Lucida Grande" charset="0"/>
                <a:ea typeface="Lucida Grande" charset="0"/>
                <a:cs typeface="Lucida Grande" charset="0"/>
                <a:sym typeface="Lucida Grande" charset="0"/>
              </a:rPr>
              <a:t>Reading Activity – Individual</a:t>
            </a:r>
          </a:p>
          <a:p>
            <a:pPr eaLnBrk="1" hangingPunct="1"/>
            <a:endParaRPr lang="en-US" b="0" u="sng"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instructs students to read an email and note in their Trainee Manuals and scan them for relevant details.</a:t>
            </a:r>
          </a:p>
        </p:txBody>
      </p:sp>
    </p:spTree>
    <p:extLst>
      <p:ext uri="{BB962C8B-B14F-4D97-AF65-F5344CB8AC3E}">
        <p14:creationId xmlns:p14="http://schemas.microsoft.com/office/powerpoint/2010/main" val="39497238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
          <p:cNvSpPr>
            <a:spLocks noGrp="1" noRot="1" noChangeAspect="1" noChangeArrowheads="1" noTextEdit="1"/>
          </p:cNvSpPr>
          <p:nvPr>
            <p:ph type="sldImg"/>
          </p:nvPr>
        </p:nvSpPr>
        <p:spPr>
          <a:solidFill>
            <a:srgbClr val="FFFFFF"/>
          </a:solidFill>
          <a:ln/>
        </p:spPr>
      </p:sp>
      <p:sp>
        <p:nvSpPr>
          <p:cNvPr id="75779" name="Rectangle 2"/>
          <p:cNvSpPr>
            <a:spLocks noGrp="1" noChangeArrowheads="1"/>
          </p:cNvSpPr>
          <p:nvPr>
            <p:ph type="body" idx="1"/>
          </p:nvPr>
        </p:nvSpPr>
        <p:spPr>
          <a:noFill/>
          <a:ln/>
        </p:spPr>
        <p:txBody>
          <a:bodyPr/>
          <a:lstStyle/>
          <a:p>
            <a:pPr eaLnBrk="1" hangingPunct="1"/>
            <a:r>
              <a:rPr lang="en-US" dirty="0" smtClean="0">
                <a:solidFill>
                  <a:srgbClr val="000000"/>
                </a:solidFill>
                <a:cs typeface="Arial" charset="0"/>
                <a:sym typeface="Arial" charset="0"/>
              </a:rPr>
              <a:t>Trainer identifies the Performance Criteria for this Element, as listed on the slide. </a:t>
            </a:r>
            <a:endParaRPr lang="en-US" dirty="0" smtClean="0">
              <a:solidFill>
                <a:srgbClr val="000000"/>
              </a:solidFill>
              <a:ea typeface="Lucida Grande" charset="0"/>
              <a:cs typeface="Lucida Grande" charset="0"/>
              <a:sym typeface="Arial" charset="0"/>
            </a:endParaRPr>
          </a:p>
          <a:p>
            <a:pPr eaLnBrk="1" hangingPunct="1"/>
            <a:endParaRPr lang="en-US" dirty="0" smtClean="0">
              <a:solidFill>
                <a:srgbClr val="000000"/>
              </a:solidFill>
              <a:ea typeface="Lucida Grande" charset="0"/>
              <a:cs typeface="Lucida Grande" charset="0"/>
              <a:sym typeface="Arial" charset="0"/>
            </a:endParaRPr>
          </a:p>
          <a:p>
            <a:pPr eaLnBrk="1" hangingPunct="1"/>
            <a:r>
              <a:rPr lang="en-US" u="sng" dirty="0" smtClean="0">
                <a:solidFill>
                  <a:srgbClr val="000000"/>
                </a:solidFill>
                <a:latin typeface="Arial Bold" charset="0"/>
                <a:cs typeface="Arial Bold" charset="0"/>
                <a:sym typeface="Arial Bold" charset="0"/>
              </a:rPr>
              <a:t>Class Activity – General discussion</a:t>
            </a:r>
          </a:p>
          <a:p>
            <a:pPr eaLnBrk="1" hangingPunct="1"/>
            <a:endParaRPr lang="en-US" u="sng" dirty="0" smtClean="0">
              <a:solidFill>
                <a:srgbClr val="000000"/>
              </a:solidFill>
              <a:ea typeface="Lucida Grande" charset="0"/>
              <a:cs typeface="Lucida Grande" charset="0"/>
              <a:sym typeface="Arial" charset="0"/>
            </a:endParaRPr>
          </a:p>
          <a:p>
            <a:pPr eaLnBrk="1" hangingPunct="1"/>
            <a:r>
              <a:rPr lang="en-US" dirty="0" smtClean="0">
                <a:solidFill>
                  <a:srgbClr val="000000"/>
                </a:solidFill>
                <a:cs typeface="Arial" charset="0"/>
                <a:sym typeface="Arial" charset="0"/>
              </a:rPr>
              <a:t>Trainer leads a general class discussion on responding to instructions and requests, asking questions such as:</a:t>
            </a:r>
            <a:endParaRPr lang="en-US" dirty="0" smtClean="0">
              <a:solidFill>
                <a:srgbClr val="000000"/>
              </a:solidFill>
              <a:ea typeface="Lucida Grande" charset="0"/>
              <a:cs typeface="Lucida Grande" charset="0"/>
              <a:sym typeface="Arial" charset="0"/>
            </a:endParaRPr>
          </a:p>
          <a:p>
            <a:pPr eaLnBrk="1" hangingPunct="1">
              <a:buClr>
                <a:srgbClr val="000000"/>
              </a:buClr>
              <a:buFontTx/>
              <a:buChar char="•"/>
            </a:pPr>
            <a:r>
              <a:rPr lang="en-US" dirty="0" smtClean="0">
                <a:solidFill>
                  <a:srgbClr val="000000"/>
                </a:solidFill>
                <a:cs typeface="Arial" charset="0"/>
                <a:sym typeface="Arial" charset="0"/>
              </a:rPr>
              <a:t> What does ‘instructions’ mean?</a:t>
            </a:r>
            <a:endParaRPr lang="en-US" dirty="0" smtClean="0">
              <a:solidFill>
                <a:srgbClr val="000000"/>
              </a:solidFill>
              <a:ea typeface="Lucida Grande" charset="0"/>
              <a:cs typeface="Lucida Grande" charset="0"/>
              <a:sym typeface="Arial" charset="0"/>
            </a:endParaRPr>
          </a:p>
          <a:p>
            <a:pPr eaLnBrk="1" hangingPunct="1">
              <a:buClr>
                <a:srgbClr val="000000"/>
              </a:buClr>
              <a:buFontTx/>
              <a:buChar char="•"/>
            </a:pPr>
            <a:r>
              <a:rPr lang="en-US" dirty="0" smtClean="0">
                <a:solidFill>
                  <a:srgbClr val="000000"/>
                </a:solidFill>
                <a:cs typeface="Arial" charset="0"/>
                <a:sym typeface="Arial" charset="0"/>
              </a:rPr>
              <a:t> What kind of requests do you get at your job?</a:t>
            </a:r>
          </a:p>
          <a:p>
            <a:pPr eaLnBrk="1" hangingPunct="1">
              <a:buClr>
                <a:srgbClr val="000000"/>
              </a:buClr>
              <a:buFontTx/>
              <a:buChar char="•"/>
            </a:pPr>
            <a:r>
              <a:rPr lang="en-US" dirty="0" smtClean="0">
                <a:solidFill>
                  <a:srgbClr val="000000"/>
                </a:solidFill>
                <a:cs typeface="Arial" charset="0"/>
                <a:sym typeface="Arial" charset="0"/>
              </a:rPr>
              <a:t> How do you respond to these requests? </a:t>
            </a:r>
          </a:p>
        </p:txBody>
      </p:sp>
    </p:spTree>
    <p:extLst>
      <p:ext uri="{BB962C8B-B14F-4D97-AF65-F5344CB8AC3E}">
        <p14:creationId xmlns:p14="http://schemas.microsoft.com/office/powerpoint/2010/main" val="36719917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
          <p:cNvSpPr>
            <a:spLocks noGrp="1" noRot="1" noChangeAspect="1" noChangeArrowheads="1" noTextEdit="1"/>
          </p:cNvSpPr>
          <p:nvPr>
            <p:ph type="sldImg"/>
          </p:nvPr>
        </p:nvSpPr>
        <p:spPr>
          <a:solidFill>
            <a:srgbClr val="FFFFFF"/>
          </a:solidFill>
          <a:ln/>
        </p:spPr>
      </p:sp>
      <p:sp>
        <p:nvSpPr>
          <p:cNvPr id="76803" name="Rectangle 2"/>
          <p:cNvSpPr>
            <a:spLocks noGrp="1" noChangeArrowheads="1"/>
          </p:cNvSpPr>
          <p:nvPr>
            <p:ph type="body" idx="1"/>
          </p:nvPr>
        </p:nvSpPr>
        <p:spPr>
          <a:noFill/>
          <a:ln/>
        </p:spPr>
        <p:txBody>
          <a:bodyPr/>
          <a:lstStyle/>
          <a:p>
            <a:pPr eaLnBrk="1" hangingPunct="1"/>
            <a:r>
              <a:rPr lang="en-US" dirty="0" smtClean="0">
                <a:solidFill>
                  <a:srgbClr val="000000"/>
                </a:solidFill>
                <a:cs typeface="Arial" charset="0"/>
                <a:sym typeface="Arial" charset="0"/>
              </a:rPr>
              <a:t>Trainer explains the best way to work with instructions using the points on the slide. </a:t>
            </a:r>
            <a:endParaRPr lang="en-US" dirty="0" smtClean="0">
              <a:solidFill>
                <a:srgbClr val="000000"/>
              </a:solidFill>
              <a:latin typeface="Arial Bold" charset="0"/>
              <a:ea typeface="Lucida Grande" charset="0"/>
              <a:cs typeface="Lucida Grande" charset="0"/>
              <a:sym typeface="Arial Bold" charset="0"/>
            </a:endParaRPr>
          </a:p>
          <a:p>
            <a:pPr eaLnBrk="1" hangingPunct="1"/>
            <a:endParaRPr lang="en-US" dirty="0" smtClean="0">
              <a:solidFill>
                <a:srgbClr val="000000"/>
              </a:solidFill>
              <a:latin typeface="Arial Bold" charset="0"/>
              <a:ea typeface="Lucida Grande" charset="0"/>
              <a:cs typeface="Lucida Grande" charset="0"/>
              <a:sym typeface="Arial Bold" charset="0"/>
            </a:endParaRPr>
          </a:p>
          <a:p>
            <a:pPr eaLnBrk="1" hangingPunct="1"/>
            <a:r>
              <a:rPr lang="en-US" u="sng" dirty="0" smtClean="0">
                <a:solidFill>
                  <a:srgbClr val="000000"/>
                </a:solidFill>
                <a:latin typeface="Arial Bold" charset="0"/>
                <a:ea typeface="Lucida Grande" charset="0"/>
                <a:cs typeface="Lucida Grande" charset="0"/>
                <a:sym typeface="Arial Bold" charset="0"/>
              </a:rPr>
              <a:t>Reading Activity – Individual</a:t>
            </a:r>
          </a:p>
          <a:p>
            <a:pPr eaLnBrk="1" hangingPunct="1"/>
            <a:endParaRPr lang="en-US" u="sng" dirty="0" smtClean="0">
              <a:solidFill>
                <a:srgbClr val="000000"/>
              </a:solidFill>
              <a:ea typeface="Lucida Grande" charset="0"/>
              <a:cs typeface="Lucida Grande" charset="0"/>
              <a:sym typeface="Arial" charset="0"/>
            </a:endParaRPr>
          </a:p>
          <a:p>
            <a:pPr eaLnBrk="1" hangingPunct="1"/>
            <a:r>
              <a:rPr lang="en-US" dirty="0" smtClean="0">
                <a:solidFill>
                  <a:srgbClr val="000000"/>
                </a:solidFill>
                <a:cs typeface="Arial" charset="0"/>
                <a:sym typeface="Arial" charset="0"/>
              </a:rPr>
              <a:t>Trainer instructs students to read an email in their Trainee Manuals</a:t>
            </a:r>
          </a:p>
          <a:p>
            <a:pPr eaLnBrk="1" hangingPunct="1"/>
            <a:endParaRPr lang="en-US" dirty="0" smtClean="0">
              <a:solidFill>
                <a:srgbClr val="000000"/>
              </a:solidFill>
              <a:cs typeface="Arial" charset="0"/>
              <a:sym typeface="Arial" charset="0"/>
            </a:endParaRPr>
          </a:p>
          <a:p>
            <a:pPr eaLnBrk="1" hangingPunct="1"/>
            <a:r>
              <a:rPr lang="en-US" u="sng" dirty="0" smtClean="0">
                <a:solidFill>
                  <a:srgbClr val="000000"/>
                </a:solidFill>
                <a:latin typeface="Arial Bold" charset="0"/>
                <a:cs typeface="Arial Bold" charset="0"/>
                <a:sym typeface="Arial Bold" charset="0"/>
              </a:rPr>
              <a:t>Writing Activity – Individual</a:t>
            </a:r>
          </a:p>
          <a:p>
            <a:pPr eaLnBrk="1" hangingPunct="1"/>
            <a:endParaRPr lang="en-US" u="sng" dirty="0" smtClean="0">
              <a:solidFill>
                <a:srgbClr val="000000"/>
              </a:solidFill>
              <a:ea typeface="Lucida Grande" charset="0"/>
              <a:cs typeface="Lucida Grande" charset="0"/>
              <a:sym typeface="Arial" charset="0"/>
            </a:endParaRPr>
          </a:p>
          <a:p>
            <a:pPr eaLnBrk="1" hangingPunct="1"/>
            <a:r>
              <a:rPr lang="en-US" dirty="0" smtClean="0">
                <a:solidFill>
                  <a:srgbClr val="000000"/>
                </a:solidFill>
                <a:cs typeface="Arial" charset="0"/>
                <a:sym typeface="Arial" charset="0"/>
              </a:rPr>
              <a:t>Trainer instructs students to answer questions about the email. </a:t>
            </a:r>
          </a:p>
          <a:p>
            <a:pPr eaLnBrk="1" hangingPunct="1"/>
            <a:endParaRPr lang="en-US" dirty="0" smtClean="0">
              <a:solidFill>
                <a:srgbClr val="000000"/>
              </a:solidFill>
              <a:cs typeface="Arial" charset="0"/>
              <a:sym typeface="Arial" charset="0"/>
            </a:endParaRPr>
          </a:p>
          <a:p>
            <a:pPr eaLnBrk="1" hangingPunct="1"/>
            <a:r>
              <a:rPr lang="en-US" u="sng" dirty="0" smtClean="0">
                <a:solidFill>
                  <a:srgbClr val="000000"/>
                </a:solidFill>
                <a:latin typeface="Arial Bold" charset="0"/>
                <a:cs typeface="Arial Bold" charset="0"/>
                <a:sym typeface="Arial Bold" charset="0"/>
              </a:rPr>
              <a:t>Speaking Activity – Individual</a:t>
            </a:r>
          </a:p>
          <a:p>
            <a:pPr eaLnBrk="1" hangingPunct="1"/>
            <a:endParaRPr lang="en-US" u="sng" dirty="0" smtClean="0">
              <a:solidFill>
                <a:srgbClr val="000000"/>
              </a:solidFill>
              <a:ea typeface="Lucida Grande" charset="0"/>
              <a:cs typeface="Lucida Grande" charset="0"/>
              <a:sym typeface="Arial" charset="0"/>
            </a:endParaRPr>
          </a:p>
          <a:p>
            <a:pPr eaLnBrk="1" hangingPunct="1"/>
            <a:r>
              <a:rPr lang="en-US" dirty="0" smtClean="0">
                <a:solidFill>
                  <a:srgbClr val="000000"/>
                </a:solidFill>
                <a:cs typeface="Arial" charset="0"/>
                <a:sym typeface="Arial" charset="0"/>
              </a:rPr>
              <a:t>Trainer instructs students to read a checklist of activities and decide which can be delegated to Melissa’s staff</a:t>
            </a:r>
          </a:p>
        </p:txBody>
      </p:sp>
    </p:spTree>
    <p:extLst>
      <p:ext uri="{BB962C8B-B14F-4D97-AF65-F5344CB8AC3E}">
        <p14:creationId xmlns:p14="http://schemas.microsoft.com/office/powerpoint/2010/main" val="22366113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
          <p:cNvSpPr>
            <a:spLocks noGrp="1" noRot="1" noChangeAspect="1" noChangeArrowheads="1" noTextEdit="1"/>
          </p:cNvSpPr>
          <p:nvPr>
            <p:ph type="sldImg"/>
          </p:nvPr>
        </p:nvSpPr>
        <p:spPr>
          <a:solidFill>
            <a:srgbClr val="FFFFFF"/>
          </a:solidFill>
          <a:ln/>
        </p:spPr>
      </p:sp>
      <p:sp>
        <p:nvSpPr>
          <p:cNvPr id="77827" name="Rectangle 2"/>
          <p:cNvSpPr>
            <a:spLocks noGrp="1" noChangeArrowheads="1"/>
          </p:cNvSpPr>
          <p:nvPr>
            <p:ph type="body" idx="1"/>
          </p:nvPr>
        </p:nvSpPr>
        <p:spPr>
          <a:noFill/>
          <a:ln/>
        </p:spPr>
        <p:txBody>
          <a:bodyPr/>
          <a:lstStyle/>
          <a:p>
            <a:pPr eaLnBrk="1" hangingPunct="1"/>
            <a:r>
              <a:rPr lang="en-US" dirty="0" smtClean="0">
                <a:solidFill>
                  <a:srgbClr val="000000"/>
                </a:solidFill>
                <a:cs typeface="Arial" charset="0"/>
                <a:sym typeface="Arial" charset="0"/>
              </a:rPr>
              <a:t>Trainer starts a discussion using the question on the slide. </a:t>
            </a:r>
            <a:endParaRPr lang="en-US" dirty="0" smtClean="0">
              <a:solidFill>
                <a:srgbClr val="000000"/>
              </a:solidFill>
              <a:latin typeface="Arial Bold" charset="0"/>
              <a:ea typeface="Lucida Grande" charset="0"/>
              <a:cs typeface="Lucida Grande" charset="0"/>
              <a:sym typeface="Arial Bold" charset="0"/>
            </a:endParaRPr>
          </a:p>
          <a:p>
            <a:pPr eaLnBrk="1" hangingPunct="1"/>
            <a:endParaRPr lang="en-US" dirty="0" smtClean="0">
              <a:solidFill>
                <a:srgbClr val="000000"/>
              </a:solidFill>
              <a:latin typeface="Arial Bold" charset="0"/>
              <a:ea typeface="Lucida Grande" charset="0"/>
              <a:cs typeface="Lucida Grande" charset="0"/>
              <a:sym typeface="Arial Bold" charset="0"/>
            </a:endParaRPr>
          </a:p>
          <a:p>
            <a:pPr eaLnBrk="1" hangingPunct="1"/>
            <a:r>
              <a:rPr lang="en-US" u="sng" dirty="0" smtClean="0">
                <a:solidFill>
                  <a:srgbClr val="000000"/>
                </a:solidFill>
                <a:latin typeface="Arial Bold" charset="0"/>
                <a:ea typeface="Lucida Grande" charset="0"/>
                <a:cs typeface="Lucida Grande" charset="0"/>
                <a:sym typeface="Arial Bold" charset="0"/>
              </a:rPr>
              <a:t>Reading Activity – Individual</a:t>
            </a:r>
          </a:p>
          <a:p>
            <a:pPr eaLnBrk="1" hangingPunct="1"/>
            <a:endParaRPr lang="en-US" u="sng" dirty="0" smtClean="0">
              <a:solidFill>
                <a:srgbClr val="000000"/>
              </a:solidFill>
              <a:ea typeface="Lucida Grande" charset="0"/>
              <a:cs typeface="Lucida Grande" charset="0"/>
              <a:sym typeface="Arial" charset="0"/>
            </a:endParaRPr>
          </a:p>
          <a:p>
            <a:pPr eaLnBrk="1" hangingPunct="1"/>
            <a:r>
              <a:rPr lang="en-US" dirty="0" smtClean="0">
                <a:solidFill>
                  <a:srgbClr val="000000"/>
                </a:solidFill>
                <a:cs typeface="Arial" charset="0"/>
                <a:sym typeface="Arial" charset="0"/>
              </a:rPr>
              <a:t>Trainer instructs students to read a letter in their Trainee Manuals and answer questions about the instructions in the letter.</a:t>
            </a:r>
          </a:p>
          <a:p>
            <a:pPr eaLnBrk="1" hangingPunct="1"/>
            <a:endParaRPr lang="en-US" dirty="0" smtClean="0">
              <a:solidFill>
                <a:srgbClr val="000000"/>
              </a:solidFill>
              <a:cs typeface="Arial" charset="0"/>
              <a:sym typeface="Arial" charset="0"/>
            </a:endParaRPr>
          </a:p>
          <a:p>
            <a:pPr eaLnBrk="1" hangingPunct="1"/>
            <a:r>
              <a:rPr lang="en-US" u="sng" dirty="0" smtClean="0">
                <a:solidFill>
                  <a:srgbClr val="000000"/>
                </a:solidFill>
                <a:latin typeface="Arial Bold" charset="0"/>
                <a:cs typeface="Arial Bold" charset="0"/>
                <a:sym typeface="Arial Bold" charset="0"/>
              </a:rPr>
              <a:t>Writing Activity – Individual</a:t>
            </a:r>
          </a:p>
          <a:p>
            <a:pPr eaLnBrk="1" hangingPunct="1"/>
            <a:endParaRPr lang="en-US" u="sng" dirty="0" smtClean="0">
              <a:solidFill>
                <a:srgbClr val="000000"/>
              </a:solidFill>
              <a:ea typeface="Lucida Grande" charset="0"/>
              <a:cs typeface="Lucida Grande" charset="0"/>
              <a:sym typeface="Arial" charset="0"/>
            </a:endParaRPr>
          </a:p>
          <a:p>
            <a:pPr eaLnBrk="1" hangingPunct="1"/>
            <a:r>
              <a:rPr lang="en-US" dirty="0" smtClean="0">
                <a:solidFill>
                  <a:srgbClr val="000000"/>
                </a:solidFill>
                <a:cs typeface="Arial" charset="0"/>
                <a:sym typeface="Arial" charset="0"/>
              </a:rPr>
              <a:t>Trainer instructs students to create a checklist for Pedro. </a:t>
            </a:r>
          </a:p>
        </p:txBody>
      </p:sp>
    </p:spTree>
    <p:extLst>
      <p:ext uri="{BB962C8B-B14F-4D97-AF65-F5344CB8AC3E}">
        <p14:creationId xmlns:p14="http://schemas.microsoft.com/office/powerpoint/2010/main" val="15004342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
          <p:cNvSpPr>
            <a:spLocks noGrp="1" noRot="1" noChangeAspect="1" noChangeArrowheads="1" noTextEdit="1"/>
          </p:cNvSpPr>
          <p:nvPr>
            <p:ph type="sldImg"/>
          </p:nvPr>
        </p:nvSpPr>
        <p:spPr>
          <a:solidFill>
            <a:srgbClr val="FFFFFF"/>
          </a:solidFill>
          <a:ln/>
        </p:spPr>
      </p:sp>
      <p:sp>
        <p:nvSpPr>
          <p:cNvPr id="78851"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gives students a complicated set of instructions, speaking as quickly as possible. </a:t>
            </a:r>
            <a:r>
              <a:rPr lang="en-US" dirty="0" err="1" smtClean="0">
                <a:solidFill>
                  <a:srgbClr val="000000"/>
                </a:solidFill>
                <a:latin typeface="Lucida Grande" charset="0"/>
                <a:ea typeface="Lucida Grande" charset="0"/>
                <a:cs typeface="Lucida Grande" charset="0"/>
                <a:sym typeface="Lucida Grande" charset="0"/>
              </a:rPr>
              <a:t>He/She</a:t>
            </a:r>
            <a:r>
              <a:rPr lang="en-US" dirty="0" smtClean="0">
                <a:solidFill>
                  <a:srgbClr val="000000"/>
                </a:solidFill>
                <a:latin typeface="Lucida Grande" charset="0"/>
                <a:ea typeface="Lucida Grande" charset="0"/>
                <a:cs typeface="Lucida Grande" charset="0"/>
                <a:sym typeface="Lucida Grande" charset="0"/>
              </a:rPr>
              <a:t> pays attention to their responses and calls out if anyone asks for clarification. Trainer then starts a conversation about clarifying instructions using the points in the slide.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endParaRPr lang="en-US" dirty="0" smtClean="0">
              <a:solidFill>
                <a:srgbClr val="000000"/>
              </a:solidFill>
              <a:cs typeface="Arial" charset="0"/>
              <a:sym typeface="Arial" charset="0"/>
            </a:endParaRPr>
          </a:p>
        </p:txBody>
      </p:sp>
    </p:spTree>
    <p:extLst>
      <p:ext uri="{BB962C8B-B14F-4D97-AF65-F5344CB8AC3E}">
        <p14:creationId xmlns:p14="http://schemas.microsoft.com/office/powerpoint/2010/main" val="5569169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
          <p:cNvSpPr>
            <a:spLocks noGrp="1" noRot="1" noChangeAspect="1" noChangeArrowheads="1" noTextEdit="1"/>
          </p:cNvSpPr>
          <p:nvPr>
            <p:ph type="sldImg"/>
          </p:nvPr>
        </p:nvSpPr>
        <p:spPr>
          <a:solidFill>
            <a:srgbClr val="FFFFFF"/>
          </a:solidFill>
          <a:ln/>
        </p:spPr>
      </p:sp>
      <p:sp>
        <p:nvSpPr>
          <p:cNvPr id="79875"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starts a discussion about confirming instructions/directions using the points on the slide. </a:t>
            </a:r>
          </a:p>
        </p:txBody>
      </p:sp>
    </p:spTree>
    <p:extLst>
      <p:ext uri="{BB962C8B-B14F-4D97-AF65-F5344CB8AC3E}">
        <p14:creationId xmlns:p14="http://schemas.microsoft.com/office/powerpoint/2010/main" val="5980772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
          <p:cNvSpPr>
            <a:spLocks noGrp="1" noRot="1" noChangeAspect="1" noChangeArrowheads="1" noTextEdit="1"/>
          </p:cNvSpPr>
          <p:nvPr>
            <p:ph type="sldImg"/>
          </p:nvPr>
        </p:nvSpPr>
        <p:spPr>
          <a:solidFill>
            <a:srgbClr val="FFFFFF"/>
          </a:solidFill>
          <a:ln/>
        </p:spPr>
      </p:sp>
      <p:sp>
        <p:nvSpPr>
          <p:cNvPr id="80899" name="Rectangle 2"/>
          <p:cNvSpPr>
            <a:spLocks noGrp="1" noChangeArrowheads="1"/>
          </p:cNvSpPr>
          <p:nvPr>
            <p:ph type="body" idx="1"/>
          </p:nvPr>
        </p:nvSpPr>
        <p:spPr>
          <a:noFill/>
          <a:ln/>
        </p:spPr>
        <p:txBody>
          <a:bodyPr/>
          <a:lstStyle/>
          <a:p>
            <a:pPr eaLnBrk="1" hangingPunct="1"/>
            <a:r>
              <a:rPr lang="en-US" u="sng" dirty="0" smtClean="0">
                <a:solidFill>
                  <a:srgbClr val="000000"/>
                </a:solidFill>
                <a:latin typeface="Arial Bold" charset="0"/>
                <a:cs typeface="Arial Bold" charset="0"/>
                <a:sym typeface="Arial Bold" charset="0"/>
              </a:rPr>
              <a:t>Reading Activity – Individual</a:t>
            </a:r>
          </a:p>
          <a:p>
            <a:pPr eaLnBrk="1" hangingPunct="1"/>
            <a:endParaRPr lang="en-US" u="sng" dirty="0" smtClean="0">
              <a:solidFill>
                <a:srgbClr val="000000"/>
              </a:solidFill>
              <a:ea typeface="Lucida Grande" charset="0"/>
              <a:cs typeface="Lucida Grande" charset="0"/>
              <a:sym typeface="Arial" charset="0"/>
            </a:endParaRPr>
          </a:p>
          <a:p>
            <a:pPr eaLnBrk="1" hangingPunct="1"/>
            <a:r>
              <a:rPr lang="en-US" dirty="0" smtClean="0">
                <a:solidFill>
                  <a:srgbClr val="000000"/>
                </a:solidFill>
                <a:cs typeface="Arial" charset="0"/>
                <a:sym typeface="Arial" charset="0"/>
              </a:rPr>
              <a:t>Trainer instructs students to read a case study in their Trainee Manual and answer the questions about it. </a:t>
            </a:r>
          </a:p>
          <a:p>
            <a:pPr eaLnBrk="1" hangingPunct="1"/>
            <a:endParaRPr lang="en-US" dirty="0" smtClean="0">
              <a:solidFill>
                <a:srgbClr val="000000"/>
              </a:solidFill>
              <a:cs typeface="Arial" charset="0"/>
              <a:sym typeface="Arial" charset="0"/>
            </a:endParaRPr>
          </a:p>
          <a:p>
            <a:pPr eaLnBrk="1" hangingPunct="1"/>
            <a:r>
              <a:rPr lang="en-US" u="sng" dirty="0" smtClean="0">
                <a:solidFill>
                  <a:srgbClr val="000000"/>
                </a:solidFill>
                <a:latin typeface="Arial Bold" charset="0"/>
                <a:cs typeface="Arial Bold" charset="0"/>
                <a:sym typeface="Arial Bold" charset="0"/>
              </a:rPr>
              <a:t>Writing Activity – Individual</a:t>
            </a:r>
          </a:p>
          <a:p>
            <a:pPr eaLnBrk="1" hangingPunct="1"/>
            <a:endParaRPr lang="en-US" u="sng" dirty="0" smtClean="0">
              <a:solidFill>
                <a:srgbClr val="000000"/>
              </a:solidFill>
              <a:ea typeface="Lucida Grande" charset="0"/>
              <a:cs typeface="Lucida Grande" charset="0"/>
              <a:sym typeface="Arial" charset="0"/>
            </a:endParaRPr>
          </a:p>
          <a:p>
            <a:pPr eaLnBrk="1" hangingPunct="1"/>
            <a:r>
              <a:rPr lang="en-US" dirty="0" smtClean="0">
                <a:solidFill>
                  <a:srgbClr val="000000"/>
                </a:solidFill>
                <a:cs typeface="Arial" charset="0"/>
                <a:sym typeface="Arial" charset="0"/>
              </a:rPr>
              <a:t>Trainer instructs students to read a memo in their Trainee Manual and answer the questions about it. </a:t>
            </a:r>
          </a:p>
          <a:p>
            <a:pPr eaLnBrk="1" hangingPunct="1"/>
            <a:endParaRPr lang="en-US" dirty="0" smtClean="0">
              <a:solidFill>
                <a:srgbClr val="000000"/>
              </a:solidFill>
              <a:cs typeface="Arial" charset="0"/>
              <a:sym typeface="Arial" charset="0"/>
            </a:endParaRPr>
          </a:p>
          <a:p>
            <a:pPr eaLnBrk="1" hangingPunct="1"/>
            <a:r>
              <a:rPr lang="en-US" u="sng" dirty="0" smtClean="0">
                <a:solidFill>
                  <a:srgbClr val="000000"/>
                </a:solidFill>
                <a:latin typeface="Arial Bold" charset="0"/>
                <a:cs typeface="Arial Bold" charset="0"/>
                <a:sym typeface="Arial Bold" charset="0"/>
              </a:rPr>
              <a:t>Writing Activity – Individual</a:t>
            </a:r>
          </a:p>
          <a:p>
            <a:pPr eaLnBrk="1" hangingPunct="1"/>
            <a:endParaRPr lang="en-US" u="sng" dirty="0" smtClean="0">
              <a:solidFill>
                <a:srgbClr val="000000"/>
              </a:solidFill>
              <a:ea typeface="Lucida Grande" charset="0"/>
              <a:cs typeface="Lucida Grande" charset="0"/>
              <a:sym typeface="Arial" charset="0"/>
            </a:endParaRPr>
          </a:p>
          <a:p>
            <a:pPr eaLnBrk="1" hangingPunct="1"/>
            <a:r>
              <a:rPr lang="en-US" dirty="0" smtClean="0">
                <a:solidFill>
                  <a:srgbClr val="000000"/>
                </a:solidFill>
                <a:cs typeface="Arial" charset="0"/>
                <a:sym typeface="Arial" charset="0"/>
              </a:rPr>
              <a:t>Trainer instructs students to read a procedure in their Trainee Manual and answer the questions about it. </a:t>
            </a:r>
          </a:p>
        </p:txBody>
      </p:sp>
    </p:spTree>
    <p:extLst>
      <p:ext uri="{BB962C8B-B14F-4D97-AF65-F5344CB8AC3E}">
        <p14:creationId xmlns:p14="http://schemas.microsoft.com/office/powerpoint/2010/main" val="17631988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
          <p:cNvSpPr>
            <a:spLocks noGrp="1" noRot="1" noChangeAspect="1" noChangeArrowheads="1" noTextEdit="1"/>
          </p:cNvSpPr>
          <p:nvPr>
            <p:ph type="sldImg"/>
          </p:nvPr>
        </p:nvSpPr>
        <p:spPr>
          <a:solidFill>
            <a:srgbClr val="FFFFFF"/>
          </a:solidFill>
          <a:ln/>
        </p:spPr>
      </p:sp>
      <p:sp>
        <p:nvSpPr>
          <p:cNvPr id="81923"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leads a discussion about how students feel about deadlines. </a:t>
            </a:r>
            <a:r>
              <a:rPr lang="en-US" dirty="0" err="1" smtClean="0">
                <a:solidFill>
                  <a:srgbClr val="000000"/>
                </a:solidFill>
                <a:latin typeface="Lucida Grande" charset="0"/>
                <a:ea typeface="Lucida Grande" charset="0"/>
                <a:cs typeface="Lucida Grande" charset="0"/>
                <a:sym typeface="Lucida Grande" charset="0"/>
              </a:rPr>
              <a:t>He/She</a:t>
            </a:r>
            <a:r>
              <a:rPr lang="en-US" dirty="0" smtClean="0">
                <a:solidFill>
                  <a:srgbClr val="000000"/>
                </a:solidFill>
                <a:latin typeface="Lucida Grande" charset="0"/>
                <a:ea typeface="Lucida Grande" charset="0"/>
                <a:cs typeface="Lucida Grande" charset="0"/>
                <a:sym typeface="Lucida Grande" charset="0"/>
              </a:rPr>
              <a:t> also brings up cultural expectations about meeting deadlines. </a:t>
            </a:r>
          </a:p>
        </p:txBody>
      </p:sp>
    </p:spTree>
    <p:extLst>
      <p:ext uri="{BB962C8B-B14F-4D97-AF65-F5344CB8AC3E}">
        <p14:creationId xmlns:p14="http://schemas.microsoft.com/office/powerpoint/2010/main" val="36125631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
          <p:cNvSpPr>
            <a:spLocks noGrp="1" noRot="1" noChangeAspect="1" noChangeArrowheads="1" noTextEdit="1"/>
          </p:cNvSpPr>
          <p:nvPr>
            <p:ph type="sldImg"/>
          </p:nvPr>
        </p:nvSpPr>
        <p:spPr>
          <a:solidFill>
            <a:srgbClr val="FFFFFF"/>
          </a:solidFill>
          <a:ln/>
        </p:spPr>
      </p:sp>
      <p:sp>
        <p:nvSpPr>
          <p:cNvPr id="82947"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asks the students what they think about Time Management and why it is important in the workplace. </a:t>
            </a:r>
          </a:p>
        </p:txBody>
      </p:sp>
    </p:spTree>
    <p:extLst>
      <p:ext uri="{BB962C8B-B14F-4D97-AF65-F5344CB8AC3E}">
        <p14:creationId xmlns:p14="http://schemas.microsoft.com/office/powerpoint/2010/main" val="17505949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
          <p:cNvSpPr>
            <a:spLocks noGrp="1" noRot="1" noChangeAspect="1" noChangeArrowheads="1" noTextEdit="1"/>
          </p:cNvSpPr>
          <p:nvPr>
            <p:ph type="sldImg"/>
          </p:nvPr>
        </p:nvSpPr>
        <p:spPr>
          <a:solidFill>
            <a:srgbClr val="FFFFFF"/>
          </a:solidFill>
          <a:ln/>
        </p:spPr>
      </p:sp>
      <p:sp>
        <p:nvSpPr>
          <p:cNvPr id="83971"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explains the elements of Time Management, using the Trainee Manual as a guide.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u="sng" dirty="0" smtClean="0">
                <a:solidFill>
                  <a:srgbClr val="000000"/>
                </a:solidFill>
                <a:latin typeface="Arial Bold" charset="0"/>
                <a:cs typeface="Arial Bold" charset="0"/>
                <a:sym typeface="Arial Bold" charset="0"/>
              </a:rPr>
              <a:t>Analytical Activity – Individual</a:t>
            </a:r>
          </a:p>
          <a:p>
            <a:pPr eaLnBrk="1" hangingPunct="1"/>
            <a:endParaRPr lang="en-US" u="sng" dirty="0" smtClean="0">
              <a:solidFill>
                <a:srgbClr val="000000"/>
              </a:solidFill>
              <a:ea typeface="Lucida Grande" charset="0"/>
              <a:cs typeface="Lucida Grande" charset="0"/>
              <a:sym typeface="Arial" charset="0"/>
            </a:endParaRPr>
          </a:p>
          <a:p>
            <a:pPr eaLnBrk="1" hangingPunct="1"/>
            <a:r>
              <a:rPr lang="en-US" dirty="0" smtClean="0">
                <a:solidFill>
                  <a:srgbClr val="000000"/>
                </a:solidFill>
                <a:cs typeface="Arial" charset="0"/>
                <a:sym typeface="Arial" charset="0"/>
              </a:rPr>
              <a:t>Trainer instructs students to </a:t>
            </a:r>
            <a:r>
              <a:rPr lang="en-US" dirty="0" err="1" smtClean="0">
                <a:solidFill>
                  <a:srgbClr val="000000"/>
                </a:solidFill>
                <a:cs typeface="Arial" charset="0"/>
                <a:sym typeface="Arial" charset="0"/>
              </a:rPr>
              <a:t>analyse</a:t>
            </a:r>
            <a:r>
              <a:rPr lang="en-US" dirty="0" smtClean="0">
                <a:solidFill>
                  <a:srgbClr val="000000"/>
                </a:solidFill>
                <a:cs typeface="Arial" charset="0"/>
                <a:sym typeface="Arial" charset="0"/>
              </a:rPr>
              <a:t> themselves and answer questions in their Trainee Manual. </a:t>
            </a:r>
          </a:p>
        </p:txBody>
      </p:sp>
    </p:spTree>
    <p:extLst>
      <p:ext uri="{BB962C8B-B14F-4D97-AF65-F5344CB8AC3E}">
        <p14:creationId xmlns:p14="http://schemas.microsoft.com/office/powerpoint/2010/main" val="33484587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
          <p:cNvSpPr>
            <a:spLocks noGrp="1" noRot="1" noChangeAspect="1" noChangeArrowheads="1" noTextEdit="1"/>
          </p:cNvSpPr>
          <p:nvPr>
            <p:ph type="sldImg"/>
          </p:nvPr>
        </p:nvSpPr>
        <p:spPr>
          <a:solidFill>
            <a:srgbClr val="FFFFFF"/>
          </a:solidFill>
          <a:ln/>
        </p:spPr>
      </p:sp>
      <p:sp>
        <p:nvSpPr>
          <p:cNvPr id="84995"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leads a discussion about feedback and the importance of obtaining feedback.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dirty="0" smtClean="0">
                <a:solidFill>
                  <a:srgbClr val="000000"/>
                </a:solidFill>
                <a:latin typeface="Lucida Grande" charset="0"/>
                <a:ea typeface="Lucida Grande" charset="0"/>
                <a:cs typeface="Lucida Grande" charset="0"/>
                <a:sym typeface="Lucida Grande" charset="0"/>
              </a:rPr>
              <a:t>Trainer asks the students how they can get feedback. Formally? Informally? </a:t>
            </a:r>
          </a:p>
        </p:txBody>
      </p:sp>
    </p:spTree>
    <p:extLst>
      <p:ext uri="{BB962C8B-B14F-4D97-AF65-F5344CB8AC3E}">
        <p14:creationId xmlns:p14="http://schemas.microsoft.com/office/powerpoint/2010/main" val="788650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
          <p:cNvSpPr>
            <a:spLocks noGrp="1" noRot="1" noChangeAspect="1" noChangeArrowheads="1" noTextEdit="1"/>
          </p:cNvSpPr>
          <p:nvPr>
            <p:ph type="sldImg"/>
          </p:nvPr>
        </p:nvSpPr>
        <p:spPr>
          <a:solidFill>
            <a:srgbClr val="FFFFFF"/>
          </a:solidFill>
          <a:ln/>
        </p:spPr>
      </p:sp>
      <p:sp>
        <p:nvSpPr>
          <p:cNvPr id="86019"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explains the types of formal feedback listed on the slide. </a:t>
            </a:r>
          </a:p>
        </p:txBody>
      </p:sp>
    </p:spTree>
    <p:extLst>
      <p:ext uri="{BB962C8B-B14F-4D97-AF65-F5344CB8AC3E}">
        <p14:creationId xmlns:p14="http://schemas.microsoft.com/office/powerpoint/2010/main" val="1852802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
          <p:cNvSpPr>
            <a:spLocks noGrp="1" noRot="1" noChangeAspect="1" noChangeArrowheads="1" noTextEdit="1"/>
          </p:cNvSpPr>
          <p:nvPr>
            <p:ph type="sldImg"/>
          </p:nvPr>
        </p:nvSpPr>
        <p:spPr>
          <a:solidFill>
            <a:srgbClr val="FFFFFF"/>
          </a:solidFill>
          <a:ln/>
        </p:spPr>
      </p:sp>
      <p:sp>
        <p:nvSpPr>
          <p:cNvPr id="87043" name="Rectangle 2"/>
          <p:cNvSpPr>
            <a:spLocks noGrp="1" noChangeArrowheads="1"/>
          </p:cNvSpPr>
          <p:nvPr>
            <p:ph type="body" idx="1"/>
          </p:nvPr>
        </p:nvSpPr>
        <p:spPr>
          <a:noFill/>
          <a:ln/>
        </p:spPr>
        <p:txBody>
          <a:bodyPr/>
          <a:lstStyle/>
          <a:p>
            <a:pPr eaLnBrk="1" hangingPunct="1"/>
            <a:r>
              <a:rPr lang="en-US" dirty="0" smtClean="0">
                <a:solidFill>
                  <a:srgbClr val="000000"/>
                </a:solidFill>
                <a:latin typeface="Lucida Grande" charset="0"/>
                <a:ea typeface="Lucida Grande" charset="0"/>
                <a:cs typeface="Lucida Grande" charset="0"/>
                <a:sym typeface="Lucida Grande" charset="0"/>
              </a:rPr>
              <a:t>Trainer explains the types of formal feedback listed on the slide. </a:t>
            </a:r>
          </a:p>
          <a:p>
            <a:pPr eaLnBrk="1" hangingPunct="1"/>
            <a:endParaRPr lang="en-US" dirty="0" smtClean="0">
              <a:solidFill>
                <a:srgbClr val="000000"/>
              </a:solidFill>
              <a:latin typeface="Lucida Grande" charset="0"/>
              <a:ea typeface="Lucida Grande" charset="0"/>
              <a:cs typeface="Lucida Grande" charset="0"/>
              <a:sym typeface="Lucida Grande" charset="0"/>
            </a:endParaRPr>
          </a:p>
          <a:p>
            <a:pPr eaLnBrk="1" hangingPunct="1"/>
            <a:r>
              <a:rPr lang="en-US" u="sng" dirty="0" smtClean="0">
                <a:solidFill>
                  <a:srgbClr val="000000"/>
                </a:solidFill>
                <a:latin typeface="Arial Bold" charset="0"/>
                <a:cs typeface="Arial Bold" charset="0"/>
                <a:sym typeface="Arial Bold" charset="0"/>
              </a:rPr>
              <a:t>Speaking Activity – Class</a:t>
            </a:r>
          </a:p>
          <a:p>
            <a:pPr eaLnBrk="1" hangingPunct="1"/>
            <a:endParaRPr lang="en-US" u="sng" dirty="0" smtClean="0">
              <a:solidFill>
                <a:srgbClr val="000000"/>
              </a:solidFill>
              <a:ea typeface="Lucida Grande" charset="0"/>
              <a:cs typeface="Lucida Grande" charset="0"/>
              <a:sym typeface="Arial" charset="0"/>
            </a:endParaRPr>
          </a:p>
          <a:p>
            <a:pPr eaLnBrk="1" hangingPunct="1"/>
            <a:r>
              <a:rPr lang="en-US" dirty="0" smtClean="0">
                <a:solidFill>
                  <a:srgbClr val="000000"/>
                </a:solidFill>
                <a:cs typeface="Arial" charset="0"/>
                <a:sym typeface="Arial" charset="0"/>
              </a:rPr>
              <a:t>Trainer instructs students to read and talk about questions listed in their Trainee Manuals. </a:t>
            </a:r>
          </a:p>
        </p:txBody>
      </p:sp>
    </p:spTree>
    <p:extLst>
      <p:ext uri="{BB962C8B-B14F-4D97-AF65-F5344CB8AC3E}">
        <p14:creationId xmlns:p14="http://schemas.microsoft.com/office/powerpoint/2010/main" val="3170044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Text Box 3"/>
          <p:cNvSpPr txBox="1">
            <a:spLocks noGrp="1" noChangeArrowheads="1"/>
          </p:cNvSpPr>
          <p:nvPr>
            <p:ph type="sldNum" sz="quarter" idx="10"/>
          </p:nvPr>
        </p:nvSpPr>
        <p:spPr>
          <a:ln/>
        </p:spPr>
        <p:txBody>
          <a:bodyPr/>
          <a:lstStyle>
            <a:lvl1pPr>
              <a:defRPr/>
            </a:lvl1pPr>
          </a:lstStyle>
          <a:p>
            <a:pPr>
              <a:defRPr/>
            </a:pPr>
            <a:fld id="{E7667844-BB2C-4EF1-AAB5-D68E48460B72}" type="slidenum">
              <a:rPr lang="en-US"/>
              <a:pPr>
                <a:defRPr/>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Box 3"/>
          <p:cNvSpPr txBox="1">
            <a:spLocks noGrp="1" noChangeArrowheads="1"/>
          </p:cNvSpPr>
          <p:nvPr>
            <p:ph type="sldNum" sz="quarter" idx="10"/>
          </p:nvPr>
        </p:nvSpPr>
        <p:spPr>
          <a:ln/>
        </p:spPr>
        <p:txBody>
          <a:bodyPr/>
          <a:lstStyle>
            <a:lvl1pPr>
              <a:defRPr/>
            </a:lvl1pPr>
          </a:lstStyle>
          <a:p>
            <a:pPr>
              <a:defRPr/>
            </a:pPr>
            <a:fld id="{3BF6B802-0F14-4E9C-80EB-B5F22A07B5EF}" type="slidenum">
              <a:rPr lang="en-US"/>
              <a:pPr>
                <a:defRPr/>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Text Box 3"/>
          <p:cNvSpPr txBox="1">
            <a:spLocks noGrp="1" noChangeArrowheads="1"/>
          </p:cNvSpPr>
          <p:nvPr>
            <p:ph type="sldNum" sz="quarter" idx="10"/>
          </p:nvPr>
        </p:nvSpPr>
        <p:spPr>
          <a:ln/>
        </p:spPr>
        <p:txBody>
          <a:bodyPr/>
          <a:lstStyle>
            <a:lvl1pPr>
              <a:defRPr/>
            </a:lvl1pPr>
          </a:lstStyle>
          <a:p>
            <a:pPr>
              <a:defRPr/>
            </a:pPr>
            <a:fld id="{1E4D89C9-2CD2-4841-84DB-B2DC2A575FBA}" type="slidenum">
              <a:rPr lang="en-US"/>
              <a:pPr>
                <a:defRPr/>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36576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267200" y="1600200"/>
            <a:ext cx="36576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Box 3"/>
          <p:cNvSpPr txBox="1">
            <a:spLocks noGrp="1" noChangeArrowheads="1"/>
          </p:cNvSpPr>
          <p:nvPr>
            <p:ph type="sldNum" sz="quarter" idx="10"/>
          </p:nvPr>
        </p:nvSpPr>
        <p:spPr>
          <a:ln/>
        </p:spPr>
        <p:txBody>
          <a:bodyPr/>
          <a:lstStyle>
            <a:lvl1pPr>
              <a:defRPr/>
            </a:lvl1pPr>
          </a:lstStyle>
          <a:p>
            <a:pPr>
              <a:defRPr/>
            </a:pPr>
            <a:fld id="{A2287F47-AAF7-4AE6-990E-8F3388900523}" type="slidenum">
              <a:rPr lang="en-US"/>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Box 3"/>
          <p:cNvSpPr txBox="1">
            <a:spLocks noGrp="1" noChangeArrowheads="1"/>
          </p:cNvSpPr>
          <p:nvPr>
            <p:ph type="sldNum" sz="quarter" idx="10"/>
          </p:nvPr>
        </p:nvSpPr>
        <p:spPr>
          <a:ln/>
        </p:spPr>
        <p:txBody>
          <a:bodyPr/>
          <a:lstStyle>
            <a:lvl1pPr>
              <a:defRPr/>
            </a:lvl1pPr>
          </a:lstStyle>
          <a:p>
            <a:pPr>
              <a:defRPr/>
            </a:pPr>
            <a:fld id="{0C7318D6-CEE7-406F-A406-387F33C35CAE}" type="slidenum">
              <a:rPr lang="en-US"/>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Box 3"/>
          <p:cNvSpPr txBox="1">
            <a:spLocks noGrp="1" noChangeArrowheads="1"/>
          </p:cNvSpPr>
          <p:nvPr>
            <p:ph type="sldNum" sz="quarter" idx="10"/>
          </p:nvPr>
        </p:nvSpPr>
        <p:spPr>
          <a:ln/>
        </p:spPr>
        <p:txBody>
          <a:bodyPr/>
          <a:lstStyle>
            <a:lvl1pPr>
              <a:defRPr/>
            </a:lvl1pPr>
          </a:lstStyle>
          <a:p>
            <a:pPr>
              <a:defRPr/>
            </a:pPr>
            <a:fld id="{A6F6FD12-75BD-4B8A-A7F3-CF6FE89E2D7D}" type="slidenum">
              <a:rPr lang="en-US"/>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 Box 3"/>
          <p:cNvSpPr txBox="1">
            <a:spLocks noGrp="1" noChangeArrowheads="1"/>
          </p:cNvSpPr>
          <p:nvPr>
            <p:ph type="sldNum" sz="quarter" idx="10"/>
          </p:nvPr>
        </p:nvSpPr>
        <p:spPr>
          <a:ln/>
        </p:spPr>
        <p:txBody>
          <a:bodyPr/>
          <a:lstStyle>
            <a:lvl1pPr>
              <a:defRPr/>
            </a:lvl1pPr>
          </a:lstStyle>
          <a:p>
            <a:pPr>
              <a:defRPr/>
            </a:pPr>
            <a:fld id="{6FA76E90-5EB8-44B6-AAC1-A7D225413566}" type="slidenum">
              <a:rPr lang="en-US"/>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3"/>
          <p:cNvSpPr txBox="1">
            <a:spLocks noGrp="1" noChangeArrowheads="1"/>
          </p:cNvSpPr>
          <p:nvPr>
            <p:ph type="sldNum" sz="quarter" idx="10"/>
          </p:nvPr>
        </p:nvSpPr>
        <p:spPr>
          <a:ln/>
        </p:spPr>
        <p:txBody>
          <a:bodyPr/>
          <a:lstStyle>
            <a:lvl1pPr>
              <a:defRPr/>
            </a:lvl1pPr>
          </a:lstStyle>
          <a:p>
            <a:pPr>
              <a:defRPr/>
            </a:pPr>
            <a:fld id="{36581468-C412-435E-8B70-2DDB4392F1FC}" type="slidenum">
              <a:rPr lang="en-US"/>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Arial"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3"/>
          <p:cNvSpPr txBox="1">
            <a:spLocks noGrp="1" noChangeArrowheads="1"/>
          </p:cNvSpPr>
          <p:nvPr>
            <p:ph type="sldNum" sz="quarter" idx="10"/>
          </p:nvPr>
        </p:nvSpPr>
        <p:spPr>
          <a:ln/>
        </p:spPr>
        <p:txBody>
          <a:bodyPr/>
          <a:lstStyle>
            <a:lvl1pPr>
              <a:defRPr/>
            </a:lvl1pPr>
          </a:lstStyle>
          <a:p>
            <a:pPr>
              <a:defRPr/>
            </a:pPr>
            <a:fld id="{6DDB2280-AD56-439D-9563-8DA3A0597B86}" type="slidenum">
              <a:rPr lang="en-US"/>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Box 3"/>
          <p:cNvSpPr txBox="1">
            <a:spLocks noGrp="1" noChangeArrowheads="1"/>
          </p:cNvSpPr>
          <p:nvPr>
            <p:ph type="sldNum" sz="quarter" idx="10"/>
          </p:nvPr>
        </p:nvSpPr>
        <p:spPr>
          <a:ln/>
        </p:spPr>
        <p:txBody>
          <a:bodyPr/>
          <a:lstStyle>
            <a:lvl1pPr>
              <a:defRPr/>
            </a:lvl1pPr>
          </a:lstStyle>
          <a:p>
            <a:pPr>
              <a:defRPr/>
            </a:pPr>
            <a:fld id="{3A0D1C74-A9FE-49AB-9D6E-59AA9DECCCBF}" type="slidenum">
              <a:rPr lang="en-US"/>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90488"/>
            <a:ext cx="1866900" cy="67675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0488"/>
            <a:ext cx="5448300" cy="67675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Box 3"/>
          <p:cNvSpPr txBox="1">
            <a:spLocks noGrp="1" noChangeArrowheads="1"/>
          </p:cNvSpPr>
          <p:nvPr>
            <p:ph type="sldNum" sz="quarter" idx="10"/>
          </p:nvPr>
        </p:nvSpPr>
        <p:spPr>
          <a:ln/>
        </p:spPr>
        <p:txBody>
          <a:bodyPr/>
          <a:lstStyle>
            <a:lvl1pPr>
              <a:defRPr/>
            </a:lvl1pPr>
          </a:lstStyle>
          <a:p>
            <a:pPr>
              <a:defRPr/>
            </a:pPr>
            <a:fld id="{1B4F21EA-A3C1-4907-B8E1-5B31161FBB51}" type="slidenum">
              <a:rPr lang="en-US"/>
              <a:pPr>
                <a:defRPr/>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Text Box 5"/>
          <p:cNvSpPr txBox="1">
            <a:spLocks noGrp="1" noChangeArrowheads="1"/>
          </p:cNvSpPr>
          <p:nvPr>
            <p:ph type="sldNum" sz="quarter" idx="10"/>
          </p:nvPr>
        </p:nvSpPr>
        <p:spPr>
          <a:ln/>
        </p:spPr>
        <p:txBody>
          <a:bodyPr/>
          <a:lstStyle>
            <a:lvl1pPr>
              <a:defRPr/>
            </a:lvl1pPr>
          </a:lstStyle>
          <a:p>
            <a:pPr>
              <a:defRPr/>
            </a:pPr>
            <a:fld id="{43CC49C2-6363-4149-A164-0EE6314B26FD}" type="slidenum">
              <a:rPr lang="en-US"/>
              <a:pPr>
                <a:defRPr/>
              </a:pPr>
              <a:t>‹#›</a:t>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Box 5"/>
          <p:cNvSpPr txBox="1">
            <a:spLocks noGrp="1" noChangeArrowheads="1"/>
          </p:cNvSpPr>
          <p:nvPr>
            <p:ph type="sldNum" sz="quarter" idx="10"/>
          </p:nvPr>
        </p:nvSpPr>
        <p:spPr>
          <a:ln/>
        </p:spPr>
        <p:txBody>
          <a:bodyPr/>
          <a:lstStyle>
            <a:lvl1pPr>
              <a:defRPr/>
            </a:lvl1pPr>
          </a:lstStyle>
          <a:p>
            <a:pPr>
              <a:defRPr/>
            </a:pPr>
            <a:fld id="{E2593D8C-4E62-4FF0-B5BE-D69F880FA28C}" type="slidenum">
              <a:rPr lang="en-US"/>
              <a:pPr>
                <a:defRPr/>
              </a:pPr>
              <a:t>‹#›</a:t>
            </a:fld>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Text Box 5"/>
          <p:cNvSpPr txBox="1">
            <a:spLocks noGrp="1" noChangeArrowheads="1"/>
          </p:cNvSpPr>
          <p:nvPr>
            <p:ph type="sldNum" sz="quarter" idx="10"/>
          </p:nvPr>
        </p:nvSpPr>
        <p:spPr>
          <a:ln/>
        </p:spPr>
        <p:txBody>
          <a:bodyPr/>
          <a:lstStyle>
            <a:lvl1pPr>
              <a:defRPr/>
            </a:lvl1pPr>
          </a:lstStyle>
          <a:p>
            <a:pPr>
              <a:defRPr/>
            </a:pPr>
            <a:fld id="{6FD58F4B-B3D7-44DC-8EBD-070E76A8E8C9}" type="slidenum">
              <a:rPr lang="en-US"/>
              <a:pPr>
                <a:defRPr/>
              </a:pPr>
              <a:t>‹#›</a:t>
            </a:fld>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36576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267200" y="1600200"/>
            <a:ext cx="36576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Box 5"/>
          <p:cNvSpPr txBox="1">
            <a:spLocks noGrp="1" noChangeArrowheads="1"/>
          </p:cNvSpPr>
          <p:nvPr>
            <p:ph type="sldNum" sz="quarter" idx="10"/>
          </p:nvPr>
        </p:nvSpPr>
        <p:spPr>
          <a:ln/>
        </p:spPr>
        <p:txBody>
          <a:bodyPr/>
          <a:lstStyle>
            <a:lvl1pPr>
              <a:defRPr/>
            </a:lvl1pPr>
          </a:lstStyle>
          <a:p>
            <a:pPr>
              <a:defRPr/>
            </a:pPr>
            <a:fld id="{1F81D9CD-10F0-4B39-8BB9-11CD44B69412}" type="slidenum">
              <a:rPr lang="en-US"/>
              <a:pPr>
                <a:defRPr/>
              </a:pPr>
              <a:t>‹#›</a:t>
            </a:fld>
            <a:endParaRPr 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Box 5"/>
          <p:cNvSpPr txBox="1">
            <a:spLocks noGrp="1" noChangeArrowheads="1"/>
          </p:cNvSpPr>
          <p:nvPr>
            <p:ph type="sldNum" sz="quarter" idx="10"/>
          </p:nvPr>
        </p:nvSpPr>
        <p:spPr>
          <a:ln/>
        </p:spPr>
        <p:txBody>
          <a:bodyPr/>
          <a:lstStyle>
            <a:lvl1pPr>
              <a:defRPr/>
            </a:lvl1pPr>
          </a:lstStyle>
          <a:p>
            <a:pPr>
              <a:defRPr/>
            </a:pPr>
            <a:fld id="{26BE3B1C-766C-4954-8D78-DC9A6003026E}" type="slidenum">
              <a:rPr lang="en-US"/>
              <a:pPr>
                <a:defRPr/>
              </a:pPr>
              <a:t>‹#›</a:t>
            </a:fld>
            <a:endParaRPr 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Box 5"/>
          <p:cNvSpPr txBox="1">
            <a:spLocks noGrp="1" noChangeArrowheads="1"/>
          </p:cNvSpPr>
          <p:nvPr>
            <p:ph type="sldNum" sz="quarter" idx="10"/>
          </p:nvPr>
        </p:nvSpPr>
        <p:spPr>
          <a:ln/>
        </p:spPr>
        <p:txBody>
          <a:bodyPr/>
          <a:lstStyle>
            <a:lvl1pPr>
              <a:defRPr/>
            </a:lvl1pPr>
          </a:lstStyle>
          <a:p>
            <a:pPr>
              <a:defRPr/>
            </a:pPr>
            <a:fld id="{639E97C8-28E4-4831-9540-0F4738242D5C}" type="slidenum">
              <a:rPr lang="en-US"/>
              <a:pPr>
                <a:defRPr/>
              </a:pPr>
              <a:t>‹#›</a:t>
            </a:fld>
            <a:endParaRPr 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 Box 5"/>
          <p:cNvSpPr txBox="1">
            <a:spLocks noGrp="1" noChangeArrowheads="1"/>
          </p:cNvSpPr>
          <p:nvPr>
            <p:ph type="sldNum" sz="quarter" idx="10"/>
          </p:nvPr>
        </p:nvSpPr>
        <p:spPr>
          <a:ln/>
        </p:spPr>
        <p:txBody>
          <a:bodyPr/>
          <a:lstStyle>
            <a:lvl1pPr>
              <a:defRPr/>
            </a:lvl1pPr>
          </a:lstStyle>
          <a:p>
            <a:pPr>
              <a:defRPr/>
            </a:pPr>
            <a:fld id="{E597658A-40DC-4300-BD89-2AE83AF43EA3}" type="slidenum">
              <a:rPr lang="en-US"/>
              <a:pPr>
                <a:defRPr/>
              </a:pPr>
              <a:t>‹#›</a:t>
            </a:fld>
            <a:endParaRPr 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5"/>
          <p:cNvSpPr txBox="1">
            <a:spLocks noGrp="1" noChangeArrowheads="1"/>
          </p:cNvSpPr>
          <p:nvPr>
            <p:ph type="sldNum" sz="quarter" idx="10"/>
          </p:nvPr>
        </p:nvSpPr>
        <p:spPr>
          <a:ln/>
        </p:spPr>
        <p:txBody>
          <a:bodyPr/>
          <a:lstStyle>
            <a:lvl1pPr>
              <a:defRPr/>
            </a:lvl1pPr>
          </a:lstStyle>
          <a:p>
            <a:pPr>
              <a:defRPr/>
            </a:pPr>
            <a:fld id="{A82D0D16-0916-4270-B401-4B39D0C9BF19}" type="slidenum">
              <a:rPr lang="en-US"/>
              <a:pPr>
                <a:defRPr/>
              </a:pPr>
              <a:t>‹#›</a:t>
            </a:fld>
            <a:endParaRPr 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Arial"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5"/>
          <p:cNvSpPr txBox="1">
            <a:spLocks noGrp="1" noChangeArrowheads="1"/>
          </p:cNvSpPr>
          <p:nvPr>
            <p:ph type="sldNum" sz="quarter" idx="10"/>
          </p:nvPr>
        </p:nvSpPr>
        <p:spPr>
          <a:ln/>
        </p:spPr>
        <p:txBody>
          <a:bodyPr/>
          <a:lstStyle>
            <a:lvl1pPr>
              <a:defRPr/>
            </a:lvl1pPr>
          </a:lstStyle>
          <a:p>
            <a:pPr>
              <a:defRPr/>
            </a:pPr>
            <a:fld id="{D30127DB-96B2-467B-94B9-61AC20CCA003}" type="slidenum">
              <a:rPr lang="en-US"/>
              <a:pPr>
                <a:defRPr/>
              </a:pPr>
              <a:t>‹#›</a:t>
            </a:fld>
            <a:endParaRPr 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Box 5"/>
          <p:cNvSpPr txBox="1">
            <a:spLocks noGrp="1" noChangeArrowheads="1"/>
          </p:cNvSpPr>
          <p:nvPr>
            <p:ph type="sldNum" sz="quarter" idx="10"/>
          </p:nvPr>
        </p:nvSpPr>
        <p:spPr>
          <a:ln/>
        </p:spPr>
        <p:txBody>
          <a:bodyPr/>
          <a:lstStyle>
            <a:lvl1pPr>
              <a:defRPr/>
            </a:lvl1pPr>
          </a:lstStyle>
          <a:p>
            <a:pPr>
              <a:defRPr/>
            </a:pPr>
            <a:fld id="{87275FF3-08BF-47AD-896A-A72380E5D7AC}" type="slidenum">
              <a:rPr lang="en-US"/>
              <a:pPr>
                <a:defRPr/>
              </a:pPr>
              <a:t>‹#›</a:t>
            </a:fld>
            <a:endParaRPr 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90488"/>
            <a:ext cx="1866900" cy="67675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0488"/>
            <a:ext cx="5448300" cy="67675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Box 5"/>
          <p:cNvSpPr txBox="1">
            <a:spLocks noGrp="1" noChangeArrowheads="1"/>
          </p:cNvSpPr>
          <p:nvPr>
            <p:ph type="sldNum" sz="quarter" idx="10"/>
          </p:nvPr>
        </p:nvSpPr>
        <p:spPr>
          <a:ln/>
        </p:spPr>
        <p:txBody>
          <a:bodyPr/>
          <a:lstStyle>
            <a:lvl1pPr>
              <a:defRPr/>
            </a:lvl1pPr>
          </a:lstStyle>
          <a:p>
            <a:pPr>
              <a:defRPr/>
            </a:pPr>
            <a:fld id="{54BC0963-65B8-4326-B2E8-56E4B6E4A589}" type="slidenum">
              <a:rPr lang="en-US"/>
              <a:pPr>
                <a:defRPr/>
              </a:pPr>
              <a:t>‹#›</a:t>
            </a:fld>
            <a:endParaRPr 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Text Box 3"/>
          <p:cNvSpPr txBox="1">
            <a:spLocks noGrp="1" noChangeArrowheads="1"/>
          </p:cNvSpPr>
          <p:nvPr>
            <p:ph type="sldNum" sz="quarter" idx="10"/>
          </p:nvPr>
        </p:nvSpPr>
        <p:spPr>
          <a:ln/>
        </p:spPr>
        <p:txBody>
          <a:bodyPr/>
          <a:lstStyle>
            <a:lvl1pPr>
              <a:defRPr/>
            </a:lvl1pPr>
          </a:lstStyle>
          <a:p>
            <a:pPr>
              <a:defRPr/>
            </a:pPr>
            <a:fld id="{8BC52521-07C1-4B88-A5F3-E951D1461682}" type="slidenum">
              <a:rPr lang="en-US"/>
              <a:pPr>
                <a:defRPr/>
              </a:pPr>
              <a:t>‹#›</a:t>
            </a:fld>
            <a:endParaRPr lang="en-US"/>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Box 3"/>
          <p:cNvSpPr txBox="1">
            <a:spLocks noGrp="1" noChangeArrowheads="1"/>
          </p:cNvSpPr>
          <p:nvPr>
            <p:ph type="sldNum" sz="quarter" idx="10"/>
          </p:nvPr>
        </p:nvSpPr>
        <p:spPr>
          <a:ln/>
        </p:spPr>
        <p:txBody>
          <a:bodyPr/>
          <a:lstStyle>
            <a:lvl1pPr>
              <a:defRPr/>
            </a:lvl1pPr>
          </a:lstStyle>
          <a:p>
            <a:pPr>
              <a:defRPr/>
            </a:pPr>
            <a:fld id="{9FF97FBC-D2FC-4E92-A2CC-AFA682627D3A}" type="slidenum">
              <a:rPr lang="en-US"/>
              <a:pPr>
                <a:defRPr/>
              </a:pPr>
              <a:t>‹#›</a:t>
            </a:fld>
            <a:endParaRPr 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Text Box 3"/>
          <p:cNvSpPr txBox="1">
            <a:spLocks noGrp="1" noChangeArrowheads="1"/>
          </p:cNvSpPr>
          <p:nvPr>
            <p:ph type="sldNum" sz="quarter" idx="10"/>
          </p:nvPr>
        </p:nvSpPr>
        <p:spPr>
          <a:ln/>
        </p:spPr>
        <p:txBody>
          <a:bodyPr/>
          <a:lstStyle>
            <a:lvl1pPr>
              <a:defRPr/>
            </a:lvl1pPr>
          </a:lstStyle>
          <a:p>
            <a:pPr>
              <a:defRPr/>
            </a:pPr>
            <a:fld id="{EA94416F-5825-4C6C-8B2C-3CF1132381B4}" type="slidenum">
              <a:rPr lang="en-US"/>
              <a:pPr>
                <a:defRPr/>
              </a:pPr>
              <a:t>‹#›</a:t>
            </a:fld>
            <a:endParaRPr lang="en-US"/>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36576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267200" y="1600200"/>
            <a:ext cx="36576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Box 3"/>
          <p:cNvSpPr txBox="1">
            <a:spLocks noGrp="1" noChangeArrowheads="1"/>
          </p:cNvSpPr>
          <p:nvPr>
            <p:ph type="sldNum" sz="quarter" idx="10"/>
          </p:nvPr>
        </p:nvSpPr>
        <p:spPr>
          <a:ln/>
        </p:spPr>
        <p:txBody>
          <a:bodyPr/>
          <a:lstStyle>
            <a:lvl1pPr>
              <a:defRPr/>
            </a:lvl1pPr>
          </a:lstStyle>
          <a:p>
            <a:pPr>
              <a:defRPr/>
            </a:pPr>
            <a:fld id="{3A2981AA-24E1-46F9-80AD-C849E726F8B1}" type="slidenum">
              <a:rPr lang="en-US"/>
              <a:pPr>
                <a:defRPr/>
              </a:pPr>
              <a:t>‹#›</a:t>
            </a:fld>
            <a:endParaRPr lang="en-US"/>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Box 3"/>
          <p:cNvSpPr txBox="1">
            <a:spLocks noGrp="1" noChangeArrowheads="1"/>
          </p:cNvSpPr>
          <p:nvPr>
            <p:ph type="sldNum" sz="quarter" idx="10"/>
          </p:nvPr>
        </p:nvSpPr>
        <p:spPr>
          <a:ln/>
        </p:spPr>
        <p:txBody>
          <a:bodyPr/>
          <a:lstStyle>
            <a:lvl1pPr>
              <a:defRPr/>
            </a:lvl1pPr>
          </a:lstStyle>
          <a:p>
            <a:pPr>
              <a:defRPr/>
            </a:pPr>
            <a:fld id="{6406A329-5FF5-4D54-A205-FD9119A2F6E6}" type="slidenum">
              <a:rPr lang="en-US"/>
              <a:pPr>
                <a:defRPr/>
              </a:pPr>
              <a:t>‹#›</a:t>
            </a:fld>
            <a:endParaRPr lang="en-US"/>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Box 3"/>
          <p:cNvSpPr txBox="1">
            <a:spLocks noGrp="1" noChangeArrowheads="1"/>
          </p:cNvSpPr>
          <p:nvPr>
            <p:ph type="sldNum" sz="quarter" idx="10"/>
          </p:nvPr>
        </p:nvSpPr>
        <p:spPr>
          <a:ln/>
        </p:spPr>
        <p:txBody>
          <a:bodyPr/>
          <a:lstStyle>
            <a:lvl1pPr>
              <a:defRPr/>
            </a:lvl1pPr>
          </a:lstStyle>
          <a:p>
            <a:pPr>
              <a:defRPr/>
            </a:pPr>
            <a:fld id="{C53B7973-7DB8-429D-967F-93EFE40A0F6B}" type="slidenum">
              <a:rPr lang="en-US"/>
              <a:pPr>
                <a:defRPr/>
              </a:pPr>
              <a:t>‹#›</a:t>
            </a:fld>
            <a:endParaRPr lang="en-US"/>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 Box 3"/>
          <p:cNvSpPr txBox="1">
            <a:spLocks noGrp="1" noChangeArrowheads="1"/>
          </p:cNvSpPr>
          <p:nvPr>
            <p:ph type="sldNum" sz="quarter" idx="10"/>
          </p:nvPr>
        </p:nvSpPr>
        <p:spPr>
          <a:ln/>
        </p:spPr>
        <p:txBody>
          <a:bodyPr/>
          <a:lstStyle>
            <a:lvl1pPr>
              <a:defRPr/>
            </a:lvl1pPr>
          </a:lstStyle>
          <a:p>
            <a:pPr>
              <a:defRPr/>
            </a:pPr>
            <a:fld id="{D0026F5A-E6B5-4EF1-8953-A65CE1AC22CF}" type="slidenum">
              <a:rPr lang="en-US"/>
              <a:pPr>
                <a:defRPr/>
              </a:pPr>
              <a:t>‹#›</a:t>
            </a:fld>
            <a:endParaRPr lang="en-US"/>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3"/>
          <p:cNvSpPr txBox="1">
            <a:spLocks noGrp="1" noChangeArrowheads="1"/>
          </p:cNvSpPr>
          <p:nvPr>
            <p:ph type="sldNum" sz="quarter" idx="10"/>
          </p:nvPr>
        </p:nvSpPr>
        <p:spPr>
          <a:ln/>
        </p:spPr>
        <p:txBody>
          <a:bodyPr/>
          <a:lstStyle>
            <a:lvl1pPr>
              <a:defRPr/>
            </a:lvl1pPr>
          </a:lstStyle>
          <a:p>
            <a:pPr>
              <a:defRPr/>
            </a:pPr>
            <a:fld id="{FD18F047-93A0-49CC-814B-796D95978616}" type="slidenum">
              <a:rPr lang="en-US"/>
              <a:pPr>
                <a:defRPr/>
              </a:pPr>
              <a:t>‹#›</a:t>
            </a:fld>
            <a:endParaRPr lang="en-US"/>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Arial"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3"/>
          <p:cNvSpPr txBox="1">
            <a:spLocks noGrp="1" noChangeArrowheads="1"/>
          </p:cNvSpPr>
          <p:nvPr>
            <p:ph type="sldNum" sz="quarter" idx="10"/>
          </p:nvPr>
        </p:nvSpPr>
        <p:spPr>
          <a:ln/>
        </p:spPr>
        <p:txBody>
          <a:bodyPr/>
          <a:lstStyle>
            <a:lvl1pPr>
              <a:defRPr/>
            </a:lvl1pPr>
          </a:lstStyle>
          <a:p>
            <a:pPr>
              <a:defRPr/>
            </a:pPr>
            <a:fld id="{8EB61DE6-6C55-419E-AC0E-4FE4CBC6B9A0}" type="slidenum">
              <a:rPr lang="en-US"/>
              <a:pPr>
                <a:defRPr/>
              </a:pPr>
              <a:t>‹#›</a:t>
            </a:fld>
            <a:endParaRPr lang="en-US"/>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Box 3"/>
          <p:cNvSpPr txBox="1">
            <a:spLocks noGrp="1" noChangeArrowheads="1"/>
          </p:cNvSpPr>
          <p:nvPr>
            <p:ph type="sldNum" sz="quarter" idx="10"/>
          </p:nvPr>
        </p:nvSpPr>
        <p:spPr>
          <a:ln/>
        </p:spPr>
        <p:txBody>
          <a:bodyPr/>
          <a:lstStyle>
            <a:lvl1pPr>
              <a:defRPr/>
            </a:lvl1pPr>
          </a:lstStyle>
          <a:p>
            <a:pPr>
              <a:defRPr/>
            </a:pPr>
            <a:fld id="{3D10397A-7D64-4C98-ABF6-9581AD4C2E34}" type="slidenum">
              <a:rPr lang="en-US"/>
              <a:pPr>
                <a:defRPr/>
              </a:pPr>
              <a:t>‹#›</a:t>
            </a:fld>
            <a:endParaRPr lang="en-US"/>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90488"/>
            <a:ext cx="1866900" cy="67675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0488"/>
            <a:ext cx="5448300" cy="67675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Box 3"/>
          <p:cNvSpPr txBox="1">
            <a:spLocks noGrp="1" noChangeArrowheads="1"/>
          </p:cNvSpPr>
          <p:nvPr>
            <p:ph type="sldNum" sz="quarter" idx="10"/>
          </p:nvPr>
        </p:nvSpPr>
        <p:spPr>
          <a:ln/>
        </p:spPr>
        <p:txBody>
          <a:bodyPr/>
          <a:lstStyle>
            <a:lvl1pPr>
              <a:defRPr/>
            </a:lvl1pPr>
          </a:lstStyle>
          <a:p>
            <a:pPr>
              <a:defRPr/>
            </a:pPr>
            <a:fld id="{1C33D317-F744-4F68-BCAB-EAEFDACFAA0F}" type="slidenum">
              <a:rPr lang="en-US"/>
              <a:pPr>
                <a:defRPr/>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457200" y="90488"/>
            <a:ext cx="7467600" cy="1509712"/>
          </a:xfrm>
          <a:prstGeom prst="rect">
            <a:avLst/>
          </a:prstGeom>
          <a:noFill/>
          <a:ln w="12700">
            <a:noFill/>
            <a:miter lim="800000"/>
            <a:headEnd/>
            <a:tailEnd/>
          </a:ln>
        </p:spPr>
        <p:txBody>
          <a:bodyPr vert="horz" wrap="square" lIns="50800" tIns="50800" rIns="45720" bIns="50800" numCol="1" anchor="ctr" anchorCtr="0" compatLnSpc="1">
            <a:prstTxWarp prst="textNoShape">
              <a:avLst/>
            </a:prstTxWarp>
          </a:bodyPr>
          <a:lstStyle/>
          <a:p>
            <a:pPr lvl="0"/>
            <a:r>
              <a:rPr lang="en-US" smtClean="0">
                <a:sym typeface="Lucida Grande" charset="0"/>
              </a:rPr>
              <a:t>Click to edit Master title style</a:t>
            </a:r>
          </a:p>
        </p:txBody>
      </p:sp>
      <p:sp>
        <p:nvSpPr>
          <p:cNvPr id="1027" name="Rectangle 2"/>
          <p:cNvSpPr>
            <a:spLocks noGrp="1" noChangeArrowheads="1"/>
          </p:cNvSpPr>
          <p:nvPr>
            <p:ph type="body" idx="1"/>
          </p:nvPr>
        </p:nvSpPr>
        <p:spPr bwMode="auto">
          <a:xfrm>
            <a:off x="457200" y="1600200"/>
            <a:ext cx="7467600" cy="5257800"/>
          </a:xfrm>
          <a:prstGeom prst="rect">
            <a:avLst/>
          </a:prstGeom>
          <a:noFill/>
          <a:ln w="12700">
            <a:noFill/>
            <a:miter lim="800000"/>
            <a:headEnd/>
            <a:tailEnd/>
          </a:ln>
        </p:spPr>
        <p:txBody>
          <a:bodyPr vert="horz" wrap="square" lIns="50800" tIns="50800" rIns="91440" bIns="50800" numCol="1" anchor="t" anchorCtr="0" compatLnSpc="1">
            <a:prstTxWarp prst="textNoShape">
              <a:avLst/>
            </a:prstTxWarp>
          </a:bodyPr>
          <a:lstStyle/>
          <a:p>
            <a:pPr lvl="0"/>
            <a:r>
              <a:rPr lang="en-US" smtClean="0">
                <a:sym typeface="Arial" charset="0"/>
              </a:rPr>
              <a:t>Click to edit Master text styles</a:t>
            </a:r>
          </a:p>
          <a:p>
            <a:pPr lvl="1"/>
            <a:r>
              <a:rPr lang="en-US" smtClean="0">
                <a:sym typeface="Arial" charset="0"/>
              </a:rPr>
              <a:t>Second level</a:t>
            </a:r>
          </a:p>
          <a:p>
            <a:pPr lvl="2"/>
            <a:r>
              <a:rPr lang="en-US" smtClean="0">
                <a:sym typeface="Arial" charset="0"/>
              </a:rPr>
              <a:t>Third level</a:t>
            </a:r>
          </a:p>
          <a:p>
            <a:pPr lvl="3"/>
            <a:r>
              <a:rPr lang="en-US" smtClean="0">
                <a:sym typeface="Arial" charset="0"/>
              </a:rPr>
              <a:t>Fourth level</a:t>
            </a:r>
          </a:p>
          <a:p>
            <a:pPr lvl="4"/>
            <a:r>
              <a:rPr lang="en-US" smtClean="0">
                <a:sym typeface="Arial" charset="0"/>
              </a:rPr>
              <a:t>Fifth level</a:t>
            </a:r>
          </a:p>
        </p:txBody>
      </p:sp>
      <p:sp>
        <p:nvSpPr>
          <p:cNvPr id="2" name="Text Box 3"/>
          <p:cNvSpPr txBox="1">
            <a:spLocks noGrp="1" noChangeArrowheads="1"/>
          </p:cNvSpPr>
          <p:nvPr>
            <p:ph type="sldNum" sz="quarter" idx="4"/>
          </p:nvPr>
        </p:nvSpPr>
        <p:spPr bwMode="auto">
          <a:xfrm>
            <a:off x="8456613" y="6646863"/>
            <a:ext cx="153987" cy="139700"/>
          </a:xfrm>
          <a:prstGeom prst="rect">
            <a:avLst/>
          </a:prstGeom>
          <a:noFill/>
          <a:ln w="12700">
            <a:noFill/>
            <a:miter lim="800000"/>
            <a:headEnd/>
            <a:tailEnd/>
          </a:ln>
          <a:effectLst/>
        </p:spPr>
        <p:txBody>
          <a:bodyPr vert="horz" wrap="none" lIns="91440" tIns="45720" rIns="91440" bIns="45720" numCol="1" anchor="b" anchorCtr="0" compatLnSpc="1">
            <a:prstTxWarp prst="textNoShape">
              <a:avLst/>
            </a:prstTxWarp>
          </a:bodyPr>
          <a:lstStyle>
            <a:lvl1pPr algn="ctr">
              <a:defRPr sz="1000">
                <a:solidFill>
                  <a:srgbClr val="374150"/>
                </a:solidFill>
                <a:cs typeface="Arial" charset="0"/>
              </a:defRPr>
            </a:lvl1pPr>
          </a:lstStyle>
          <a:p>
            <a:pPr>
              <a:defRPr/>
            </a:pPr>
            <a:fld id="{82C88147-5101-4C4A-ADC3-D3480251808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ransition/>
  <p:hf hdr="0" ftr="0" dt="0"/>
  <p:txStyles>
    <p:titleStyle>
      <a:lvl1pPr algn="l" rtl="0" eaLnBrk="0" fontAlgn="base" hangingPunct="0">
        <a:spcBef>
          <a:spcPct val="0"/>
        </a:spcBef>
        <a:spcAft>
          <a:spcPct val="0"/>
        </a:spcAft>
        <a:defRPr sz="4600">
          <a:solidFill>
            <a:schemeClr val="tx1"/>
          </a:solidFill>
          <a:latin typeface="+mj-lt"/>
          <a:ea typeface="+mj-ea"/>
          <a:cs typeface="+mj-cs"/>
          <a:sym typeface="Lucida Grande" charset="0"/>
        </a:defRPr>
      </a:lvl1pPr>
      <a:lvl2pPr algn="l" rtl="0" eaLnBrk="0" fontAlgn="base" hangingPunct="0">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2pPr>
      <a:lvl3pPr algn="l" rtl="0" eaLnBrk="0" fontAlgn="base" hangingPunct="0">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3pPr>
      <a:lvl4pPr algn="l" rtl="0" eaLnBrk="0" fontAlgn="base" hangingPunct="0">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4pPr>
      <a:lvl5pPr algn="l" rtl="0" eaLnBrk="0" fontAlgn="base" hangingPunct="0">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5pPr>
      <a:lvl6pPr marL="457200" algn="l" rtl="0" fontAlgn="base">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6pPr>
      <a:lvl7pPr marL="914400" algn="l" rtl="0" fontAlgn="base">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7pPr>
      <a:lvl8pPr marL="1371600" algn="l" rtl="0" fontAlgn="base">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8pPr>
      <a:lvl9pPr marL="1828800" algn="l" rtl="0" fontAlgn="base">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9pPr>
    </p:titleStyle>
    <p:bodyStyle>
      <a:lvl1pPr marL="407988" indent="-382588" algn="l" rtl="0" eaLnBrk="0" fontAlgn="base" hangingPunct="0">
        <a:spcBef>
          <a:spcPts val="700"/>
        </a:spcBef>
        <a:spcAft>
          <a:spcPct val="0"/>
        </a:spcAft>
        <a:buClr>
          <a:srgbClr val="7FD13B"/>
        </a:buClr>
        <a:buSzPct val="80000"/>
        <a:buFont typeface="Wingdings 2" charset="2"/>
        <a:buChar char=""/>
        <a:defRPr sz="3000">
          <a:solidFill>
            <a:schemeClr val="tx1"/>
          </a:solidFill>
          <a:latin typeface="+mn-lt"/>
          <a:ea typeface="+mn-ea"/>
          <a:cs typeface="+mn-cs"/>
          <a:sym typeface="Arial" charset="0"/>
        </a:defRPr>
      </a:lvl1pPr>
      <a:lvl2pPr marL="711200" indent="-273050" algn="l" rtl="0" eaLnBrk="0" fontAlgn="base" hangingPunct="0">
        <a:spcBef>
          <a:spcPts val="600"/>
        </a:spcBef>
        <a:spcAft>
          <a:spcPct val="0"/>
        </a:spcAft>
        <a:buClr>
          <a:srgbClr val="7FD13B"/>
        </a:buClr>
        <a:buSzPct val="89000"/>
        <a:buFont typeface="Wingdings 2" charset="2"/>
        <a:buChar char=""/>
        <a:defRPr sz="2600">
          <a:solidFill>
            <a:schemeClr val="tx1"/>
          </a:solidFill>
          <a:latin typeface="+mn-lt"/>
          <a:ea typeface="+mn-ea"/>
          <a:cs typeface="+mn-cs"/>
          <a:sym typeface="Arial" charset="0"/>
        </a:defRPr>
      </a:lvl2pPr>
      <a:lvl3pPr marL="993775" indent="-255588" algn="l" rtl="0" eaLnBrk="0" fontAlgn="base" hangingPunct="0">
        <a:spcBef>
          <a:spcPts val="600"/>
        </a:spcBef>
        <a:spcAft>
          <a:spcPct val="0"/>
        </a:spcAft>
        <a:buClr>
          <a:srgbClr val="EA157A"/>
        </a:buClr>
        <a:buSzPct val="85000"/>
        <a:buFont typeface="Arial" charset="0"/>
        <a:buChar char="○"/>
        <a:defRPr sz="2400">
          <a:solidFill>
            <a:schemeClr val="tx1"/>
          </a:solidFill>
          <a:latin typeface="+mn-lt"/>
          <a:ea typeface="+mn-ea"/>
          <a:cs typeface="+mn-cs"/>
          <a:sym typeface="Arial" charset="0"/>
        </a:defRPr>
      </a:lvl3pPr>
      <a:lvl4pPr marL="1268413" indent="-236538" algn="l" rtl="0" eaLnBrk="0" fontAlgn="base" hangingPunct="0">
        <a:spcBef>
          <a:spcPts val="500"/>
        </a:spcBef>
        <a:spcAft>
          <a:spcPct val="0"/>
        </a:spcAft>
        <a:buClr>
          <a:srgbClr val="FEB80A"/>
        </a:buClr>
        <a:buSzPct val="89000"/>
        <a:buFont typeface="Wingdings 2" charset="2"/>
        <a:buChar char=""/>
        <a:defRPr sz="2000">
          <a:solidFill>
            <a:schemeClr val="tx1"/>
          </a:solidFill>
          <a:latin typeface="+mn-lt"/>
          <a:ea typeface="+mn-ea"/>
          <a:cs typeface="+mn-cs"/>
          <a:sym typeface="Arial" charset="0"/>
        </a:defRPr>
      </a:lvl4pPr>
      <a:lvl5pPr marL="1477963" indent="-182563" algn="l" rtl="0" eaLnBrk="0" fontAlgn="base" hangingPunct="0">
        <a:spcBef>
          <a:spcPts val="500"/>
        </a:spcBef>
        <a:spcAft>
          <a:spcPct val="0"/>
        </a:spcAft>
        <a:buClr>
          <a:srgbClr val="00ADDC"/>
        </a:buClr>
        <a:buSzPct val="100000"/>
        <a:buFont typeface="Arial" charset="0"/>
        <a:buChar char="-"/>
        <a:defRPr sz="2000">
          <a:solidFill>
            <a:schemeClr val="tx1"/>
          </a:solidFill>
          <a:latin typeface="+mn-lt"/>
          <a:ea typeface="+mn-ea"/>
          <a:cs typeface="+mn-cs"/>
          <a:sym typeface="Arial" charset="0"/>
        </a:defRPr>
      </a:lvl5pPr>
      <a:lvl6pPr marL="1935163" indent="-182563" algn="l" rtl="0" fontAlgn="base">
        <a:spcBef>
          <a:spcPts val="500"/>
        </a:spcBef>
        <a:spcAft>
          <a:spcPct val="0"/>
        </a:spcAft>
        <a:buClr>
          <a:srgbClr val="00ADDC"/>
        </a:buClr>
        <a:buSzPct val="100000"/>
        <a:buFont typeface="Arial" charset="0"/>
        <a:buChar char="-"/>
        <a:defRPr sz="2000">
          <a:solidFill>
            <a:schemeClr val="tx1"/>
          </a:solidFill>
          <a:latin typeface="+mn-lt"/>
          <a:ea typeface="+mn-ea"/>
          <a:cs typeface="+mn-cs"/>
          <a:sym typeface="Arial" charset="0"/>
        </a:defRPr>
      </a:lvl6pPr>
      <a:lvl7pPr marL="2392363" indent="-182563" algn="l" rtl="0" fontAlgn="base">
        <a:spcBef>
          <a:spcPts val="500"/>
        </a:spcBef>
        <a:spcAft>
          <a:spcPct val="0"/>
        </a:spcAft>
        <a:buClr>
          <a:srgbClr val="00ADDC"/>
        </a:buClr>
        <a:buSzPct val="100000"/>
        <a:buFont typeface="Arial" charset="0"/>
        <a:buChar char="-"/>
        <a:defRPr sz="2000">
          <a:solidFill>
            <a:schemeClr val="tx1"/>
          </a:solidFill>
          <a:latin typeface="+mn-lt"/>
          <a:ea typeface="+mn-ea"/>
          <a:cs typeface="+mn-cs"/>
          <a:sym typeface="Arial" charset="0"/>
        </a:defRPr>
      </a:lvl7pPr>
      <a:lvl8pPr marL="2849563" indent="-182563" algn="l" rtl="0" fontAlgn="base">
        <a:spcBef>
          <a:spcPts val="500"/>
        </a:spcBef>
        <a:spcAft>
          <a:spcPct val="0"/>
        </a:spcAft>
        <a:buClr>
          <a:srgbClr val="00ADDC"/>
        </a:buClr>
        <a:buSzPct val="100000"/>
        <a:buFont typeface="Arial" charset="0"/>
        <a:buChar char="-"/>
        <a:defRPr sz="2000">
          <a:solidFill>
            <a:schemeClr val="tx1"/>
          </a:solidFill>
          <a:latin typeface="+mn-lt"/>
          <a:ea typeface="+mn-ea"/>
          <a:cs typeface="+mn-cs"/>
          <a:sym typeface="Arial" charset="0"/>
        </a:defRPr>
      </a:lvl8pPr>
      <a:lvl9pPr marL="3306763" indent="-182563" algn="l" rtl="0" fontAlgn="base">
        <a:spcBef>
          <a:spcPts val="500"/>
        </a:spcBef>
        <a:spcAft>
          <a:spcPct val="0"/>
        </a:spcAft>
        <a:buClr>
          <a:srgbClr val="00ADDC"/>
        </a:buClr>
        <a:buSzPct val="100000"/>
        <a:buFont typeface="Arial" charset="0"/>
        <a:buChar char="-"/>
        <a:defRPr sz="2000">
          <a:solidFill>
            <a:schemeClr val="tx1"/>
          </a:solidFill>
          <a:latin typeface="+mn-lt"/>
          <a:ea typeface="+mn-ea"/>
          <a:cs typeface="+mn-cs"/>
          <a:sym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1" name="AutoShape 1"/>
          <p:cNvSpPr>
            <a:spLocks/>
          </p:cNvSpPr>
          <p:nvPr/>
        </p:nvSpPr>
        <p:spPr bwMode="auto">
          <a:xfrm>
            <a:off x="0" y="4751388"/>
            <a:ext cx="9144000" cy="2112962"/>
          </a:xfrm>
          <a:custGeom>
            <a:avLst/>
            <a:gdLst>
              <a:gd name="T0" fmla="*/ 10800 w 21600"/>
              <a:gd name="T1" fmla="*/ 10800 h 21600"/>
            </a:gdLst>
            <a:ahLst/>
            <a:cxnLst>
              <a:cxn ang="0">
                <a:pos x="T0" y="T1"/>
              </a:cxn>
            </a:cxnLst>
            <a:rect l="0" t="0" r="r" b="b"/>
            <a:pathLst>
              <a:path w="21600" h="21600">
                <a:moveTo>
                  <a:pt x="0" y="17299"/>
                </a:moveTo>
                <a:lnTo>
                  <a:pt x="0" y="21600"/>
                </a:lnTo>
                <a:lnTo>
                  <a:pt x="21600" y="21600"/>
                </a:lnTo>
                <a:lnTo>
                  <a:pt x="21600" y="0"/>
                </a:lnTo>
                <a:cubicBezTo>
                  <a:pt x="12075" y="19571"/>
                  <a:pt x="8438" y="18598"/>
                  <a:pt x="0" y="17299"/>
                </a:cubicBezTo>
                <a:close/>
                <a:moveTo>
                  <a:pt x="0" y="17299"/>
                </a:moveTo>
              </a:path>
            </a:pathLst>
          </a:custGeom>
          <a:solidFill>
            <a:schemeClr val="accent1">
              <a:alpha val="44705"/>
            </a:schemeClr>
          </a:solidFill>
          <a:ln w="9525" cap="flat">
            <a:noFill/>
            <a:round/>
            <a:headEnd type="none" w="med" len="med"/>
            <a:tailEnd type="none" w="med" len="med"/>
          </a:ln>
          <a:effectLst>
            <a:outerShdw dist="50799" dir="16200000" algn="ctr" rotWithShape="0">
              <a:schemeClr val="bg2">
                <a:alpha val="34998"/>
              </a:schemeClr>
            </a:outerShdw>
          </a:effectLst>
        </p:spPr>
        <p:txBody>
          <a:bodyPr lIns="0" tIns="0" rIns="0" bIns="0"/>
          <a:lstStyle/>
          <a:p>
            <a:pPr>
              <a:defRPr/>
            </a:pPr>
            <a:endParaRPr lang="en-US"/>
          </a:p>
        </p:txBody>
      </p:sp>
      <p:sp>
        <p:nvSpPr>
          <p:cNvPr id="5122" name="AutoShape 2"/>
          <p:cNvSpPr>
            <a:spLocks/>
          </p:cNvSpPr>
          <p:nvPr/>
        </p:nvSpPr>
        <p:spPr bwMode="auto">
          <a:xfrm>
            <a:off x="7315200" y="0"/>
            <a:ext cx="1828800" cy="6858000"/>
          </a:xfrm>
          <a:custGeom>
            <a:avLst/>
            <a:gdLst>
              <a:gd name="T0" fmla="*/ 10800 w 19857"/>
              <a:gd name="T1" fmla="*/ 10800 h 21600"/>
            </a:gdLst>
            <a:ahLst/>
            <a:cxnLst>
              <a:cxn ang="0">
                <a:pos x="T0" y="T1"/>
              </a:cxn>
            </a:cxnLst>
            <a:rect l="0" t="0" r="r" b="b"/>
            <a:pathLst>
              <a:path w="19857" h="21600">
                <a:moveTo>
                  <a:pt x="19857" y="45"/>
                </a:moveTo>
                <a:lnTo>
                  <a:pt x="19857" y="21600"/>
                </a:lnTo>
                <a:lnTo>
                  <a:pt x="2116" y="21590"/>
                </a:lnTo>
                <a:cubicBezTo>
                  <a:pt x="13363" y="17833"/>
                  <a:pt x="21600" y="8652"/>
                  <a:pt x="0" y="0"/>
                </a:cubicBezTo>
                <a:lnTo>
                  <a:pt x="19857" y="45"/>
                </a:lnTo>
                <a:close/>
                <a:moveTo>
                  <a:pt x="19857" y="45"/>
                </a:moveTo>
              </a:path>
            </a:pathLst>
          </a:custGeom>
          <a:solidFill>
            <a:schemeClr val="accent1">
              <a:alpha val="39607"/>
            </a:schemeClr>
          </a:solidFill>
          <a:ln w="9525" cap="flat">
            <a:noFill/>
            <a:round/>
            <a:headEnd type="none" w="med" len="med"/>
            <a:tailEnd type="none" w="med" len="med"/>
          </a:ln>
          <a:effectLst>
            <a:outerShdw dist="50799" dir="10800000" algn="ctr" rotWithShape="0">
              <a:schemeClr val="bg2">
                <a:alpha val="44998"/>
              </a:schemeClr>
            </a:outerShdw>
          </a:effectLst>
        </p:spPr>
        <p:txBody>
          <a:bodyPr lIns="0" tIns="0" rIns="0" bIns="0"/>
          <a:lstStyle/>
          <a:p>
            <a:pPr>
              <a:defRPr/>
            </a:pPr>
            <a:endParaRPr lang="en-US"/>
          </a:p>
        </p:txBody>
      </p:sp>
      <p:sp>
        <p:nvSpPr>
          <p:cNvPr id="2052" name="Rectangle 3"/>
          <p:cNvSpPr>
            <a:spLocks noGrp="1" noChangeArrowheads="1"/>
          </p:cNvSpPr>
          <p:nvPr>
            <p:ph type="title"/>
          </p:nvPr>
        </p:nvSpPr>
        <p:spPr bwMode="auto">
          <a:xfrm>
            <a:off x="457200" y="90488"/>
            <a:ext cx="7467600" cy="1509712"/>
          </a:xfrm>
          <a:prstGeom prst="rect">
            <a:avLst/>
          </a:prstGeom>
          <a:noFill/>
          <a:ln w="12700">
            <a:noFill/>
            <a:miter lim="800000"/>
            <a:headEnd/>
            <a:tailEnd/>
          </a:ln>
        </p:spPr>
        <p:txBody>
          <a:bodyPr vert="horz" wrap="square" lIns="50800" tIns="50800" rIns="45720" bIns="50800" numCol="1" anchor="ctr" anchorCtr="0" compatLnSpc="1">
            <a:prstTxWarp prst="textNoShape">
              <a:avLst/>
            </a:prstTxWarp>
          </a:bodyPr>
          <a:lstStyle/>
          <a:p>
            <a:pPr lvl="0"/>
            <a:r>
              <a:rPr lang="en-US" smtClean="0">
                <a:sym typeface="Lucida Grande" charset="0"/>
              </a:rPr>
              <a:t>Click to edit Master title style</a:t>
            </a:r>
          </a:p>
        </p:txBody>
      </p:sp>
      <p:sp>
        <p:nvSpPr>
          <p:cNvPr id="2053" name="Rectangle 4"/>
          <p:cNvSpPr>
            <a:spLocks noGrp="1" noChangeArrowheads="1"/>
          </p:cNvSpPr>
          <p:nvPr>
            <p:ph type="body" idx="1"/>
          </p:nvPr>
        </p:nvSpPr>
        <p:spPr bwMode="auto">
          <a:xfrm>
            <a:off x="457200" y="1600200"/>
            <a:ext cx="7467600" cy="5257800"/>
          </a:xfrm>
          <a:prstGeom prst="rect">
            <a:avLst/>
          </a:prstGeom>
          <a:noFill/>
          <a:ln w="12700">
            <a:noFill/>
            <a:miter lim="800000"/>
            <a:headEnd/>
            <a:tailEnd/>
          </a:ln>
        </p:spPr>
        <p:txBody>
          <a:bodyPr vert="horz" wrap="square" lIns="50800" tIns="50800" rIns="91440" bIns="50800" numCol="1" anchor="t" anchorCtr="0" compatLnSpc="1">
            <a:prstTxWarp prst="textNoShape">
              <a:avLst/>
            </a:prstTxWarp>
          </a:bodyPr>
          <a:lstStyle/>
          <a:p>
            <a:pPr lvl="0"/>
            <a:r>
              <a:rPr lang="en-US" smtClean="0">
                <a:sym typeface="Arial" charset="0"/>
              </a:rPr>
              <a:t>Click to edit Master text styles</a:t>
            </a:r>
          </a:p>
          <a:p>
            <a:pPr lvl="1"/>
            <a:r>
              <a:rPr lang="en-US" smtClean="0">
                <a:sym typeface="Arial" charset="0"/>
              </a:rPr>
              <a:t>Second level</a:t>
            </a:r>
          </a:p>
          <a:p>
            <a:pPr lvl="2"/>
            <a:r>
              <a:rPr lang="en-US" smtClean="0">
                <a:sym typeface="Arial" charset="0"/>
              </a:rPr>
              <a:t>Third level</a:t>
            </a:r>
          </a:p>
          <a:p>
            <a:pPr lvl="3"/>
            <a:r>
              <a:rPr lang="en-US" smtClean="0">
                <a:sym typeface="Arial" charset="0"/>
              </a:rPr>
              <a:t>Fourth level</a:t>
            </a:r>
          </a:p>
          <a:p>
            <a:pPr lvl="4"/>
            <a:r>
              <a:rPr lang="en-US" smtClean="0">
                <a:sym typeface="Arial" charset="0"/>
              </a:rPr>
              <a:t>Fifth level</a:t>
            </a:r>
          </a:p>
        </p:txBody>
      </p:sp>
      <p:sp>
        <p:nvSpPr>
          <p:cNvPr id="2" name="Text Box 5"/>
          <p:cNvSpPr txBox="1">
            <a:spLocks noGrp="1" noChangeArrowheads="1"/>
          </p:cNvSpPr>
          <p:nvPr>
            <p:ph type="sldNum" sz="quarter" idx="4"/>
          </p:nvPr>
        </p:nvSpPr>
        <p:spPr bwMode="auto">
          <a:xfrm>
            <a:off x="8459788" y="6646863"/>
            <a:ext cx="153987" cy="139700"/>
          </a:xfrm>
          <a:prstGeom prst="rect">
            <a:avLst/>
          </a:prstGeom>
          <a:noFill/>
          <a:ln w="12700">
            <a:noFill/>
            <a:miter lim="800000"/>
            <a:headEnd/>
            <a:tailEnd/>
          </a:ln>
          <a:effectLst/>
        </p:spPr>
        <p:txBody>
          <a:bodyPr vert="horz" wrap="none" lIns="91440" tIns="45720" rIns="91440" bIns="45720" numCol="1" anchor="b" anchorCtr="0" compatLnSpc="1">
            <a:prstTxWarp prst="textNoShape">
              <a:avLst/>
            </a:prstTxWarp>
          </a:bodyPr>
          <a:lstStyle>
            <a:lvl1pPr algn="ctr">
              <a:defRPr sz="1000">
                <a:solidFill>
                  <a:srgbClr val="374150"/>
                </a:solidFill>
                <a:cs typeface="Arial" charset="0"/>
              </a:defRPr>
            </a:lvl1pPr>
          </a:lstStyle>
          <a:p>
            <a:pPr>
              <a:defRPr/>
            </a:pPr>
            <a:fld id="{C548DA81-94EB-4BE9-AC66-489B3CE5A89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ransition/>
  <p:hf hdr="0" ftr="0" dt="0"/>
  <p:txStyles>
    <p:titleStyle>
      <a:lvl1pPr algn="l" rtl="0" eaLnBrk="0" fontAlgn="base" hangingPunct="0">
        <a:spcBef>
          <a:spcPct val="0"/>
        </a:spcBef>
        <a:spcAft>
          <a:spcPct val="0"/>
        </a:spcAft>
        <a:defRPr sz="4600">
          <a:solidFill>
            <a:schemeClr val="tx1"/>
          </a:solidFill>
          <a:latin typeface="+mj-lt"/>
          <a:ea typeface="+mj-ea"/>
          <a:cs typeface="+mj-cs"/>
          <a:sym typeface="Lucida Grande" charset="0"/>
        </a:defRPr>
      </a:lvl1pPr>
      <a:lvl2pPr algn="l" rtl="0" eaLnBrk="0" fontAlgn="base" hangingPunct="0">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2pPr>
      <a:lvl3pPr algn="l" rtl="0" eaLnBrk="0" fontAlgn="base" hangingPunct="0">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3pPr>
      <a:lvl4pPr algn="l" rtl="0" eaLnBrk="0" fontAlgn="base" hangingPunct="0">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4pPr>
      <a:lvl5pPr algn="l" rtl="0" eaLnBrk="0" fontAlgn="base" hangingPunct="0">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5pPr>
      <a:lvl6pPr marL="457200" algn="l" rtl="0" fontAlgn="base">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6pPr>
      <a:lvl7pPr marL="914400" algn="l" rtl="0" fontAlgn="base">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7pPr>
      <a:lvl8pPr marL="1371600" algn="l" rtl="0" fontAlgn="base">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8pPr>
      <a:lvl9pPr marL="1828800" algn="l" rtl="0" fontAlgn="base">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9pPr>
    </p:titleStyle>
    <p:bodyStyle>
      <a:lvl1pPr marL="407988" indent="-382588" algn="l" rtl="0" eaLnBrk="0" fontAlgn="base" hangingPunct="0">
        <a:spcBef>
          <a:spcPts val="700"/>
        </a:spcBef>
        <a:spcAft>
          <a:spcPct val="0"/>
        </a:spcAft>
        <a:buClr>
          <a:srgbClr val="7FD13B"/>
        </a:buClr>
        <a:buSzPct val="80000"/>
        <a:buFont typeface="Wingdings 2" charset="2"/>
        <a:buChar char=""/>
        <a:defRPr sz="3000">
          <a:solidFill>
            <a:schemeClr val="tx1"/>
          </a:solidFill>
          <a:latin typeface="+mn-lt"/>
          <a:ea typeface="+mn-ea"/>
          <a:cs typeface="+mn-cs"/>
          <a:sym typeface="Arial" charset="0"/>
        </a:defRPr>
      </a:lvl1pPr>
      <a:lvl2pPr marL="711200" indent="-273050" algn="l" rtl="0" eaLnBrk="0" fontAlgn="base" hangingPunct="0">
        <a:spcBef>
          <a:spcPts val="600"/>
        </a:spcBef>
        <a:spcAft>
          <a:spcPct val="0"/>
        </a:spcAft>
        <a:buClr>
          <a:srgbClr val="7FD13B"/>
        </a:buClr>
        <a:buSzPct val="89000"/>
        <a:buFont typeface="Wingdings 2" charset="2"/>
        <a:buChar char=""/>
        <a:defRPr sz="2600">
          <a:solidFill>
            <a:schemeClr val="tx1"/>
          </a:solidFill>
          <a:latin typeface="+mn-lt"/>
          <a:ea typeface="+mn-ea"/>
          <a:cs typeface="+mn-cs"/>
          <a:sym typeface="Arial" charset="0"/>
        </a:defRPr>
      </a:lvl2pPr>
      <a:lvl3pPr marL="993775" indent="-255588" algn="l" rtl="0" eaLnBrk="0" fontAlgn="base" hangingPunct="0">
        <a:spcBef>
          <a:spcPts val="600"/>
        </a:spcBef>
        <a:spcAft>
          <a:spcPct val="0"/>
        </a:spcAft>
        <a:buClr>
          <a:srgbClr val="EA157A"/>
        </a:buClr>
        <a:buSzPct val="85000"/>
        <a:buFont typeface="Arial" charset="0"/>
        <a:buChar char="○"/>
        <a:defRPr sz="2400">
          <a:solidFill>
            <a:schemeClr val="tx1"/>
          </a:solidFill>
          <a:latin typeface="+mn-lt"/>
          <a:ea typeface="+mn-ea"/>
          <a:cs typeface="+mn-cs"/>
          <a:sym typeface="Arial" charset="0"/>
        </a:defRPr>
      </a:lvl3pPr>
      <a:lvl4pPr marL="1268413" indent="-236538" algn="l" rtl="0" eaLnBrk="0" fontAlgn="base" hangingPunct="0">
        <a:spcBef>
          <a:spcPts val="500"/>
        </a:spcBef>
        <a:spcAft>
          <a:spcPct val="0"/>
        </a:spcAft>
        <a:buClr>
          <a:srgbClr val="FEB80A"/>
        </a:buClr>
        <a:buSzPct val="89000"/>
        <a:buFont typeface="Wingdings 2" charset="2"/>
        <a:buChar char=""/>
        <a:defRPr sz="2000">
          <a:solidFill>
            <a:schemeClr val="tx1"/>
          </a:solidFill>
          <a:latin typeface="+mn-lt"/>
          <a:ea typeface="+mn-ea"/>
          <a:cs typeface="+mn-cs"/>
          <a:sym typeface="Arial" charset="0"/>
        </a:defRPr>
      </a:lvl4pPr>
      <a:lvl5pPr marL="1477963" indent="-182563" algn="l" rtl="0" eaLnBrk="0" fontAlgn="base" hangingPunct="0">
        <a:spcBef>
          <a:spcPts val="500"/>
        </a:spcBef>
        <a:spcAft>
          <a:spcPct val="0"/>
        </a:spcAft>
        <a:buClr>
          <a:srgbClr val="00ADDC"/>
        </a:buClr>
        <a:buSzPct val="100000"/>
        <a:buFont typeface="Arial" charset="0"/>
        <a:buChar char="-"/>
        <a:defRPr sz="2000">
          <a:solidFill>
            <a:schemeClr val="tx1"/>
          </a:solidFill>
          <a:latin typeface="+mn-lt"/>
          <a:ea typeface="+mn-ea"/>
          <a:cs typeface="+mn-cs"/>
          <a:sym typeface="Arial" charset="0"/>
        </a:defRPr>
      </a:lvl5pPr>
      <a:lvl6pPr marL="1935163" indent="-182563" algn="l" rtl="0" fontAlgn="base">
        <a:spcBef>
          <a:spcPts val="500"/>
        </a:spcBef>
        <a:spcAft>
          <a:spcPct val="0"/>
        </a:spcAft>
        <a:buClr>
          <a:srgbClr val="00ADDC"/>
        </a:buClr>
        <a:buSzPct val="100000"/>
        <a:buFont typeface="Arial" charset="0"/>
        <a:buChar char="-"/>
        <a:defRPr sz="2000">
          <a:solidFill>
            <a:schemeClr val="tx1"/>
          </a:solidFill>
          <a:latin typeface="+mn-lt"/>
          <a:ea typeface="+mn-ea"/>
          <a:cs typeface="+mn-cs"/>
          <a:sym typeface="Arial" charset="0"/>
        </a:defRPr>
      </a:lvl6pPr>
      <a:lvl7pPr marL="2392363" indent="-182563" algn="l" rtl="0" fontAlgn="base">
        <a:spcBef>
          <a:spcPts val="500"/>
        </a:spcBef>
        <a:spcAft>
          <a:spcPct val="0"/>
        </a:spcAft>
        <a:buClr>
          <a:srgbClr val="00ADDC"/>
        </a:buClr>
        <a:buSzPct val="100000"/>
        <a:buFont typeface="Arial" charset="0"/>
        <a:buChar char="-"/>
        <a:defRPr sz="2000">
          <a:solidFill>
            <a:schemeClr val="tx1"/>
          </a:solidFill>
          <a:latin typeface="+mn-lt"/>
          <a:ea typeface="+mn-ea"/>
          <a:cs typeface="+mn-cs"/>
          <a:sym typeface="Arial" charset="0"/>
        </a:defRPr>
      </a:lvl7pPr>
      <a:lvl8pPr marL="2849563" indent="-182563" algn="l" rtl="0" fontAlgn="base">
        <a:spcBef>
          <a:spcPts val="500"/>
        </a:spcBef>
        <a:spcAft>
          <a:spcPct val="0"/>
        </a:spcAft>
        <a:buClr>
          <a:srgbClr val="00ADDC"/>
        </a:buClr>
        <a:buSzPct val="100000"/>
        <a:buFont typeface="Arial" charset="0"/>
        <a:buChar char="-"/>
        <a:defRPr sz="2000">
          <a:solidFill>
            <a:schemeClr val="tx1"/>
          </a:solidFill>
          <a:latin typeface="+mn-lt"/>
          <a:ea typeface="+mn-ea"/>
          <a:cs typeface="+mn-cs"/>
          <a:sym typeface="Arial" charset="0"/>
        </a:defRPr>
      </a:lvl8pPr>
      <a:lvl9pPr marL="3306763" indent="-182563" algn="l" rtl="0" fontAlgn="base">
        <a:spcBef>
          <a:spcPts val="500"/>
        </a:spcBef>
        <a:spcAft>
          <a:spcPct val="0"/>
        </a:spcAft>
        <a:buClr>
          <a:srgbClr val="00ADDC"/>
        </a:buClr>
        <a:buSzPct val="100000"/>
        <a:buFont typeface="Arial" charset="0"/>
        <a:buChar char="-"/>
        <a:defRPr sz="2000">
          <a:solidFill>
            <a:schemeClr val="tx1"/>
          </a:solidFill>
          <a:latin typeface="+mn-lt"/>
          <a:ea typeface="+mn-ea"/>
          <a:cs typeface="+mn-cs"/>
          <a:sym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1"/>
          <p:cNvSpPr>
            <a:spLocks noGrp="1" noChangeArrowheads="1"/>
          </p:cNvSpPr>
          <p:nvPr>
            <p:ph type="title"/>
          </p:nvPr>
        </p:nvSpPr>
        <p:spPr bwMode="auto">
          <a:xfrm>
            <a:off x="457200" y="90488"/>
            <a:ext cx="7467600" cy="1509712"/>
          </a:xfrm>
          <a:prstGeom prst="rect">
            <a:avLst/>
          </a:prstGeom>
          <a:noFill/>
          <a:ln w="12700">
            <a:noFill/>
            <a:miter lim="800000"/>
            <a:headEnd/>
            <a:tailEnd/>
          </a:ln>
        </p:spPr>
        <p:txBody>
          <a:bodyPr vert="horz" wrap="square" lIns="50800" tIns="50800" rIns="45720" bIns="50800" numCol="1" anchor="ctr" anchorCtr="0" compatLnSpc="1">
            <a:prstTxWarp prst="textNoShape">
              <a:avLst/>
            </a:prstTxWarp>
          </a:bodyPr>
          <a:lstStyle/>
          <a:p>
            <a:pPr lvl="0"/>
            <a:r>
              <a:rPr lang="en-US" smtClean="0">
                <a:sym typeface="Lucida Grande" charset="0"/>
              </a:rPr>
              <a:t>Click to edit Master title style</a:t>
            </a:r>
          </a:p>
        </p:txBody>
      </p:sp>
      <p:sp>
        <p:nvSpPr>
          <p:cNvPr id="3075" name="Rectangle 2"/>
          <p:cNvSpPr>
            <a:spLocks noGrp="1" noChangeArrowheads="1"/>
          </p:cNvSpPr>
          <p:nvPr>
            <p:ph type="body" idx="1"/>
          </p:nvPr>
        </p:nvSpPr>
        <p:spPr bwMode="auto">
          <a:xfrm>
            <a:off x="457200" y="1600200"/>
            <a:ext cx="7467600" cy="5257800"/>
          </a:xfrm>
          <a:prstGeom prst="rect">
            <a:avLst/>
          </a:prstGeom>
          <a:noFill/>
          <a:ln w="12700">
            <a:noFill/>
            <a:miter lim="800000"/>
            <a:headEnd/>
            <a:tailEnd/>
          </a:ln>
        </p:spPr>
        <p:txBody>
          <a:bodyPr vert="horz" wrap="square" lIns="50800" tIns="50800" rIns="91440" bIns="50800" numCol="1" anchor="t" anchorCtr="0" compatLnSpc="1">
            <a:prstTxWarp prst="textNoShape">
              <a:avLst/>
            </a:prstTxWarp>
          </a:bodyPr>
          <a:lstStyle/>
          <a:p>
            <a:pPr lvl="0"/>
            <a:r>
              <a:rPr lang="en-US" smtClean="0">
                <a:sym typeface="Arial" charset="0"/>
              </a:rPr>
              <a:t>Click to edit Master text styles</a:t>
            </a:r>
          </a:p>
          <a:p>
            <a:pPr lvl="1"/>
            <a:r>
              <a:rPr lang="en-US" smtClean="0">
                <a:sym typeface="Arial" charset="0"/>
              </a:rPr>
              <a:t>Second level</a:t>
            </a:r>
          </a:p>
          <a:p>
            <a:pPr lvl="2"/>
            <a:r>
              <a:rPr lang="en-US" smtClean="0">
                <a:sym typeface="Arial" charset="0"/>
              </a:rPr>
              <a:t>Third level</a:t>
            </a:r>
          </a:p>
          <a:p>
            <a:pPr lvl="3"/>
            <a:r>
              <a:rPr lang="en-US" smtClean="0">
                <a:sym typeface="Arial" charset="0"/>
              </a:rPr>
              <a:t>Fourth level</a:t>
            </a:r>
          </a:p>
          <a:p>
            <a:pPr lvl="4"/>
            <a:r>
              <a:rPr lang="en-US" smtClean="0">
                <a:sym typeface="Arial" charset="0"/>
              </a:rPr>
              <a:t>Fifth level</a:t>
            </a:r>
          </a:p>
        </p:txBody>
      </p:sp>
      <p:sp>
        <p:nvSpPr>
          <p:cNvPr id="2" name="Text Box 3"/>
          <p:cNvSpPr txBox="1">
            <a:spLocks noGrp="1" noChangeArrowheads="1"/>
          </p:cNvSpPr>
          <p:nvPr>
            <p:ph type="sldNum" sz="quarter" idx="4"/>
          </p:nvPr>
        </p:nvSpPr>
        <p:spPr bwMode="auto">
          <a:xfrm>
            <a:off x="8456613" y="6646863"/>
            <a:ext cx="153987" cy="139700"/>
          </a:xfrm>
          <a:prstGeom prst="rect">
            <a:avLst/>
          </a:prstGeom>
          <a:noFill/>
          <a:ln w="12700">
            <a:noFill/>
            <a:miter lim="800000"/>
            <a:headEnd/>
            <a:tailEnd/>
          </a:ln>
          <a:effectLst/>
        </p:spPr>
        <p:txBody>
          <a:bodyPr vert="horz" wrap="none" lIns="91440" tIns="45720" rIns="91440" bIns="45720" numCol="1" anchor="b" anchorCtr="0" compatLnSpc="1">
            <a:prstTxWarp prst="textNoShape">
              <a:avLst/>
            </a:prstTxWarp>
          </a:bodyPr>
          <a:lstStyle>
            <a:lvl1pPr algn="ctr">
              <a:defRPr sz="1000">
                <a:solidFill>
                  <a:srgbClr val="374150"/>
                </a:solidFill>
                <a:cs typeface="Arial" charset="0"/>
              </a:defRPr>
            </a:lvl1pPr>
          </a:lstStyle>
          <a:p>
            <a:pPr>
              <a:defRPr/>
            </a:pPr>
            <a:fld id="{E9BA847C-C16D-458C-ACE0-F36226F8C47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ransition/>
  <p:hf hdr="0" ftr="0" dt="0"/>
  <p:txStyles>
    <p:titleStyle>
      <a:lvl1pPr algn="l" rtl="0" eaLnBrk="0" fontAlgn="base" hangingPunct="0">
        <a:spcBef>
          <a:spcPct val="0"/>
        </a:spcBef>
        <a:spcAft>
          <a:spcPct val="0"/>
        </a:spcAft>
        <a:defRPr sz="4600">
          <a:solidFill>
            <a:schemeClr val="tx1"/>
          </a:solidFill>
          <a:latin typeface="+mj-lt"/>
          <a:ea typeface="+mj-ea"/>
          <a:cs typeface="+mj-cs"/>
          <a:sym typeface="Lucida Grande" charset="0"/>
        </a:defRPr>
      </a:lvl1pPr>
      <a:lvl2pPr algn="l" rtl="0" eaLnBrk="0" fontAlgn="base" hangingPunct="0">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2pPr>
      <a:lvl3pPr algn="l" rtl="0" eaLnBrk="0" fontAlgn="base" hangingPunct="0">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3pPr>
      <a:lvl4pPr algn="l" rtl="0" eaLnBrk="0" fontAlgn="base" hangingPunct="0">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4pPr>
      <a:lvl5pPr algn="l" rtl="0" eaLnBrk="0" fontAlgn="base" hangingPunct="0">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5pPr>
      <a:lvl6pPr marL="457200" algn="l" rtl="0" fontAlgn="base">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6pPr>
      <a:lvl7pPr marL="914400" algn="l" rtl="0" fontAlgn="base">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7pPr>
      <a:lvl8pPr marL="1371600" algn="l" rtl="0" fontAlgn="base">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8pPr>
      <a:lvl9pPr marL="1828800" algn="l" rtl="0" fontAlgn="base">
        <a:spcBef>
          <a:spcPct val="0"/>
        </a:spcBef>
        <a:spcAft>
          <a:spcPct val="0"/>
        </a:spcAft>
        <a:defRPr sz="4600">
          <a:solidFill>
            <a:schemeClr val="tx1"/>
          </a:solidFill>
          <a:latin typeface="Lucida Grande" charset="0"/>
          <a:ea typeface="ヒラギノ角ゴ ProN W3" charset="0"/>
          <a:cs typeface="ヒラギノ角ゴ ProN W3" charset="0"/>
          <a:sym typeface="Lucida Grande" charset="0"/>
        </a:defRPr>
      </a:lvl9pPr>
    </p:titleStyle>
    <p:bodyStyle>
      <a:lvl1pPr marL="407988" indent="-382588" algn="l" rtl="0" eaLnBrk="0" fontAlgn="base" hangingPunct="0">
        <a:spcBef>
          <a:spcPts val="700"/>
        </a:spcBef>
        <a:spcAft>
          <a:spcPct val="0"/>
        </a:spcAft>
        <a:buClr>
          <a:srgbClr val="7FD13B"/>
        </a:buClr>
        <a:buSzPct val="80000"/>
        <a:buFont typeface="Wingdings 2" charset="2"/>
        <a:buChar char=""/>
        <a:defRPr sz="3000">
          <a:solidFill>
            <a:schemeClr val="tx1"/>
          </a:solidFill>
          <a:latin typeface="+mn-lt"/>
          <a:ea typeface="+mn-ea"/>
          <a:cs typeface="+mn-cs"/>
          <a:sym typeface="Arial" charset="0"/>
        </a:defRPr>
      </a:lvl1pPr>
      <a:lvl2pPr marL="711200" indent="-273050" algn="l" rtl="0" eaLnBrk="0" fontAlgn="base" hangingPunct="0">
        <a:spcBef>
          <a:spcPts val="600"/>
        </a:spcBef>
        <a:spcAft>
          <a:spcPct val="0"/>
        </a:spcAft>
        <a:buClr>
          <a:srgbClr val="7FD13B"/>
        </a:buClr>
        <a:buSzPct val="89000"/>
        <a:buFont typeface="Wingdings 2" charset="2"/>
        <a:buChar char=""/>
        <a:defRPr sz="2600">
          <a:solidFill>
            <a:schemeClr val="tx1"/>
          </a:solidFill>
          <a:latin typeface="+mn-lt"/>
          <a:ea typeface="+mn-ea"/>
          <a:cs typeface="+mn-cs"/>
          <a:sym typeface="Arial" charset="0"/>
        </a:defRPr>
      </a:lvl2pPr>
      <a:lvl3pPr marL="993775" indent="-255588" algn="l" rtl="0" eaLnBrk="0" fontAlgn="base" hangingPunct="0">
        <a:spcBef>
          <a:spcPts val="600"/>
        </a:spcBef>
        <a:spcAft>
          <a:spcPct val="0"/>
        </a:spcAft>
        <a:buClr>
          <a:srgbClr val="EA157A"/>
        </a:buClr>
        <a:buSzPct val="85000"/>
        <a:buFont typeface="Arial" charset="0"/>
        <a:buChar char="○"/>
        <a:defRPr sz="2400">
          <a:solidFill>
            <a:schemeClr val="tx1"/>
          </a:solidFill>
          <a:latin typeface="+mn-lt"/>
          <a:ea typeface="+mn-ea"/>
          <a:cs typeface="+mn-cs"/>
          <a:sym typeface="Arial" charset="0"/>
        </a:defRPr>
      </a:lvl3pPr>
      <a:lvl4pPr marL="1268413" indent="-236538" algn="l" rtl="0" eaLnBrk="0" fontAlgn="base" hangingPunct="0">
        <a:spcBef>
          <a:spcPts val="500"/>
        </a:spcBef>
        <a:spcAft>
          <a:spcPct val="0"/>
        </a:spcAft>
        <a:buClr>
          <a:srgbClr val="FEB80A"/>
        </a:buClr>
        <a:buSzPct val="89000"/>
        <a:buFont typeface="Wingdings 2" charset="2"/>
        <a:buChar char=""/>
        <a:defRPr sz="2000">
          <a:solidFill>
            <a:schemeClr val="tx1"/>
          </a:solidFill>
          <a:latin typeface="+mn-lt"/>
          <a:ea typeface="+mn-ea"/>
          <a:cs typeface="+mn-cs"/>
          <a:sym typeface="Arial" charset="0"/>
        </a:defRPr>
      </a:lvl4pPr>
      <a:lvl5pPr marL="1477963" indent="-182563" algn="l" rtl="0" eaLnBrk="0" fontAlgn="base" hangingPunct="0">
        <a:spcBef>
          <a:spcPts val="500"/>
        </a:spcBef>
        <a:spcAft>
          <a:spcPct val="0"/>
        </a:spcAft>
        <a:buClr>
          <a:srgbClr val="00ADDC"/>
        </a:buClr>
        <a:buSzPct val="100000"/>
        <a:buFont typeface="Arial" charset="0"/>
        <a:buChar char="-"/>
        <a:defRPr sz="2000">
          <a:solidFill>
            <a:schemeClr val="tx1"/>
          </a:solidFill>
          <a:latin typeface="+mn-lt"/>
          <a:ea typeface="+mn-ea"/>
          <a:cs typeface="+mn-cs"/>
          <a:sym typeface="Arial" charset="0"/>
        </a:defRPr>
      </a:lvl5pPr>
      <a:lvl6pPr marL="1935163" indent="-182563" algn="l" rtl="0" fontAlgn="base">
        <a:spcBef>
          <a:spcPts val="500"/>
        </a:spcBef>
        <a:spcAft>
          <a:spcPct val="0"/>
        </a:spcAft>
        <a:buClr>
          <a:srgbClr val="00ADDC"/>
        </a:buClr>
        <a:buSzPct val="100000"/>
        <a:buFont typeface="Arial" charset="0"/>
        <a:buChar char="-"/>
        <a:defRPr sz="2000">
          <a:solidFill>
            <a:schemeClr val="tx1"/>
          </a:solidFill>
          <a:latin typeface="+mn-lt"/>
          <a:ea typeface="+mn-ea"/>
          <a:cs typeface="+mn-cs"/>
          <a:sym typeface="Arial" charset="0"/>
        </a:defRPr>
      </a:lvl6pPr>
      <a:lvl7pPr marL="2392363" indent="-182563" algn="l" rtl="0" fontAlgn="base">
        <a:spcBef>
          <a:spcPts val="500"/>
        </a:spcBef>
        <a:spcAft>
          <a:spcPct val="0"/>
        </a:spcAft>
        <a:buClr>
          <a:srgbClr val="00ADDC"/>
        </a:buClr>
        <a:buSzPct val="100000"/>
        <a:buFont typeface="Arial" charset="0"/>
        <a:buChar char="-"/>
        <a:defRPr sz="2000">
          <a:solidFill>
            <a:schemeClr val="tx1"/>
          </a:solidFill>
          <a:latin typeface="+mn-lt"/>
          <a:ea typeface="+mn-ea"/>
          <a:cs typeface="+mn-cs"/>
          <a:sym typeface="Arial" charset="0"/>
        </a:defRPr>
      </a:lvl7pPr>
      <a:lvl8pPr marL="2849563" indent="-182563" algn="l" rtl="0" fontAlgn="base">
        <a:spcBef>
          <a:spcPts val="500"/>
        </a:spcBef>
        <a:spcAft>
          <a:spcPct val="0"/>
        </a:spcAft>
        <a:buClr>
          <a:srgbClr val="00ADDC"/>
        </a:buClr>
        <a:buSzPct val="100000"/>
        <a:buFont typeface="Arial" charset="0"/>
        <a:buChar char="-"/>
        <a:defRPr sz="2000">
          <a:solidFill>
            <a:schemeClr val="tx1"/>
          </a:solidFill>
          <a:latin typeface="+mn-lt"/>
          <a:ea typeface="+mn-ea"/>
          <a:cs typeface="+mn-cs"/>
          <a:sym typeface="Arial" charset="0"/>
        </a:defRPr>
      </a:lvl8pPr>
      <a:lvl9pPr marL="3306763" indent="-182563" algn="l" rtl="0" fontAlgn="base">
        <a:spcBef>
          <a:spcPts val="500"/>
        </a:spcBef>
        <a:spcAft>
          <a:spcPct val="0"/>
        </a:spcAft>
        <a:buClr>
          <a:srgbClr val="00ADDC"/>
        </a:buClr>
        <a:buSzPct val="100000"/>
        <a:buFont typeface="Arial" charset="0"/>
        <a:buChar char="-"/>
        <a:defRPr sz="2000">
          <a:solidFill>
            <a:schemeClr val="tx1"/>
          </a:solidFill>
          <a:latin typeface="+mn-lt"/>
          <a:ea typeface="+mn-ea"/>
          <a:cs typeface="+mn-cs"/>
          <a:sym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3.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Grp="1" noChangeArrowheads="1"/>
          </p:cNvSpPr>
          <p:nvPr>
            <p:ph type="title"/>
          </p:nvPr>
        </p:nvSpPr>
        <p:spPr>
          <a:xfrm>
            <a:off x="755650" y="476250"/>
            <a:ext cx="7632700" cy="1871663"/>
          </a:xfrm>
        </p:spPr>
        <p:txBody>
          <a:bodyPr rIns="40640" anchor="t"/>
          <a:lstStyle/>
          <a:p>
            <a:pPr algn="r" eaLnBrk="1" hangingPunct="1">
              <a:defRPr/>
            </a:pPr>
            <a:r>
              <a:rPr lang="en-US" sz="3600" b="1" dirty="0" smtClean="0">
                <a:solidFill>
                  <a:srgbClr val="FF6600"/>
                </a:solidFill>
                <a:effectLst>
                  <a:outerShdw blurRad="38100" dist="38100" dir="2700000" algn="tl">
                    <a:srgbClr val="C0C0C0"/>
                  </a:outerShdw>
                </a:effectLst>
                <a:latin typeface="Helvetica" charset="0"/>
                <a:cs typeface="Helvetica" charset="0"/>
                <a:sym typeface="Helvetica" charset="0"/>
              </a:rPr>
              <a:t>READ AND INTERPRET BASIC INSTRUCTIONS, DIRECTIONS AND/OR DIAGRAMS</a:t>
            </a:r>
            <a:endParaRPr lang="en-US" sz="3600" b="1" dirty="0" smtClean="0">
              <a:solidFill>
                <a:srgbClr val="FF6600"/>
              </a:solidFill>
              <a:effectLst>
                <a:outerShdw blurRad="38100" dist="38100" dir="2700000" algn="tl">
                  <a:srgbClr val="C0C0C0"/>
                </a:outerShdw>
              </a:effectLst>
              <a:latin typeface="Helvetica" charset="0"/>
              <a:ea typeface="ヒラギノ角ゴ ProN W6" charset="0"/>
              <a:cs typeface="ヒラギノ角ゴ ProN W6" charset="0"/>
              <a:sym typeface="Helvetica" charset="0"/>
            </a:endParaRPr>
          </a:p>
        </p:txBody>
      </p:sp>
      <p:sp>
        <p:nvSpPr>
          <p:cNvPr id="4099" name="Rectangle 5"/>
          <p:cNvSpPr>
            <a:spLocks noGrp="1" noChangeArrowheads="1"/>
          </p:cNvSpPr>
          <p:nvPr>
            <p:ph idx="1"/>
          </p:nvPr>
        </p:nvSpPr>
        <p:spPr>
          <a:xfrm>
            <a:off x="5795963" y="2347913"/>
            <a:ext cx="2541587" cy="506412"/>
          </a:xfrm>
        </p:spPr>
        <p:txBody>
          <a:bodyPr lIns="0" tIns="0" rIns="45720" bIns="0" anchor="b"/>
          <a:lstStyle/>
          <a:p>
            <a:pPr marL="90488" indent="0" algn="r" eaLnBrk="1" hangingPunct="1">
              <a:buFont typeface="Wingdings 2" charset="2"/>
              <a:buNone/>
            </a:pPr>
            <a:r>
              <a:rPr lang="en-US" sz="2000" b="1" dirty="0" smtClean="0">
                <a:latin typeface="Helvetica" charset="0"/>
                <a:ea typeface="Helvetica" charset="0"/>
                <a:cs typeface="Helvetica" charset="0"/>
                <a:sym typeface="Helvetica" charset="0"/>
              </a:rPr>
              <a:t>D1.LAN.CL10.08</a:t>
            </a:r>
            <a:endParaRPr lang="en-US" sz="2000" b="1" dirty="0" smtClean="0">
              <a:latin typeface="Helvetica" charset="0"/>
              <a:ea typeface="ヒラギノ角ゴ ProN W6" charset="0"/>
              <a:cs typeface="ヒラギノ角ゴ ProN W6" charset="0"/>
              <a:sym typeface="Helvetica" charset="0"/>
            </a:endParaRPr>
          </a:p>
        </p:txBody>
      </p:sp>
      <p:sp>
        <p:nvSpPr>
          <p:cNvPr id="4100" name="Rectangle 6"/>
          <p:cNvSpPr>
            <a:spLocks/>
          </p:cNvSpPr>
          <p:nvPr/>
        </p:nvSpPr>
        <p:spPr bwMode="auto">
          <a:xfrm>
            <a:off x="8172450" y="6597650"/>
            <a:ext cx="774700" cy="215900"/>
          </a:xfrm>
          <a:prstGeom prst="rect">
            <a:avLst/>
          </a:prstGeom>
          <a:noFill/>
          <a:ln w="12700">
            <a:noFill/>
            <a:miter lim="800000"/>
            <a:headEnd/>
            <a:tailEnd/>
          </a:ln>
        </p:spPr>
        <p:txBody>
          <a:bodyPr lIns="0" tIns="0" rIns="0" bIns="0" anchor="b"/>
          <a:lstStyle/>
          <a:p>
            <a:pPr algn="r"/>
            <a:r>
              <a:rPr lang="en-US" sz="1000" dirty="0">
                <a:solidFill>
                  <a:srgbClr val="374150"/>
                </a:solidFill>
                <a:cs typeface="Arial" charset="0"/>
              </a:rPr>
              <a:t> </a:t>
            </a:r>
            <a:r>
              <a:rPr lang="en-US" sz="1000" dirty="0">
                <a:solidFill>
                  <a:srgbClr val="374150"/>
                </a:solidFill>
                <a:latin typeface="Helvetica" charset="0"/>
                <a:cs typeface="Arial" charset="0"/>
              </a:rPr>
              <a:t>Slide 1</a:t>
            </a:r>
          </a:p>
        </p:txBody>
      </p:sp>
      <p:pic>
        <p:nvPicPr>
          <p:cNvPr id="4101" name="Picture 7"/>
          <p:cNvPicPr>
            <a:picLocks noChangeArrowheads="1"/>
          </p:cNvPicPr>
          <p:nvPr/>
        </p:nvPicPr>
        <p:blipFill>
          <a:blip r:embed="rId3" cstate="print"/>
          <a:srcRect/>
          <a:stretch>
            <a:fillRect/>
          </a:stretch>
        </p:blipFill>
        <p:spPr bwMode="auto">
          <a:xfrm>
            <a:off x="1259632" y="2348880"/>
            <a:ext cx="4897437" cy="4021138"/>
          </a:xfrm>
          <a:prstGeom prst="rect">
            <a:avLst/>
          </a:prstGeom>
          <a:noFill/>
          <a:ln w="9525">
            <a:noFill/>
            <a:miter lim="800000"/>
            <a:headEnd/>
            <a:tailEnd/>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title"/>
          </p:nvPr>
        </p:nvSpPr>
        <p:spPr>
          <a:xfrm>
            <a:off x="611188" y="323850"/>
            <a:ext cx="7467600" cy="944563"/>
          </a:xfrm>
        </p:spPr>
        <p:txBody>
          <a:bodyPr rIns="40640"/>
          <a:lstStyle/>
          <a:p>
            <a:pPr eaLnBrk="1" hangingPunct="1"/>
            <a:r>
              <a:rPr lang="en-AU" sz="3200" b="1" dirty="0" smtClean="0">
                <a:solidFill>
                  <a:srgbClr val="FF6600"/>
                </a:solidFill>
                <a:latin typeface="Helvetica" charset="0"/>
                <a:ea typeface="Helvetica" charset="0"/>
                <a:cs typeface="Helvetica" charset="0"/>
                <a:sym typeface="Helvetica" charset="0"/>
              </a:rPr>
              <a:t>Read and interpret basic instructions, directions and/or diagrams</a:t>
            </a:r>
            <a:endParaRPr lang="en-AU" sz="3200" b="1" dirty="0" smtClean="0">
              <a:solidFill>
                <a:srgbClr val="FF6600"/>
              </a:solidFill>
              <a:latin typeface="Helvetica" charset="0"/>
              <a:ea typeface="ヒラギノ角ゴ ProN W6" charset="0"/>
              <a:cs typeface="ヒラギノ角ゴ ProN W6" charset="0"/>
              <a:sym typeface="Helvetica" charset="0"/>
            </a:endParaRPr>
          </a:p>
        </p:txBody>
      </p:sp>
      <p:sp>
        <p:nvSpPr>
          <p:cNvPr id="8198" name="Rectangle 5"/>
          <p:cNvSpPr>
            <a:spLocks noGrp="1" noChangeArrowheads="1"/>
          </p:cNvSpPr>
          <p:nvPr>
            <p:ph idx="1"/>
          </p:nvPr>
        </p:nvSpPr>
        <p:spPr>
          <a:xfrm>
            <a:off x="611188" y="1484313"/>
            <a:ext cx="7467600" cy="4968875"/>
          </a:xfrm>
        </p:spPr>
        <p:txBody>
          <a:bodyPr rIns="0"/>
          <a:lstStyle/>
          <a:p>
            <a:pPr marL="0" indent="0" eaLnBrk="1" hangingPunct="1">
              <a:spcBef>
                <a:spcPct val="0"/>
              </a:spcBef>
              <a:buFont typeface="Wingdings 2" charset="2"/>
              <a:buNone/>
              <a:defRPr/>
            </a:pPr>
            <a:r>
              <a:rPr lang="en-AU" sz="2200" dirty="0" smtClean="0">
                <a:latin typeface="Helvetica" charset="0"/>
                <a:ea typeface="Helvetica" charset="0"/>
                <a:cs typeface="Helvetica" charset="0"/>
                <a:sym typeface="Helvetica" charset="0"/>
              </a:rPr>
              <a:t>This</a:t>
            </a:r>
            <a:r>
              <a:rPr lang="en-US" sz="2200" dirty="0" smtClean="0">
                <a:latin typeface="Helvetica" charset="0"/>
                <a:ea typeface="Helvetica" charset="0"/>
                <a:cs typeface="Helvetica" charset="0"/>
                <a:sym typeface="Helvetica" charset="0"/>
              </a:rPr>
              <a:t> Unit comprises three Elements:</a:t>
            </a:r>
            <a:endParaRPr lang="en-US" dirty="0" smtClean="0"/>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Prepare for work</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Read and interpret information about                         routine tasks, processes or events  </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Receive and respond to basic instructions and directions</a:t>
            </a:r>
            <a:endParaRPr lang="en-US" sz="2200" dirty="0" smtClean="0">
              <a:latin typeface="Helvetica" charset="0"/>
              <a:sym typeface="Helvetica" charset="0"/>
            </a:endParaRPr>
          </a:p>
        </p:txBody>
      </p:sp>
      <p:sp>
        <p:nvSpPr>
          <p:cNvPr id="5124"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dirty="0">
                <a:solidFill>
                  <a:srgbClr val="374150"/>
                </a:solidFill>
                <a:cs typeface="Arial" charset="0"/>
              </a:rPr>
              <a:t> </a:t>
            </a:r>
            <a:r>
              <a:rPr lang="en-US" sz="1000" dirty="0">
                <a:solidFill>
                  <a:srgbClr val="374150"/>
                </a:solidFill>
                <a:latin typeface="Helvetica" charset="0"/>
                <a:cs typeface="Arial" charset="0"/>
              </a:rPr>
              <a:t>Slide 2</a:t>
            </a:r>
          </a:p>
        </p:txBody>
      </p:sp>
      <p:pic>
        <p:nvPicPr>
          <p:cNvPr id="5" name="Picture 4" descr="MP900442177.JPG"/>
          <p:cNvPicPr>
            <a:picLocks noChangeAspect="1"/>
          </p:cNvPicPr>
          <p:nvPr/>
        </p:nvPicPr>
        <p:blipFill>
          <a:blip r:embed="rId3" cstate="print"/>
          <a:stretch>
            <a:fillRect/>
          </a:stretch>
        </p:blipFill>
        <p:spPr>
          <a:xfrm>
            <a:off x="2843808" y="4149080"/>
            <a:ext cx="2016224" cy="1791285"/>
          </a:xfrm>
          <a:prstGeom prst="rect">
            <a:avLst/>
          </a:prstGeom>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title"/>
          </p:nvPr>
        </p:nvSpPr>
        <p:spPr>
          <a:xfrm>
            <a:off x="611188" y="252413"/>
            <a:ext cx="7467600" cy="584200"/>
          </a:xfrm>
        </p:spPr>
        <p:txBody>
          <a:bodyPr rIns="0"/>
          <a:lstStyle/>
          <a:p>
            <a:pPr eaLnBrk="1" hangingPunct="1"/>
            <a:r>
              <a:rPr lang="en-US" sz="3200" b="1" dirty="0" smtClean="0">
                <a:solidFill>
                  <a:srgbClr val="FF6600"/>
                </a:solidFill>
                <a:latin typeface="Helvetica" charset="0"/>
                <a:ea typeface="Helvetica" charset="0"/>
                <a:cs typeface="Helvetica" charset="0"/>
                <a:sym typeface="Helvetica" charset="0"/>
              </a:rPr>
              <a:t>Assessment</a:t>
            </a:r>
            <a:endParaRPr lang="en-US" sz="3200" b="1" dirty="0" smtClean="0">
              <a:solidFill>
                <a:srgbClr val="FF6600"/>
              </a:solidFill>
              <a:latin typeface="Helvetica" charset="0"/>
              <a:ea typeface="ヒラギノ角ゴ ProN W6" charset="0"/>
              <a:cs typeface="ヒラギノ角ゴ ProN W6" charset="0"/>
              <a:sym typeface="Helvetica" charset="0"/>
            </a:endParaRPr>
          </a:p>
        </p:txBody>
      </p:sp>
      <p:sp>
        <p:nvSpPr>
          <p:cNvPr id="9222" name="Rectangle 5"/>
          <p:cNvSpPr>
            <a:spLocks noGrp="1" noChangeArrowheads="1"/>
          </p:cNvSpPr>
          <p:nvPr>
            <p:ph idx="1"/>
          </p:nvPr>
        </p:nvSpPr>
        <p:spPr>
          <a:xfrm>
            <a:off x="611188" y="1052513"/>
            <a:ext cx="7467600" cy="5184775"/>
          </a:xfrm>
        </p:spPr>
        <p:txBody>
          <a:bodyPr rIns="0"/>
          <a:lstStyle/>
          <a:p>
            <a:pPr marL="0" indent="0" eaLnBrk="1" hangingPunct="1">
              <a:spcBef>
                <a:spcPct val="0"/>
              </a:spcBef>
              <a:buFont typeface="Wingdings 2" charset="2"/>
              <a:buNone/>
              <a:defRPr/>
            </a:pPr>
            <a:r>
              <a:rPr lang="en-US" sz="2200" dirty="0" smtClean="0">
                <a:latin typeface="Helvetica" pitchFamily="34" charset="0"/>
                <a:ea typeface="Helvetica" charset="0"/>
                <a:cs typeface="Helvetica" charset="0"/>
                <a:sym typeface="Helvetica" charset="0"/>
              </a:rPr>
              <a:t>Assessment for this Unit may include:</a:t>
            </a:r>
            <a:endParaRPr lang="en-US" sz="2200" dirty="0" smtClean="0">
              <a:latin typeface="Helvetica" pitchFamily="34" charset="0"/>
            </a:endParaRPr>
          </a:p>
          <a:p>
            <a:pPr marL="360363" indent="-360363" eaLnBrk="1" hangingPunct="1">
              <a:spcBef>
                <a:spcPts val="1200"/>
              </a:spcBef>
              <a:defRPr/>
            </a:pPr>
            <a:r>
              <a:rPr lang="en-US" sz="2200" dirty="0" smtClean="0">
                <a:latin typeface="Helvetica" pitchFamily="34" charset="0"/>
                <a:ea typeface="Helvetica" charset="0"/>
                <a:cs typeface="Helvetica" charset="0"/>
                <a:sym typeface="Helvetica" charset="0"/>
              </a:rPr>
              <a:t>Oral questions</a:t>
            </a:r>
            <a:endParaRPr lang="en-US" sz="2200" dirty="0" smtClean="0">
              <a:latin typeface="Helvetica" pitchFamily="34" charset="0"/>
            </a:endParaRPr>
          </a:p>
          <a:p>
            <a:pPr marL="360363" indent="-360363" eaLnBrk="1" hangingPunct="1">
              <a:spcBef>
                <a:spcPts val="1200"/>
              </a:spcBef>
              <a:defRPr/>
            </a:pPr>
            <a:r>
              <a:rPr lang="en-US" sz="2200" dirty="0" smtClean="0">
                <a:latin typeface="Helvetica" pitchFamily="34" charset="0"/>
                <a:ea typeface="Helvetica" charset="0"/>
                <a:cs typeface="Helvetica" charset="0"/>
                <a:sym typeface="Helvetica" charset="0"/>
              </a:rPr>
              <a:t>Written questions</a:t>
            </a:r>
            <a:endParaRPr lang="en-US" sz="2200" dirty="0" smtClean="0">
              <a:latin typeface="Helvetica" pitchFamily="34" charset="0"/>
            </a:endParaRPr>
          </a:p>
          <a:p>
            <a:pPr marL="360363" indent="-360363" eaLnBrk="1" hangingPunct="1">
              <a:spcBef>
                <a:spcPts val="1200"/>
              </a:spcBef>
              <a:defRPr/>
            </a:pPr>
            <a:r>
              <a:rPr lang="en-US" sz="2200" dirty="0" smtClean="0">
                <a:latin typeface="Helvetica" pitchFamily="34" charset="0"/>
                <a:ea typeface="Helvetica" charset="0"/>
                <a:cs typeface="Helvetica" charset="0"/>
                <a:sym typeface="Helvetica" charset="0"/>
              </a:rPr>
              <a:t>Work projects</a:t>
            </a:r>
            <a:endParaRPr lang="en-US" sz="2200" dirty="0" smtClean="0">
              <a:latin typeface="Helvetica" pitchFamily="34" charset="0"/>
            </a:endParaRPr>
          </a:p>
          <a:p>
            <a:pPr marL="360363" indent="-360363" eaLnBrk="1" hangingPunct="1">
              <a:spcBef>
                <a:spcPts val="1200"/>
              </a:spcBef>
              <a:defRPr/>
            </a:pPr>
            <a:r>
              <a:rPr lang="en-US" sz="2200" dirty="0" smtClean="0">
                <a:latin typeface="Helvetica" pitchFamily="34" charset="0"/>
                <a:ea typeface="Helvetica" charset="0"/>
                <a:cs typeface="Helvetica" charset="0"/>
                <a:sym typeface="Helvetica" charset="0"/>
              </a:rPr>
              <a:t>Workplace observation of practical skills</a:t>
            </a:r>
            <a:endParaRPr lang="en-US" sz="2200" dirty="0" smtClean="0">
              <a:latin typeface="Helvetica" pitchFamily="34" charset="0"/>
            </a:endParaRPr>
          </a:p>
          <a:p>
            <a:pPr marL="360363" indent="-360363" eaLnBrk="1" hangingPunct="1">
              <a:spcBef>
                <a:spcPts val="1200"/>
              </a:spcBef>
              <a:defRPr/>
            </a:pPr>
            <a:r>
              <a:rPr lang="en-US" sz="2200" dirty="0" smtClean="0">
                <a:latin typeface="Helvetica" pitchFamily="34" charset="0"/>
                <a:ea typeface="Helvetica" charset="0"/>
                <a:cs typeface="Helvetica" charset="0"/>
                <a:sym typeface="Helvetica" charset="0"/>
              </a:rPr>
              <a:t>Practical exercises</a:t>
            </a:r>
            <a:endParaRPr lang="en-US" sz="2200" dirty="0" smtClean="0">
              <a:latin typeface="Helvetica" pitchFamily="34" charset="0"/>
            </a:endParaRPr>
          </a:p>
          <a:p>
            <a:pPr marL="360363" indent="-360363" eaLnBrk="1" hangingPunct="1">
              <a:spcBef>
                <a:spcPts val="1200"/>
              </a:spcBef>
              <a:defRPr/>
            </a:pPr>
            <a:r>
              <a:rPr lang="en-US" sz="2200" dirty="0" smtClean="0">
                <a:latin typeface="Helvetica" pitchFamily="34" charset="0"/>
                <a:ea typeface="Helvetica" charset="0"/>
                <a:cs typeface="Helvetica" charset="0"/>
                <a:sym typeface="Helvetica" charset="0"/>
              </a:rPr>
              <a:t>Formal report from employer/supervisor</a:t>
            </a:r>
            <a:endParaRPr lang="en-US" sz="2200" dirty="0" smtClean="0">
              <a:latin typeface="Helvetica" pitchFamily="34" charset="0"/>
              <a:sym typeface="Helvetica" charset="0"/>
            </a:endParaRPr>
          </a:p>
        </p:txBody>
      </p:sp>
      <p:sp>
        <p:nvSpPr>
          <p:cNvPr id="6148"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dirty="0">
                <a:solidFill>
                  <a:srgbClr val="374150"/>
                </a:solidFill>
                <a:cs typeface="Arial" charset="0"/>
              </a:rPr>
              <a:t> </a:t>
            </a:r>
            <a:r>
              <a:rPr lang="en-US" sz="1000" dirty="0">
                <a:solidFill>
                  <a:srgbClr val="374150"/>
                </a:solidFill>
                <a:latin typeface="Helvetica" charset="0"/>
                <a:cs typeface="Arial" charset="0"/>
              </a:rPr>
              <a:t>Slide 3</a:t>
            </a:r>
          </a:p>
        </p:txBody>
      </p:sp>
      <p:pic>
        <p:nvPicPr>
          <p:cNvPr id="6149" name="Picture 7"/>
          <p:cNvPicPr>
            <a:picLocks noChangeAspect="1" noChangeArrowheads="1"/>
          </p:cNvPicPr>
          <p:nvPr/>
        </p:nvPicPr>
        <p:blipFill>
          <a:blip r:embed="rId3" cstate="print"/>
          <a:srcRect/>
          <a:stretch>
            <a:fillRect/>
          </a:stretch>
        </p:blipFill>
        <p:spPr bwMode="auto">
          <a:xfrm>
            <a:off x="6639201" y="3645024"/>
            <a:ext cx="1677712" cy="1806450"/>
          </a:xfrm>
          <a:prstGeom prst="rect">
            <a:avLst/>
          </a:prstGeom>
          <a:noFill/>
          <a:ln w="12700" cap="rnd">
            <a:noFill/>
            <a:round/>
            <a:headEnd/>
            <a:tailEnd/>
          </a:ln>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611188" y="323850"/>
            <a:ext cx="7467600" cy="657225"/>
          </a:xfrm>
        </p:spPr>
        <p:txBody>
          <a:bodyPr rIns="40640"/>
          <a:lstStyle/>
          <a:p>
            <a:pPr eaLnBrk="1" hangingPunct="1"/>
            <a:r>
              <a:rPr lang="en-US" sz="3200" b="1" dirty="0" smtClean="0">
                <a:solidFill>
                  <a:srgbClr val="FF6600"/>
                </a:solidFill>
                <a:latin typeface="Helvetica" charset="0"/>
                <a:ea typeface="Helvetica" charset="0"/>
                <a:cs typeface="Helvetica" charset="0"/>
                <a:sym typeface="Helvetica" charset="0"/>
              </a:rPr>
              <a:t>Prepare for work</a:t>
            </a:r>
            <a:endParaRPr lang="en-US" sz="3200" b="1" dirty="0" smtClean="0">
              <a:solidFill>
                <a:srgbClr val="FF6600"/>
              </a:solidFill>
              <a:latin typeface="Helvetica" charset="0"/>
              <a:ea typeface="ヒラギノ角ゴ ProN W6" charset="0"/>
              <a:cs typeface="ヒラギノ角ゴ ProN W6" charset="0"/>
              <a:sym typeface="Helvetica" charset="0"/>
            </a:endParaRPr>
          </a:p>
        </p:txBody>
      </p:sp>
      <p:sp>
        <p:nvSpPr>
          <p:cNvPr id="10246" name="Rectangle 5"/>
          <p:cNvSpPr>
            <a:spLocks noGrp="1" noChangeArrowheads="1"/>
          </p:cNvSpPr>
          <p:nvPr>
            <p:ph idx="1"/>
          </p:nvPr>
        </p:nvSpPr>
        <p:spPr>
          <a:xfrm>
            <a:off x="611188" y="1196975"/>
            <a:ext cx="7467600" cy="5256213"/>
          </a:xfrm>
        </p:spPr>
        <p:txBody>
          <a:bodyPr rIns="132080"/>
          <a:lstStyle/>
          <a:p>
            <a:pPr marL="39688" indent="0" eaLnBrk="1" hangingPunct="1">
              <a:spcBef>
                <a:spcPct val="0"/>
              </a:spcBef>
              <a:buFont typeface="Wingdings 2" charset="2"/>
              <a:buNone/>
              <a:defRPr/>
            </a:pPr>
            <a:r>
              <a:rPr lang="en-US" sz="2200" dirty="0" smtClean="0">
                <a:latin typeface="Helvetica" charset="0"/>
                <a:ea typeface="Helvetica" charset="0"/>
                <a:cs typeface="Helvetica" charset="0"/>
                <a:sym typeface="Helvetica" charset="0"/>
              </a:rPr>
              <a:t>Performance Criteria for this Element are: </a:t>
            </a:r>
            <a:endParaRPr lang="en-US" sz="2200" dirty="0" smtClean="0">
              <a:latin typeface="Helvetica" charset="0"/>
              <a:sym typeface="Helvetica" charset="0"/>
            </a:endParaRPr>
          </a:p>
          <a:p>
            <a:pPr marL="720725" indent="-720725" eaLnBrk="1" hangingPunct="1">
              <a:spcBef>
                <a:spcPts val="1200"/>
              </a:spcBef>
              <a:buFont typeface="Wingdings 2" charset="2"/>
              <a:buNone/>
              <a:defRPr/>
            </a:pPr>
            <a:r>
              <a:rPr lang="en-US" sz="2200" dirty="0" smtClean="0">
                <a:latin typeface="Helvetica" charset="0"/>
                <a:ea typeface="Helvetica" charset="0"/>
                <a:cs typeface="Helvetica" charset="0"/>
                <a:sym typeface="Helvetica" charset="0"/>
              </a:rPr>
              <a:t> </a:t>
            </a:r>
            <a:endParaRPr lang="en-US" sz="2200" dirty="0" smtClean="0">
              <a:latin typeface="Helvetica" charset="0"/>
              <a:sym typeface="Helvetica" charset="0"/>
            </a:endParaRPr>
          </a:p>
        </p:txBody>
      </p:sp>
      <p:sp>
        <p:nvSpPr>
          <p:cNvPr id="7172"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dirty="0">
                <a:solidFill>
                  <a:srgbClr val="374150"/>
                </a:solidFill>
                <a:cs typeface="Arial" charset="0"/>
              </a:rPr>
              <a:t> </a:t>
            </a:r>
            <a:r>
              <a:rPr lang="en-US" sz="1000" dirty="0">
                <a:solidFill>
                  <a:srgbClr val="374150"/>
                </a:solidFill>
                <a:latin typeface="Helvetica" charset="0"/>
                <a:cs typeface="Arial" charset="0"/>
              </a:rPr>
              <a:t>Slide 4</a:t>
            </a:r>
          </a:p>
        </p:txBody>
      </p:sp>
      <p:grpSp>
        <p:nvGrpSpPr>
          <p:cNvPr id="5" name="Group 4"/>
          <p:cNvGrpSpPr/>
          <p:nvPr/>
        </p:nvGrpSpPr>
        <p:grpSpPr>
          <a:xfrm>
            <a:off x="683568" y="1990581"/>
            <a:ext cx="8136904" cy="3440763"/>
            <a:chOff x="1752600" y="2002775"/>
            <a:chExt cx="8136904" cy="3440763"/>
          </a:xfrm>
        </p:grpSpPr>
        <p:grpSp>
          <p:nvGrpSpPr>
            <p:cNvPr id="6" name="Group 4"/>
            <p:cNvGrpSpPr>
              <a:grpSpLocks/>
            </p:cNvGrpSpPr>
            <p:nvPr/>
          </p:nvGrpSpPr>
          <p:grpSpPr bwMode="auto">
            <a:xfrm>
              <a:off x="1752600" y="2057400"/>
              <a:ext cx="762000" cy="665163"/>
              <a:chOff x="1110" y="2656"/>
              <a:chExt cx="1549" cy="1351"/>
            </a:xfrm>
          </p:grpSpPr>
          <p:sp>
            <p:nvSpPr>
              <p:cNvPr id="31"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32"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33"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7" name="Line 8"/>
            <p:cNvSpPr>
              <a:spLocks noChangeShapeType="1"/>
            </p:cNvSpPr>
            <p:nvPr/>
          </p:nvSpPr>
          <p:spPr bwMode="auto">
            <a:xfrm>
              <a:off x="2362200" y="2667000"/>
              <a:ext cx="6840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8" name="Text Box 9"/>
            <p:cNvSpPr txBox="1">
              <a:spLocks noChangeArrowheads="1"/>
            </p:cNvSpPr>
            <p:nvPr/>
          </p:nvSpPr>
          <p:spPr bwMode="auto">
            <a:xfrm>
              <a:off x="2483768" y="2002775"/>
              <a:ext cx="7405736" cy="646331"/>
            </a:xfrm>
            <a:prstGeom prst="rect">
              <a:avLst/>
            </a:prstGeom>
            <a:noFill/>
            <a:ln w="9525" algn="ctr">
              <a:noFill/>
              <a:miter lim="800000"/>
              <a:headEnd/>
              <a:tailEnd/>
            </a:ln>
          </p:spPr>
          <p:txBody>
            <a:bodyPr wrap="square">
              <a:spAutoFit/>
            </a:bodyPr>
            <a:lstStyle/>
            <a:p>
              <a:pPr eaLnBrk="0" hangingPunct="0"/>
              <a:r>
                <a:rPr lang="en-US" dirty="0" smtClean="0">
                  <a:latin typeface="Helvetica" charset="0"/>
                  <a:ea typeface="Helvetica" charset="0"/>
                  <a:cs typeface="Helvetica" charset="0"/>
                  <a:sym typeface="Helvetica" charset="0"/>
                </a:rPr>
                <a:t>Read and interpret job specifications from internal and external customers</a:t>
              </a:r>
              <a:endParaRPr lang="en-AU" dirty="0"/>
            </a:p>
          </p:txBody>
        </p:sp>
        <p:sp>
          <p:nvSpPr>
            <p:cNvPr id="9" name="Text Box 10"/>
            <p:cNvSpPr txBox="1">
              <a:spLocks noChangeArrowheads="1"/>
            </p:cNvSpPr>
            <p:nvPr/>
          </p:nvSpPr>
          <p:spPr bwMode="gray">
            <a:xfrm>
              <a:off x="1886452" y="2204864"/>
              <a:ext cx="540533" cy="400110"/>
            </a:xfrm>
            <a:prstGeom prst="rect">
              <a:avLst/>
            </a:prstGeom>
            <a:noFill/>
            <a:ln w="9525" algn="ctr">
              <a:noFill/>
              <a:miter lim="800000"/>
              <a:headEnd/>
              <a:tailEnd/>
            </a:ln>
          </p:spPr>
          <p:txBody>
            <a:bodyPr wrap="none">
              <a:spAutoFit/>
            </a:bodyPr>
            <a:lstStyle/>
            <a:p>
              <a:pPr algn="ctr" eaLnBrk="0" hangingPunct="0"/>
              <a:r>
                <a:rPr lang="en-AU" sz="2000" b="1" dirty="0" smtClean="0">
                  <a:solidFill>
                    <a:schemeClr val="bg1"/>
                  </a:solidFill>
                  <a:latin typeface="Helvetica" pitchFamily="34" charset="0"/>
                </a:rPr>
                <a:t>1.1</a:t>
              </a:r>
              <a:endParaRPr lang="en-AU" sz="2000" b="1" dirty="0">
                <a:solidFill>
                  <a:schemeClr val="bg1"/>
                </a:solidFill>
                <a:latin typeface="Helvetica" pitchFamily="34" charset="0"/>
              </a:endParaRPr>
            </a:p>
          </p:txBody>
        </p:sp>
        <p:grpSp>
          <p:nvGrpSpPr>
            <p:cNvPr id="10" name="Group 12"/>
            <p:cNvGrpSpPr>
              <a:grpSpLocks/>
            </p:cNvGrpSpPr>
            <p:nvPr/>
          </p:nvGrpSpPr>
          <p:grpSpPr bwMode="auto">
            <a:xfrm>
              <a:off x="1752600" y="2971800"/>
              <a:ext cx="762000" cy="665163"/>
              <a:chOff x="3174" y="2656"/>
              <a:chExt cx="1549" cy="1351"/>
            </a:xfrm>
          </p:grpSpPr>
          <p:sp>
            <p:nvSpPr>
              <p:cNvPr id="28" name="AutoShape 13"/>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9" name="AutoShape 14"/>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30" name="AutoShape 15"/>
              <p:cNvSpPr>
                <a:spLocks noChangeArrowheads="1"/>
              </p:cNvSpPr>
              <p:nvPr/>
            </p:nvSpPr>
            <p:spPr bwMode="gray">
              <a:xfrm>
                <a:off x="3264" y="2737"/>
                <a:ext cx="1349" cy="1167"/>
              </a:xfrm>
              <a:prstGeom prst="hexagon">
                <a:avLst>
                  <a:gd name="adj" fmla="val 28896"/>
                  <a:gd name="vf" fmla="val 115470"/>
                </a:avLst>
              </a:prstGeom>
              <a:solidFill>
                <a:srgbClr val="E68900"/>
              </a:solidFill>
              <a:ln w="9525">
                <a:solidFill>
                  <a:schemeClr val="tx1"/>
                </a:solidFill>
                <a:miter lim="800000"/>
                <a:headEnd/>
                <a:tailEnd/>
              </a:ln>
              <a:effectLst/>
            </p:spPr>
            <p:txBody>
              <a:bodyPr wrap="none" anchor="ctr"/>
              <a:lstStyle/>
              <a:p>
                <a:pPr>
                  <a:defRPr/>
                </a:pPr>
                <a:endParaRPr lang="en-AU" dirty="0"/>
              </a:p>
            </p:txBody>
          </p:sp>
        </p:grpSp>
        <p:sp>
          <p:nvSpPr>
            <p:cNvPr id="11" name="Line 16"/>
            <p:cNvSpPr>
              <a:spLocks noChangeShapeType="1"/>
            </p:cNvSpPr>
            <p:nvPr/>
          </p:nvSpPr>
          <p:spPr bwMode="auto">
            <a:xfrm>
              <a:off x="2362200" y="3581400"/>
              <a:ext cx="6840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12" name="Text Box 17"/>
            <p:cNvSpPr txBox="1">
              <a:spLocks noChangeArrowheads="1"/>
            </p:cNvSpPr>
            <p:nvPr/>
          </p:nvSpPr>
          <p:spPr bwMode="auto">
            <a:xfrm>
              <a:off x="2483768" y="3215878"/>
              <a:ext cx="6829672" cy="369332"/>
            </a:xfrm>
            <a:prstGeom prst="rect">
              <a:avLst/>
            </a:prstGeom>
            <a:noFill/>
            <a:ln w="9525" algn="ctr">
              <a:noFill/>
              <a:miter lim="800000"/>
              <a:headEnd/>
              <a:tailEnd/>
            </a:ln>
          </p:spPr>
          <p:txBody>
            <a:bodyPr wrap="square">
              <a:spAutoFit/>
            </a:bodyPr>
            <a:lstStyle/>
            <a:p>
              <a:pPr eaLnBrk="0" hangingPunct="0"/>
              <a:r>
                <a:rPr lang="en-US" dirty="0" smtClean="0">
                  <a:latin typeface="Helvetica" charset="0"/>
                  <a:ea typeface="Helvetica" charset="0"/>
                  <a:cs typeface="Helvetica" charset="0"/>
                  <a:sym typeface="Helvetica" charset="0"/>
                </a:rPr>
                <a:t>Read and interpret procedures</a:t>
              </a:r>
              <a:endParaRPr lang="en-AU" dirty="0"/>
            </a:p>
          </p:txBody>
        </p:sp>
        <p:sp>
          <p:nvSpPr>
            <p:cNvPr id="13" name="Text Box 18"/>
            <p:cNvSpPr txBox="1">
              <a:spLocks noChangeArrowheads="1"/>
            </p:cNvSpPr>
            <p:nvPr/>
          </p:nvSpPr>
          <p:spPr bwMode="gray">
            <a:xfrm>
              <a:off x="1856190" y="3100898"/>
              <a:ext cx="540534" cy="400110"/>
            </a:xfrm>
            <a:prstGeom prst="rect">
              <a:avLst/>
            </a:prstGeom>
            <a:noFill/>
            <a:ln w="9525" algn="ctr">
              <a:noFill/>
              <a:miter lim="800000"/>
              <a:headEnd/>
              <a:tailEnd/>
            </a:ln>
          </p:spPr>
          <p:txBody>
            <a:bodyPr wrap="none">
              <a:spAutoFit/>
            </a:bodyPr>
            <a:lstStyle/>
            <a:p>
              <a:pPr algn="ctr" eaLnBrk="0" hangingPunct="0"/>
              <a:r>
                <a:rPr lang="en-AU" sz="2000" b="1" dirty="0" smtClean="0">
                  <a:solidFill>
                    <a:schemeClr val="bg1"/>
                  </a:solidFill>
                  <a:latin typeface="Helvetica" pitchFamily="34" charset="0"/>
                </a:rPr>
                <a:t>1.2</a:t>
              </a:r>
              <a:endParaRPr lang="en-AU" sz="2000" b="1" dirty="0">
                <a:solidFill>
                  <a:schemeClr val="bg1"/>
                </a:solidFill>
                <a:latin typeface="Helvetica" pitchFamily="34" charset="0"/>
              </a:endParaRPr>
            </a:p>
          </p:txBody>
        </p:sp>
        <p:grpSp>
          <p:nvGrpSpPr>
            <p:cNvPr id="14" name="Group 20"/>
            <p:cNvGrpSpPr>
              <a:grpSpLocks/>
            </p:cNvGrpSpPr>
            <p:nvPr/>
          </p:nvGrpSpPr>
          <p:grpSpPr bwMode="auto">
            <a:xfrm>
              <a:off x="1752600" y="3863975"/>
              <a:ext cx="762000" cy="665163"/>
              <a:chOff x="1110" y="2656"/>
              <a:chExt cx="1549" cy="1351"/>
            </a:xfrm>
          </p:grpSpPr>
          <p:sp>
            <p:nvSpPr>
              <p:cNvPr id="25" name="AutoShape 21"/>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6" name="AutoShape 22"/>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27" name="AutoShape 23"/>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15" name="Line 24"/>
            <p:cNvSpPr>
              <a:spLocks noChangeShapeType="1"/>
            </p:cNvSpPr>
            <p:nvPr/>
          </p:nvSpPr>
          <p:spPr bwMode="auto">
            <a:xfrm>
              <a:off x="2362200" y="4473575"/>
              <a:ext cx="6840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16" name="Text Box 25"/>
            <p:cNvSpPr txBox="1">
              <a:spLocks noChangeArrowheads="1"/>
            </p:cNvSpPr>
            <p:nvPr/>
          </p:nvSpPr>
          <p:spPr bwMode="auto">
            <a:xfrm>
              <a:off x="2483768" y="4079974"/>
              <a:ext cx="6973688" cy="369332"/>
            </a:xfrm>
            <a:prstGeom prst="rect">
              <a:avLst/>
            </a:prstGeom>
            <a:noFill/>
            <a:ln w="9525" algn="ctr">
              <a:noFill/>
              <a:miter lim="800000"/>
              <a:headEnd/>
              <a:tailEnd/>
            </a:ln>
          </p:spPr>
          <p:txBody>
            <a:bodyPr wrap="square">
              <a:spAutoFit/>
            </a:bodyPr>
            <a:lstStyle/>
            <a:p>
              <a:pPr eaLnBrk="0" hangingPunct="0"/>
              <a:r>
                <a:rPr lang="en-US" dirty="0" smtClean="0">
                  <a:latin typeface="Helvetica" charset="0"/>
                  <a:ea typeface="Helvetica" charset="0"/>
                  <a:cs typeface="Helvetica" charset="0"/>
                  <a:sym typeface="Helvetica" charset="0"/>
                </a:rPr>
                <a:t>Read and interpret basic instructions, directions and/or diagrams</a:t>
              </a:r>
              <a:endParaRPr lang="en-AU" dirty="0"/>
            </a:p>
          </p:txBody>
        </p:sp>
        <p:sp>
          <p:nvSpPr>
            <p:cNvPr id="17" name="Text Box 26"/>
            <p:cNvSpPr txBox="1">
              <a:spLocks noChangeArrowheads="1"/>
            </p:cNvSpPr>
            <p:nvPr/>
          </p:nvSpPr>
          <p:spPr bwMode="gray">
            <a:xfrm>
              <a:off x="1856190" y="4037002"/>
              <a:ext cx="540534" cy="400110"/>
            </a:xfrm>
            <a:prstGeom prst="rect">
              <a:avLst/>
            </a:prstGeom>
            <a:noFill/>
            <a:ln w="9525" algn="ctr">
              <a:noFill/>
              <a:miter lim="800000"/>
              <a:headEnd/>
              <a:tailEnd/>
            </a:ln>
          </p:spPr>
          <p:txBody>
            <a:bodyPr wrap="none">
              <a:spAutoFit/>
            </a:bodyPr>
            <a:lstStyle/>
            <a:p>
              <a:pPr algn="ctr" eaLnBrk="0" hangingPunct="0"/>
              <a:r>
                <a:rPr lang="en-AU" sz="2000" b="1" dirty="0" smtClean="0">
                  <a:solidFill>
                    <a:schemeClr val="bg1"/>
                  </a:solidFill>
                  <a:latin typeface="Helvetica" pitchFamily="34" charset="0"/>
                </a:rPr>
                <a:t>1.3</a:t>
              </a:r>
              <a:endParaRPr lang="en-AU" sz="2000" b="1" dirty="0">
                <a:solidFill>
                  <a:schemeClr val="bg1"/>
                </a:solidFill>
                <a:latin typeface="Helvetica" pitchFamily="34" charset="0"/>
              </a:endParaRPr>
            </a:p>
          </p:txBody>
        </p:sp>
        <p:grpSp>
          <p:nvGrpSpPr>
            <p:cNvPr id="18" name="Group 28"/>
            <p:cNvGrpSpPr>
              <a:grpSpLocks/>
            </p:cNvGrpSpPr>
            <p:nvPr/>
          </p:nvGrpSpPr>
          <p:grpSpPr bwMode="auto">
            <a:xfrm>
              <a:off x="1752600" y="4778375"/>
              <a:ext cx="762000" cy="665163"/>
              <a:chOff x="3174" y="2656"/>
              <a:chExt cx="1549" cy="1351"/>
            </a:xfrm>
          </p:grpSpPr>
          <p:sp>
            <p:nvSpPr>
              <p:cNvPr id="22" name="AutoShape 29"/>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3" name="AutoShape 30"/>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24" name="AutoShape 31"/>
              <p:cNvSpPr>
                <a:spLocks noChangeArrowheads="1"/>
              </p:cNvSpPr>
              <p:nvPr/>
            </p:nvSpPr>
            <p:spPr bwMode="gray">
              <a:xfrm>
                <a:off x="3264" y="2737"/>
                <a:ext cx="1349" cy="1167"/>
              </a:xfrm>
              <a:prstGeom prst="hexagon">
                <a:avLst>
                  <a:gd name="adj" fmla="val 28896"/>
                  <a:gd name="vf" fmla="val 115470"/>
                </a:avLst>
              </a:prstGeom>
              <a:solidFill>
                <a:srgbClr val="E68900"/>
              </a:solidFill>
              <a:ln w="9525">
                <a:solidFill>
                  <a:schemeClr val="tx1"/>
                </a:solidFill>
                <a:miter lim="800000"/>
                <a:headEnd/>
                <a:tailEnd/>
              </a:ln>
              <a:effectLst/>
            </p:spPr>
            <p:txBody>
              <a:bodyPr wrap="none" anchor="ctr"/>
              <a:lstStyle/>
              <a:p>
                <a:pPr>
                  <a:defRPr/>
                </a:pPr>
                <a:endParaRPr lang="en-AU" dirty="0"/>
              </a:p>
            </p:txBody>
          </p:sp>
        </p:grpSp>
        <p:sp>
          <p:nvSpPr>
            <p:cNvPr id="19" name="Line 32"/>
            <p:cNvSpPr>
              <a:spLocks noChangeShapeType="1"/>
            </p:cNvSpPr>
            <p:nvPr/>
          </p:nvSpPr>
          <p:spPr bwMode="auto">
            <a:xfrm>
              <a:off x="2362200" y="5387975"/>
              <a:ext cx="6840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20" name="Text Box 33"/>
            <p:cNvSpPr txBox="1">
              <a:spLocks noChangeArrowheads="1"/>
            </p:cNvSpPr>
            <p:nvPr/>
          </p:nvSpPr>
          <p:spPr bwMode="auto">
            <a:xfrm>
              <a:off x="2483768" y="4953362"/>
              <a:ext cx="6973688" cy="369332"/>
            </a:xfrm>
            <a:prstGeom prst="rect">
              <a:avLst/>
            </a:prstGeom>
            <a:noFill/>
            <a:ln w="9525" algn="ctr">
              <a:noFill/>
              <a:miter lim="800000"/>
              <a:headEnd/>
              <a:tailEnd/>
            </a:ln>
          </p:spPr>
          <p:txBody>
            <a:bodyPr wrap="square">
              <a:spAutoFit/>
            </a:bodyPr>
            <a:lstStyle/>
            <a:p>
              <a:pPr eaLnBrk="0" hangingPunct="0"/>
              <a:r>
                <a:rPr lang="en-US" dirty="0" smtClean="0">
                  <a:latin typeface="Helvetica" charset="0"/>
                  <a:ea typeface="Helvetica" charset="0"/>
                  <a:cs typeface="Helvetica" charset="0"/>
                  <a:sym typeface="Helvetica" charset="0"/>
                </a:rPr>
                <a:t>Read and interpret work instructions to determine job requirements</a:t>
              </a:r>
              <a:endParaRPr lang="en-AU" b="1" dirty="0"/>
            </a:p>
          </p:txBody>
        </p:sp>
        <p:sp>
          <p:nvSpPr>
            <p:cNvPr id="21" name="Text Box 34"/>
            <p:cNvSpPr txBox="1">
              <a:spLocks noChangeArrowheads="1"/>
            </p:cNvSpPr>
            <p:nvPr/>
          </p:nvSpPr>
          <p:spPr bwMode="gray">
            <a:xfrm>
              <a:off x="1856190" y="4901098"/>
              <a:ext cx="540533" cy="400110"/>
            </a:xfrm>
            <a:prstGeom prst="rect">
              <a:avLst/>
            </a:prstGeom>
            <a:noFill/>
            <a:ln w="9525" algn="ctr">
              <a:noFill/>
              <a:miter lim="800000"/>
              <a:headEnd/>
              <a:tailEnd/>
            </a:ln>
          </p:spPr>
          <p:txBody>
            <a:bodyPr wrap="none">
              <a:spAutoFit/>
            </a:bodyPr>
            <a:lstStyle/>
            <a:p>
              <a:pPr algn="ctr" eaLnBrk="0" hangingPunct="0"/>
              <a:r>
                <a:rPr lang="en-AU" sz="2000" b="1" dirty="0" smtClean="0">
                  <a:solidFill>
                    <a:schemeClr val="bg1"/>
                  </a:solidFill>
                  <a:latin typeface="Helvetica" pitchFamily="34" charset="0"/>
                </a:rPr>
                <a:t>1.4</a:t>
              </a:r>
              <a:endParaRPr lang="en-AU" sz="2000" b="1" dirty="0">
                <a:solidFill>
                  <a:schemeClr val="bg1"/>
                </a:solidFill>
                <a:latin typeface="Helvetica" pitchFamily="34" charset="0"/>
              </a:endParaRPr>
            </a:p>
          </p:txBody>
        </p:sp>
      </p:gr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title"/>
          </p:nvPr>
        </p:nvSpPr>
        <p:spPr>
          <a:xfrm>
            <a:off x="611188" y="323850"/>
            <a:ext cx="7467600" cy="584200"/>
          </a:xfrm>
        </p:spPr>
        <p:txBody>
          <a:bodyPr rIns="40640"/>
          <a:lstStyle/>
          <a:p>
            <a:pPr eaLnBrk="1" hangingPunct="1"/>
            <a:r>
              <a:rPr lang="en-US" sz="3200" b="1" dirty="0" smtClean="0">
                <a:solidFill>
                  <a:srgbClr val="FF6600"/>
                </a:solidFill>
                <a:latin typeface="Helvetica" charset="0"/>
                <a:ea typeface="Helvetica" charset="0"/>
                <a:cs typeface="Helvetica" charset="0"/>
                <a:sym typeface="Helvetica" charset="0"/>
              </a:rPr>
              <a:t>Read and interpret job specifications</a:t>
            </a:r>
            <a:endParaRPr lang="en-US" sz="3200" b="1" dirty="0" smtClean="0">
              <a:solidFill>
                <a:srgbClr val="FF6600"/>
              </a:solidFill>
              <a:latin typeface="Helvetica" charset="0"/>
              <a:ea typeface="ヒラギノ角ゴ ProN W6" charset="0"/>
              <a:cs typeface="ヒラギノ角ゴ ProN W6" charset="0"/>
              <a:sym typeface="Helvetica" charset="0"/>
            </a:endParaRPr>
          </a:p>
        </p:txBody>
      </p:sp>
      <p:sp>
        <p:nvSpPr>
          <p:cNvPr id="11270" name="Rectangle 5"/>
          <p:cNvSpPr>
            <a:spLocks noGrp="1" noChangeArrowheads="1"/>
          </p:cNvSpPr>
          <p:nvPr>
            <p:ph idx="1"/>
          </p:nvPr>
        </p:nvSpPr>
        <p:spPr>
          <a:xfrm>
            <a:off x="611188" y="1125538"/>
            <a:ext cx="7705725" cy="5729287"/>
          </a:xfrm>
        </p:spPr>
        <p:txBody>
          <a:bodyPr rIns="132080"/>
          <a:lstStyle/>
          <a:p>
            <a:pPr marL="39688" indent="0" eaLnBrk="1" hangingPunct="1">
              <a:spcBef>
                <a:spcPct val="0"/>
              </a:spcBef>
              <a:buFont typeface="Wingdings 2" charset="2"/>
              <a:buNone/>
              <a:defRPr/>
            </a:pPr>
            <a:r>
              <a:rPr lang="en-US" sz="2200" dirty="0" smtClean="0">
                <a:latin typeface="Helvetica" charset="0"/>
                <a:ea typeface="Helvetica" charset="0"/>
                <a:cs typeface="Helvetica" charset="0"/>
                <a:sym typeface="Helvetica" charset="0"/>
              </a:rPr>
              <a:t>Job Specifications:</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Describe the knowledge, skills, education, abilities and experience that are essential to a particular job</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Define the duties and requirements of an employee’s job in detail</a:t>
            </a:r>
            <a:endParaRPr lang="en-US" sz="2200" dirty="0" smtClean="0">
              <a:latin typeface="Helvetica" charset="0"/>
              <a:sym typeface="Helvetica" charset="0"/>
            </a:endParaRPr>
          </a:p>
        </p:txBody>
      </p:sp>
      <p:sp>
        <p:nvSpPr>
          <p:cNvPr id="8196"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dirty="0">
                <a:solidFill>
                  <a:srgbClr val="374150"/>
                </a:solidFill>
                <a:cs typeface="Arial" charset="0"/>
              </a:rPr>
              <a:t> </a:t>
            </a:r>
            <a:r>
              <a:rPr lang="en-US" sz="1000" dirty="0">
                <a:solidFill>
                  <a:srgbClr val="374150"/>
                </a:solidFill>
                <a:latin typeface="Helvetica" charset="0"/>
                <a:cs typeface="Arial" charset="0"/>
              </a:rPr>
              <a:t>Slide 5</a:t>
            </a:r>
          </a:p>
        </p:txBody>
      </p:sp>
      <p:pic>
        <p:nvPicPr>
          <p:cNvPr id="8197" name="Picture 7"/>
          <p:cNvPicPr>
            <a:picLocks noChangeArrowheads="1"/>
          </p:cNvPicPr>
          <p:nvPr/>
        </p:nvPicPr>
        <p:blipFill>
          <a:blip r:embed="rId3" cstate="print"/>
          <a:srcRect/>
          <a:stretch>
            <a:fillRect/>
          </a:stretch>
        </p:blipFill>
        <p:spPr bwMode="auto">
          <a:xfrm>
            <a:off x="5940425" y="3573463"/>
            <a:ext cx="2319338" cy="1433512"/>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a:xfrm>
            <a:off x="611188" y="333375"/>
            <a:ext cx="7467600" cy="655638"/>
          </a:xfrm>
        </p:spPr>
        <p:txBody>
          <a:bodyPr rIns="40640"/>
          <a:lstStyle/>
          <a:p>
            <a:pPr eaLnBrk="1" hangingPunct="1"/>
            <a:r>
              <a:rPr lang="en-US" sz="3200" b="1" dirty="0" smtClean="0">
                <a:solidFill>
                  <a:srgbClr val="FF6600"/>
                </a:solidFill>
                <a:latin typeface="Helvetica" charset="0"/>
                <a:ea typeface="Helvetica" charset="0"/>
                <a:cs typeface="Helvetica" charset="0"/>
                <a:sym typeface="Helvetica" charset="0"/>
              </a:rPr>
              <a:t>Read and interpret job specifications</a:t>
            </a:r>
            <a:endParaRPr lang="en-US" sz="3200" b="1" dirty="0" smtClean="0">
              <a:solidFill>
                <a:srgbClr val="FF6600"/>
              </a:solidFill>
              <a:latin typeface="Helvetica" charset="0"/>
              <a:ea typeface="ヒラギノ角ゴ ProN W6" charset="0"/>
              <a:cs typeface="ヒラギノ角ゴ ProN W6" charset="0"/>
              <a:sym typeface="Helvetica" charset="0"/>
            </a:endParaRPr>
          </a:p>
        </p:txBody>
      </p:sp>
      <p:sp>
        <p:nvSpPr>
          <p:cNvPr id="9220"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dirty="0">
                <a:solidFill>
                  <a:srgbClr val="374150"/>
                </a:solidFill>
                <a:cs typeface="Arial" charset="0"/>
              </a:rPr>
              <a:t> </a:t>
            </a:r>
            <a:r>
              <a:rPr lang="en-US" sz="1000" dirty="0">
                <a:solidFill>
                  <a:srgbClr val="374150"/>
                </a:solidFill>
                <a:latin typeface="Helvetica" charset="0"/>
                <a:cs typeface="Arial" charset="0"/>
              </a:rPr>
              <a:t>Slide </a:t>
            </a:r>
            <a:fld id="{6A4D0801-0CA0-48D2-BEB4-C5A2A01A8AB3}" type="slidenum">
              <a:rPr lang="en-US" sz="1000">
                <a:solidFill>
                  <a:srgbClr val="374150"/>
                </a:solidFill>
                <a:latin typeface="Helvetica" charset="0"/>
                <a:cs typeface="Arial" charset="0"/>
              </a:rPr>
              <a:pPr algn="r"/>
              <a:t>6</a:t>
            </a:fld>
            <a:endParaRPr lang="en-US" sz="1000" dirty="0">
              <a:solidFill>
                <a:srgbClr val="374150"/>
              </a:solidFill>
              <a:latin typeface="Helvetica" charset="0"/>
              <a:cs typeface="Arial" charset="0"/>
            </a:endParaRPr>
          </a:p>
        </p:txBody>
      </p:sp>
      <p:grpSp>
        <p:nvGrpSpPr>
          <p:cNvPr id="5" name="Group 5"/>
          <p:cNvGrpSpPr>
            <a:grpSpLocks/>
          </p:cNvGrpSpPr>
          <p:nvPr/>
        </p:nvGrpSpPr>
        <p:grpSpPr bwMode="auto">
          <a:xfrm>
            <a:off x="539552" y="1556792"/>
            <a:ext cx="6875466" cy="3833813"/>
            <a:chOff x="720" y="1248"/>
            <a:chExt cx="4331" cy="2415"/>
          </a:xfrm>
        </p:grpSpPr>
        <p:sp>
          <p:nvSpPr>
            <p:cNvPr id="6" name="AutoShape 6"/>
            <p:cNvSpPr>
              <a:spLocks noChangeArrowheads="1"/>
            </p:cNvSpPr>
            <p:nvPr/>
          </p:nvSpPr>
          <p:spPr bwMode="gray">
            <a:xfrm>
              <a:off x="720" y="1248"/>
              <a:ext cx="2415" cy="241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rgbClr val="536C6D"/>
            </a:solidFill>
            <a:ln w="9525">
              <a:noFill/>
              <a:round/>
              <a:headEnd/>
              <a:tailEnd/>
            </a:ln>
            <a:effectLst/>
          </p:spPr>
          <p:txBody>
            <a:bodyPr wrap="none" anchor="ctr"/>
            <a:lstStyle/>
            <a:p>
              <a:pPr>
                <a:defRPr/>
              </a:pPr>
              <a:endParaRPr lang="en-AU" dirty="0"/>
            </a:p>
          </p:txBody>
        </p:sp>
        <p:sp>
          <p:nvSpPr>
            <p:cNvPr id="7" name="Oval 7"/>
            <p:cNvSpPr>
              <a:spLocks noChangeArrowheads="1"/>
            </p:cNvSpPr>
            <p:nvPr/>
          </p:nvSpPr>
          <p:spPr bwMode="gray">
            <a:xfrm>
              <a:off x="912" y="1440"/>
              <a:ext cx="2016" cy="2016"/>
            </a:xfrm>
            <a:prstGeom prst="ellipse">
              <a:avLst/>
            </a:prstGeom>
            <a:gradFill flip="none" rotWithShape="1">
              <a:gsLst>
                <a:gs pos="100000">
                  <a:srgbClr val="DDEBCF"/>
                </a:gs>
                <a:gs pos="85000">
                  <a:srgbClr val="9CB86E"/>
                </a:gs>
                <a:gs pos="4000">
                  <a:srgbClr val="B5B16B"/>
                </a:gs>
              </a:gsLst>
              <a:path path="circle">
                <a:fillToRect l="100000" t="100000"/>
              </a:path>
              <a:tileRect r="-100000" b="-100000"/>
            </a:gradFill>
            <a:ln w="28575" algn="ctr">
              <a:solidFill>
                <a:srgbClr val="FFFFFF"/>
              </a:solidFill>
              <a:round/>
              <a:headEnd/>
              <a:tailEnd/>
            </a:ln>
            <a:effectLst/>
          </p:spPr>
          <p:txBody>
            <a:bodyPr wrap="none" anchor="ctr"/>
            <a:lstStyle/>
            <a:p>
              <a:pPr>
                <a:defRPr/>
              </a:pPr>
              <a:endParaRPr lang="en-AU" dirty="0"/>
            </a:p>
          </p:txBody>
        </p:sp>
        <p:sp>
          <p:nvSpPr>
            <p:cNvPr id="8" name="AutoShape 8"/>
            <p:cNvSpPr>
              <a:spLocks noChangeArrowheads="1"/>
            </p:cNvSpPr>
            <p:nvPr/>
          </p:nvSpPr>
          <p:spPr bwMode="gray">
            <a:xfrm>
              <a:off x="2427" y="1632"/>
              <a:ext cx="2381" cy="363"/>
            </a:xfrm>
            <a:prstGeom prst="roundRect">
              <a:avLst>
                <a:gd name="adj" fmla="val 50000"/>
              </a:avLst>
            </a:prstGeom>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lin ang="0" scaled="1"/>
              <a:tileRect/>
            </a:gradFill>
            <a:ln w="38100" algn="ctr">
              <a:solidFill>
                <a:srgbClr val="FEFEFE"/>
              </a:solidFill>
              <a:round/>
              <a:headEnd/>
              <a:tailEnd/>
            </a:ln>
            <a:effectLst/>
          </p:spPr>
          <p:txBody>
            <a:bodyPr wrap="none" anchor="ctr"/>
            <a:lstStyle/>
            <a:p>
              <a:pPr marL="360363" indent="-360363" eaLnBrk="1" hangingPunct="1">
                <a:spcBef>
                  <a:spcPts val="1200"/>
                </a:spcBef>
                <a:defRPr/>
              </a:pPr>
              <a:r>
                <a:rPr lang="en-US" dirty="0">
                  <a:latin typeface="Helvetica" pitchFamily="34" charset="0"/>
                  <a:ea typeface="Helvetica" charset="0"/>
                  <a:cs typeface="Helvetica" charset="0"/>
                  <a:sym typeface="Helvetica" charset="0"/>
                </a:rPr>
                <a:t>Experience</a:t>
              </a:r>
              <a:endParaRPr lang="en-US" dirty="0">
                <a:latin typeface="Helvetica" pitchFamily="34" charset="0"/>
                <a:sym typeface="Helvetica" charset="0"/>
              </a:endParaRPr>
            </a:p>
          </p:txBody>
        </p:sp>
        <p:sp>
          <p:nvSpPr>
            <p:cNvPr id="9" name="AutoShape 9"/>
            <p:cNvSpPr>
              <a:spLocks noChangeArrowheads="1"/>
            </p:cNvSpPr>
            <p:nvPr/>
          </p:nvSpPr>
          <p:spPr bwMode="gray">
            <a:xfrm>
              <a:off x="2635" y="2049"/>
              <a:ext cx="2381" cy="363"/>
            </a:xfrm>
            <a:prstGeom prst="roundRect">
              <a:avLst>
                <a:gd name="adj" fmla="val 50000"/>
              </a:avLst>
            </a:prstGeom>
            <a:gradFill rotWithShape="1">
              <a:gsLst>
                <a:gs pos="0">
                  <a:schemeClr val="folHlink"/>
                </a:gs>
                <a:gs pos="100000">
                  <a:schemeClr val="folHlink">
                    <a:gamma/>
                    <a:tint val="5882"/>
                    <a:invGamma/>
                  </a:schemeClr>
                </a:gs>
              </a:gsLst>
              <a:lin ang="0" scaled="1"/>
            </a:gradFill>
            <a:ln w="38100" algn="ctr">
              <a:solidFill>
                <a:srgbClr val="FEFEFE"/>
              </a:solidFill>
              <a:round/>
              <a:headEnd/>
              <a:tailEnd/>
            </a:ln>
            <a:effectLst/>
          </p:spPr>
          <p:txBody>
            <a:bodyPr wrap="none" anchor="ctr"/>
            <a:lstStyle/>
            <a:p>
              <a:pPr marL="360363" indent="-360363" eaLnBrk="1" hangingPunct="1">
                <a:spcBef>
                  <a:spcPts val="1200"/>
                </a:spcBef>
                <a:defRPr/>
              </a:pPr>
              <a:r>
                <a:rPr lang="en-US" dirty="0">
                  <a:latin typeface="Helvetica" pitchFamily="34" charset="0"/>
                  <a:ea typeface="Helvetica" charset="0"/>
                  <a:cs typeface="Helvetica" charset="0"/>
                  <a:sym typeface="Helvetica" charset="0"/>
                </a:rPr>
                <a:t>Education</a:t>
              </a:r>
              <a:endParaRPr lang="en-US" dirty="0">
                <a:latin typeface="Helvetica" pitchFamily="34" charset="0"/>
                <a:sym typeface="Helvetica" charset="0"/>
              </a:endParaRPr>
            </a:p>
          </p:txBody>
        </p:sp>
        <p:sp>
          <p:nvSpPr>
            <p:cNvPr id="10" name="AutoShape 10"/>
            <p:cNvSpPr>
              <a:spLocks noChangeArrowheads="1"/>
            </p:cNvSpPr>
            <p:nvPr/>
          </p:nvSpPr>
          <p:spPr bwMode="gray">
            <a:xfrm>
              <a:off x="2670" y="2465"/>
              <a:ext cx="2381" cy="363"/>
            </a:xfrm>
            <a:prstGeom prst="roundRect">
              <a:avLst>
                <a:gd name="adj" fmla="val 50000"/>
              </a:avLst>
            </a:prstGeom>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lin ang="0" scaled="1"/>
              <a:tileRect/>
            </a:gradFill>
            <a:ln w="38100" algn="ctr">
              <a:solidFill>
                <a:srgbClr val="FEFEFE"/>
              </a:solidFill>
              <a:round/>
              <a:headEnd/>
              <a:tailEnd/>
            </a:ln>
            <a:effectLst/>
          </p:spPr>
          <p:txBody>
            <a:bodyPr wrap="none" anchor="ctr"/>
            <a:lstStyle/>
            <a:p>
              <a:pPr eaLnBrk="1" hangingPunct="1">
                <a:spcBef>
                  <a:spcPts val="1200"/>
                </a:spcBef>
                <a:defRPr/>
              </a:pPr>
              <a:r>
                <a:rPr lang="en-US" dirty="0">
                  <a:latin typeface="Helvetica" pitchFamily="34" charset="0"/>
                  <a:ea typeface="Helvetica" charset="0"/>
                  <a:cs typeface="Helvetica" charset="0"/>
                  <a:sym typeface="Helvetica" charset="0"/>
                </a:rPr>
                <a:t>Required Skills, Knowledge and </a:t>
              </a:r>
              <a:r>
                <a:rPr lang="en-US" dirty="0" smtClean="0">
                  <a:latin typeface="Helvetica" pitchFamily="34" charset="0"/>
                  <a:ea typeface="Helvetica" charset="0"/>
                  <a:cs typeface="Helvetica" charset="0"/>
                  <a:sym typeface="Helvetica" charset="0"/>
                </a:rPr>
                <a:t/>
              </a:r>
              <a:br>
                <a:rPr lang="en-US" dirty="0" smtClean="0">
                  <a:latin typeface="Helvetica" pitchFamily="34" charset="0"/>
                  <a:ea typeface="Helvetica" charset="0"/>
                  <a:cs typeface="Helvetica" charset="0"/>
                  <a:sym typeface="Helvetica" charset="0"/>
                </a:rPr>
              </a:br>
              <a:r>
                <a:rPr lang="en-US" dirty="0" smtClean="0">
                  <a:latin typeface="Helvetica" pitchFamily="34" charset="0"/>
                  <a:ea typeface="Helvetica" charset="0"/>
                  <a:cs typeface="Helvetica" charset="0"/>
                  <a:sym typeface="Helvetica" charset="0"/>
                </a:rPr>
                <a:t>Characteristics</a:t>
              </a:r>
              <a:endParaRPr lang="en-US" dirty="0">
                <a:latin typeface="Helvetica" pitchFamily="34" charset="0"/>
                <a:ea typeface="Helvetica" charset="0"/>
                <a:cs typeface="Helvetica" charset="0"/>
                <a:sym typeface="Helvetica" charset="0"/>
              </a:endParaRPr>
            </a:p>
          </p:txBody>
        </p:sp>
        <p:sp>
          <p:nvSpPr>
            <p:cNvPr id="11" name="AutoShape 11"/>
            <p:cNvSpPr>
              <a:spLocks noChangeArrowheads="1"/>
            </p:cNvSpPr>
            <p:nvPr/>
          </p:nvSpPr>
          <p:spPr bwMode="gray">
            <a:xfrm>
              <a:off x="2489" y="2881"/>
              <a:ext cx="2381" cy="363"/>
            </a:xfrm>
            <a:prstGeom prst="roundRect">
              <a:avLst>
                <a:gd name="adj" fmla="val 50000"/>
              </a:avLst>
            </a:prstGeom>
            <a:gradFill rotWithShape="1">
              <a:gsLst>
                <a:gs pos="0">
                  <a:schemeClr val="folHlink"/>
                </a:gs>
                <a:gs pos="100000">
                  <a:schemeClr val="folHlink">
                    <a:gamma/>
                    <a:tint val="5882"/>
                    <a:invGamma/>
                  </a:schemeClr>
                </a:gs>
              </a:gsLst>
              <a:lin ang="0" scaled="1"/>
            </a:gradFill>
            <a:ln w="38100" algn="ctr">
              <a:solidFill>
                <a:srgbClr val="FEFEFE"/>
              </a:solidFill>
              <a:round/>
              <a:headEnd/>
              <a:tailEnd/>
            </a:ln>
            <a:effectLst/>
          </p:spPr>
          <p:txBody>
            <a:bodyPr wrap="none" anchor="ctr"/>
            <a:lstStyle/>
            <a:p>
              <a:pPr marL="360363" indent="-360363" eaLnBrk="1" hangingPunct="1">
                <a:spcBef>
                  <a:spcPts val="1200"/>
                </a:spcBef>
                <a:defRPr/>
              </a:pPr>
              <a:r>
                <a:rPr lang="en-US" dirty="0">
                  <a:latin typeface="Helvetica" pitchFamily="34" charset="0"/>
                  <a:ea typeface="Helvetica" charset="0"/>
                  <a:cs typeface="Helvetica" charset="0"/>
                  <a:sym typeface="Helvetica" charset="0"/>
                </a:rPr>
                <a:t>Overview of Job Duties</a:t>
              </a:r>
              <a:endParaRPr lang="en-US" dirty="0">
                <a:latin typeface="Helvetica" pitchFamily="34" charset="0"/>
                <a:sym typeface="Helvetica" charset="0"/>
              </a:endParaRPr>
            </a:p>
          </p:txBody>
        </p:sp>
        <p:sp>
          <p:nvSpPr>
            <p:cNvPr id="13" name="Text Box 13"/>
            <p:cNvSpPr txBox="1">
              <a:spLocks noChangeArrowheads="1"/>
            </p:cNvSpPr>
            <p:nvPr/>
          </p:nvSpPr>
          <p:spPr bwMode="gray">
            <a:xfrm>
              <a:off x="1128" y="2047"/>
              <a:ext cx="1563" cy="872"/>
            </a:xfrm>
            <a:prstGeom prst="rect">
              <a:avLst/>
            </a:prstGeom>
            <a:noFill/>
            <a:ln w="9525" algn="ctr">
              <a:noFill/>
              <a:miter lim="800000"/>
              <a:headEnd/>
              <a:tailEnd/>
            </a:ln>
            <a:effectLst>
              <a:outerShdw dist="35921" dir="2700000" algn="ctr" rotWithShape="0">
                <a:srgbClr val="000000"/>
              </a:outerShdw>
            </a:effectLst>
          </p:spPr>
          <p:txBody>
            <a:bodyPr wrap="none">
              <a:spAutoFit/>
            </a:bodyPr>
            <a:lstStyle/>
            <a:p>
              <a:pPr algn="ctr" eaLnBrk="0" hangingPunct="0">
                <a:defRPr/>
              </a:pPr>
              <a:r>
                <a:rPr lang="en-AU" sz="2800" b="1" dirty="0" smtClean="0">
                  <a:solidFill>
                    <a:srgbClr val="FFFFFF"/>
                  </a:solidFill>
                  <a:latin typeface="Helvetica" pitchFamily="34" charset="0"/>
                </a:rPr>
                <a:t>Components </a:t>
              </a:r>
              <a:br>
                <a:rPr lang="en-AU" sz="2800" b="1" dirty="0" smtClean="0">
                  <a:solidFill>
                    <a:srgbClr val="FFFFFF"/>
                  </a:solidFill>
                  <a:latin typeface="Helvetica" pitchFamily="34" charset="0"/>
                </a:rPr>
              </a:br>
              <a:r>
                <a:rPr lang="en-AU" sz="2800" b="1" dirty="0" smtClean="0">
                  <a:solidFill>
                    <a:srgbClr val="FFFFFF"/>
                  </a:solidFill>
                  <a:latin typeface="Helvetica" pitchFamily="34" charset="0"/>
                </a:rPr>
                <a:t>of a Job </a:t>
              </a:r>
              <a:br>
                <a:rPr lang="en-AU" sz="2800" b="1" dirty="0" smtClean="0">
                  <a:solidFill>
                    <a:srgbClr val="FFFFFF"/>
                  </a:solidFill>
                  <a:latin typeface="Helvetica" pitchFamily="34" charset="0"/>
                </a:rPr>
              </a:br>
              <a:r>
                <a:rPr lang="en-AU" sz="2800" b="1" dirty="0" smtClean="0">
                  <a:solidFill>
                    <a:srgbClr val="FFFFFF"/>
                  </a:solidFill>
                  <a:latin typeface="Helvetica" pitchFamily="34" charset="0"/>
                </a:rPr>
                <a:t>Specification</a:t>
              </a:r>
              <a:endParaRPr lang="en-AU" sz="2800" b="1" dirty="0">
                <a:solidFill>
                  <a:srgbClr val="FFFFFF"/>
                </a:solidFill>
                <a:latin typeface="Helvetica" pitchFamily="34" charset="0"/>
              </a:endParaRPr>
            </a:p>
          </p:txBody>
        </p:sp>
      </p:gr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p:nvPr>
        </p:nvSpPr>
        <p:spPr>
          <a:xfrm>
            <a:off x="611188" y="323850"/>
            <a:ext cx="7467600" cy="584200"/>
          </a:xfrm>
        </p:spPr>
        <p:txBody>
          <a:bodyPr rIns="40640"/>
          <a:lstStyle/>
          <a:p>
            <a:pPr eaLnBrk="1" hangingPunct="1"/>
            <a:r>
              <a:rPr lang="en-US" sz="3200" b="1" dirty="0" smtClean="0">
                <a:solidFill>
                  <a:srgbClr val="FF6600"/>
                </a:solidFill>
                <a:latin typeface="Helvetica" charset="0"/>
                <a:ea typeface="Helvetica" charset="0"/>
                <a:cs typeface="Helvetica" charset="0"/>
                <a:sym typeface="Helvetica" charset="0"/>
              </a:rPr>
              <a:t>Read and interpret job specifications</a:t>
            </a:r>
            <a:endParaRPr lang="en-US" sz="3200" b="1" dirty="0" smtClean="0">
              <a:solidFill>
                <a:srgbClr val="FF6600"/>
              </a:solidFill>
              <a:latin typeface="Helvetica" charset="0"/>
              <a:ea typeface="ヒラギノ角ゴ ProN W6" charset="0"/>
              <a:cs typeface="ヒラギノ角ゴ ProN W6" charset="0"/>
              <a:sym typeface="Helvetica" charset="0"/>
            </a:endParaRPr>
          </a:p>
        </p:txBody>
      </p:sp>
      <p:sp>
        <p:nvSpPr>
          <p:cNvPr id="10243" name="Rectangle 5"/>
          <p:cNvSpPr>
            <a:spLocks noGrp="1" noChangeArrowheads="1"/>
          </p:cNvSpPr>
          <p:nvPr>
            <p:ph idx="1"/>
          </p:nvPr>
        </p:nvSpPr>
        <p:spPr>
          <a:xfrm>
            <a:off x="611188" y="1196975"/>
            <a:ext cx="7467600" cy="5040313"/>
          </a:xfrm>
        </p:spPr>
        <p:txBody>
          <a:bodyPr rIns="132080"/>
          <a:lstStyle/>
          <a:p>
            <a:pPr marL="39688" indent="0" eaLnBrk="1" hangingPunct="1">
              <a:spcBef>
                <a:spcPts val="1200"/>
              </a:spcBef>
              <a:buFont typeface="Wingdings 2" charset="2"/>
              <a:buNone/>
            </a:pPr>
            <a:r>
              <a:rPr lang="en-US" sz="2200" dirty="0" smtClean="0">
                <a:latin typeface="Helvetica" charset="0"/>
                <a:ea typeface="Helvetica" charset="0"/>
                <a:cs typeface="Helvetica" charset="0"/>
                <a:sym typeface="Helvetica" charset="0"/>
              </a:rPr>
              <a:t>What are the job specifications for your position? </a:t>
            </a:r>
            <a:endParaRPr lang="en-US" sz="2200" dirty="0" smtClean="0">
              <a:latin typeface="Helvetica" charset="0"/>
              <a:sym typeface="Helvetica" charset="0"/>
            </a:endParaRPr>
          </a:p>
        </p:txBody>
      </p:sp>
      <p:pic>
        <p:nvPicPr>
          <p:cNvPr id="10244" name="Picture 7"/>
          <p:cNvPicPr>
            <a:picLocks noChangeArrowheads="1"/>
          </p:cNvPicPr>
          <p:nvPr/>
        </p:nvPicPr>
        <p:blipFill>
          <a:blip r:embed="rId3" cstate="print"/>
          <a:srcRect/>
          <a:stretch>
            <a:fillRect/>
          </a:stretch>
        </p:blipFill>
        <p:spPr bwMode="auto">
          <a:xfrm>
            <a:off x="2268538" y="2205038"/>
            <a:ext cx="2951162" cy="2187575"/>
          </a:xfrm>
          <a:prstGeom prst="rect">
            <a:avLst/>
          </a:prstGeom>
          <a:noFill/>
          <a:ln w="12700">
            <a:noFill/>
            <a:miter lim="800000"/>
            <a:headEnd/>
            <a:tailEnd/>
          </a:ln>
        </p:spPr>
      </p:pic>
      <p:sp>
        <p:nvSpPr>
          <p:cNvPr id="10245"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dirty="0">
                <a:solidFill>
                  <a:srgbClr val="374150"/>
                </a:solidFill>
                <a:cs typeface="Arial" charset="0"/>
              </a:rPr>
              <a:t> </a:t>
            </a:r>
            <a:r>
              <a:rPr lang="en-US" sz="1000" dirty="0">
                <a:solidFill>
                  <a:srgbClr val="374150"/>
                </a:solidFill>
                <a:latin typeface="Helvetica" charset="0"/>
                <a:cs typeface="Arial" charset="0"/>
              </a:rPr>
              <a:t>Slide </a:t>
            </a:r>
            <a:fld id="{63F9D70C-F596-49D9-A51F-9E840E01EC43}" type="slidenum">
              <a:rPr lang="en-US" sz="1000">
                <a:solidFill>
                  <a:srgbClr val="374150"/>
                </a:solidFill>
                <a:latin typeface="Helvetica" charset="0"/>
                <a:cs typeface="Arial" charset="0"/>
              </a:rPr>
              <a:pPr algn="r"/>
              <a:t>7</a:t>
            </a:fld>
            <a:endParaRPr lang="en-US" sz="1000" dirty="0">
              <a:solidFill>
                <a:srgbClr val="374150"/>
              </a:solidFill>
              <a:latin typeface="Helvetica" charset="0"/>
              <a:cs typeface="Arial" charset="0"/>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a:xfrm>
            <a:off x="611188" y="252413"/>
            <a:ext cx="7467600" cy="655637"/>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Read and interpret procedures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14342" name="Rectangle 5"/>
          <p:cNvSpPr>
            <a:spLocks noGrp="1" noChangeArrowheads="1"/>
          </p:cNvSpPr>
          <p:nvPr>
            <p:ph idx="1"/>
          </p:nvPr>
        </p:nvSpPr>
        <p:spPr>
          <a:xfrm>
            <a:off x="611188" y="1125538"/>
            <a:ext cx="7467600" cy="5111750"/>
          </a:xfrm>
        </p:spPr>
        <p:txBody>
          <a:bodyPr rIns="132080"/>
          <a:lstStyle/>
          <a:p>
            <a:pPr marL="3175" indent="0" eaLnBrk="1" hangingPunct="1">
              <a:spcBef>
                <a:spcPct val="0"/>
              </a:spcBef>
              <a:buFont typeface="Wingdings 2" charset="2"/>
              <a:buNone/>
              <a:defRPr/>
            </a:pPr>
            <a:r>
              <a:rPr lang="en-US" sz="2200" dirty="0" smtClean="0">
                <a:latin typeface="Helvetica" charset="0"/>
                <a:ea typeface="Helvetica" charset="0"/>
                <a:cs typeface="Helvetica" charset="0"/>
                <a:sym typeface="Helvetica" charset="0"/>
              </a:rPr>
              <a:t>Procedure:</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A series of steps, taken together, to achieve a desired result </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 Sometimes called a work instruction</a:t>
            </a:r>
            <a:endParaRPr lang="en-US" sz="2200" dirty="0" smtClean="0">
              <a:latin typeface="Helvetica" charset="0"/>
              <a:sym typeface="Helvetica" charset="0"/>
            </a:endParaRPr>
          </a:p>
        </p:txBody>
      </p:sp>
      <p:sp>
        <p:nvSpPr>
          <p:cNvPr id="11268"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D80AA10B-DC6C-4655-B445-5E9EE6BB5E7D}" type="slidenum">
              <a:rPr lang="en-US" sz="1000">
                <a:solidFill>
                  <a:srgbClr val="374150"/>
                </a:solidFill>
                <a:latin typeface="Helvetica" charset="0"/>
                <a:cs typeface="Arial" charset="0"/>
              </a:rPr>
              <a:pPr algn="r"/>
              <a:t>8</a:t>
            </a:fld>
            <a:endParaRPr lang="en-US" sz="1000">
              <a:solidFill>
                <a:srgbClr val="374150"/>
              </a:solidFill>
              <a:latin typeface="Helvetica" charset="0"/>
              <a:cs typeface="Arial" charset="0"/>
            </a:endParaRPr>
          </a:p>
        </p:txBody>
      </p:sp>
      <p:pic>
        <p:nvPicPr>
          <p:cNvPr id="11269" name="Picture 7"/>
          <p:cNvPicPr>
            <a:picLocks noChangeArrowheads="1"/>
          </p:cNvPicPr>
          <p:nvPr/>
        </p:nvPicPr>
        <p:blipFill>
          <a:blip r:embed="rId3" cstate="print"/>
          <a:srcRect/>
          <a:stretch>
            <a:fillRect/>
          </a:stretch>
        </p:blipFill>
        <p:spPr bwMode="auto">
          <a:xfrm>
            <a:off x="2268538" y="3213100"/>
            <a:ext cx="2951162" cy="2085975"/>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a:xfrm>
            <a:off x="611188" y="323850"/>
            <a:ext cx="7467600" cy="584200"/>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Read and interpret procedures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15366" name="Rectangle 5"/>
          <p:cNvSpPr>
            <a:spLocks noGrp="1" noChangeArrowheads="1"/>
          </p:cNvSpPr>
          <p:nvPr>
            <p:ph idx="1"/>
          </p:nvPr>
        </p:nvSpPr>
        <p:spPr>
          <a:xfrm>
            <a:off x="611188" y="1125538"/>
            <a:ext cx="7467600" cy="4967287"/>
          </a:xfrm>
        </p:spPr>
        <p:txBody>
          <a:bodyPr rIns="132080"/>
          <a:lstStyle/>
          <a:p>
            <a:pPr marL="0" indent="0" eaLnBrk="1" hangingPunct="1">
              <a:spcBef>
                <a:spcPct val="0"/>
              </a:spcBef>
              <a:buFont typeface="Wingdings 2" charset="2"/>
              <a:buNone/>
              <a:defRPr/>
            </a:pPr>
            <a:r>
              <a:rPr lang="en-AU" sz="2200" dirty="0" smtClean="0">
                <a:latin typeface="Helvetica" charset="0"/>
                <a:ea typeface="Helvetica" charset="0"/>
                <a:cs typeface="Helvetica" charset="0"/>
                <a:sym typeface="Helvetica" charset="0"/>
              </a:rPr>
              <a:t>In the event of an injury the person(s) involved should:</a:t>
            </a:r>
            <a:endParaRPr lang="en-AU" sz="2200" dirty="0" smtClean="0">
              <a:latin typeface="Helvetica" charset="0"/>
              <a:sym typeface="Helvetica" charset="0"/>
            </a:endParaRPr>
          </a:p>
          <a:p>
            <a:pPr marL="360363" indent="-360363" eaLnBrk="1" hangingPunct="1">
              <a:spcBef>
                <a:spcPts val="1200"/>
              </a:spcBef>
              <a:defRPr/>
            </a:pPr>
            <a:r>
              <a:rPr lang="en-AU" sz="2200" dirty="0" smtClean="0">
                <a:latin typeface="Helvetica" charset="0"/>
                <a:ea typeface="Helvetica" charset="0"/>
                <a:cs typeface="Helvetica" charset="0"/>
                <a:sym typeface="Helvetica" charset="0"/>
              </a:rPr>
              <a:t>Seek first aid or medical attention as required</a:t>
            </a:r>
            <a:endParaRPr lang="en-AU" sz="2200" dirty="0" smtClean="0">
              <a:latin typeface="Helvetica" charset="0"/>
              <a:sym typeface="Helvetica" charset="0"/>
            </a:endParaRPr>
          </a:p>
          <a:p>
            <a:pPr marL="360363" indent="-360363" eaLnBrk="1" hangingPunct="1">
              <a:spcBef>
                <a:spcPts val="1200"/>
              </a:spcBef>
              <a:defRPr/>
            </a:pPr>
            <a:r>
              <a:rPr lang="en-AU" sz="2200" dirty="0" smtClean="0">
                <a:latin typeface="Helvetica" charset="0"/>
                <a:ea typeface="Helvetica" charset="0"/>
                <a:cs typeface="Helvetica" charset="0"/>
                <a:sym typeface="Helvetica" charset="0"/>
              </a:rPr>
              <a:t>Inform their supervisor as soon as possible</a:t>
            </a:r>
            <a:endParaRPr lang="en-AU" sz="2200" dirty="0" smtClean="0">
              <a:latin typeface="Helvetica" charset="0"/>
              <a:sym typeface="Helvetica" charset="0"/>
            </a:endParaRPr>
          </a:p>
          <a:p>
            <a:pPr marL="360363" indent="-360363" eaLnBrk="1" hangingPunct="1">
              <a:spcBef>
                <a:spcPts val="1200"/>
              </a:spcBef>
              <a:defRPr/>
            </a:pPr>
            <a:r>
              <a:rPr lang="en-AU" sz="2200" dirty="0" smtClean="0">
                <a:latin typeface="Helvetica" charset="0"/>
                <a:ea typeface="Helvetica" charset="0"/>
                <a:cs typeface="Helvetica" charset="0"/>
                <a:sym typeface="Helvetica" charset="0"/>
              </a:rPr>
              <a:t>Complete Part 1 of the Confidential Incident Report Form and fax it to Head Office</a:t>
            </a:r>
            <a:endParaRPr lang="en-AU" sz="2200" dirty="0" smtClean="0">
              <a:latin typeface="Helvetica" charset="0"/>
              <a:sym typeface="Helvetica" charset="0"/>
            </a:endParaRPr>
          </a:p>
          <a:p>
            <a:pPr marL="360363" indent="-360363" eaLnBrk="1" hangingPunct="1">
              <a:spcBef>
                <a:spcPts val="1200"/>
              </a:spcBef>
              <a:defRPr/>
            </a:pPr>
            <a:r>
              <a:rPr lang="en-AU" sz="2200" dirty="0" smtClean="0">
                <a:latin typeface="Helvetica" charset="0"/>
                <a:ea typeface="Helvetica" charset="0"/>
                <a:cs typeface="Helvetica" charset="0"/>
                <a:sym typeface="Helvetica" charset="0"/>
              </a:rPr>
              <a:t>Assist their supervisor in the investigation </a:t>
            </a:r>
            <a:br>
              <a:rPr lang="en-AU" sz="2200" dirty="0" smtClean="0">
                <a:latin typeface="Helvetica" charset="0"/>
                <a:ea typeface="Helvetica" charset="0"/>
                <a:cs typeface="Helvetica" charset="0"/>
                <a:sym typeface="Helvetica" charset="0"/>
              </a:rPr>
            </a:br>
            <a:r>
              <a:rPr lang="en-AU" sz="2200" dirty="0" smtClean="0">
                <a:latin typeface="Helvetica" charset="0"/>
                <a:ea typeface="Helvetica" charset="0"/>
                <a:cs typeface="Helvetica" charset="0"/>
                <a:sym typeface="Helvetica" charset="0"/>
              </a:rPr>
              <a:t>and reporting on the incident or accident</a:t>
            </a:r>
            <a:endParaRPr lang="en-AU" sz="2200" dirty="0" smtClean="0">
              <a:latin typeface="Helvetica" charset="0"/>
              <a:sym typeface="Helvetica" charset="0"/>
            </a:endParaRPr>
          </a:p>
        </p:txBody>
      </p:sp>
      <p:sp>
        <p:nvSpPr>
          <p:cNvPr id="12292"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9EE002C8-95BD-431E-BFB6-71C05BC9888F}" type="slidenum">
              <a:rPr lang="en-US" sz="1000">
                <a:solidFill>
                  <a:srgbClr val="374150"/>
                </a:solidFill>
                <a:latin typeface="Helvetica" charset="0"/>
                <a:cs typeface="Arial" charset="0"/>
              </a:rPr>
              <a:pPr algn="r"/>
              <a:t>9</a:t>
            </a:fld>
            <a:endParaRPr lang="en-US" sz="1000">
              <a:solidFill>
                <a:srgbClr val="374150"/>
              </a:solidFill>
              <a:latin typeface="Helvetica" charset="0"/>
              <a:cs typeface="Arial" charset="0"/>
            </a:endParaRPr>
          </a:p>
        </p:txBody>
      </p:sp>
      <p:pic>
        <p:nvPicPr>
          <p:cNvPr id="6" name="Picture 5" descr="MC900437990.WMF"/>
          <p:cNvPicPr>
            <a:picLocks noChangeAspect="1"/>
          </p:cNvPicPr>
          <p:nvPr/>
        </p:nvPicPr>
        <p:blipFill>
          <a:blip r:embed="rId3" cstate="print"/>
          <a:stretch>
            <a:fillRect/>
          </a:stretch>
        </p:blipFill>
        <p:spPr>
          <a:xfrm>
            <a:off x="6372200" y="3284984"/>
            <a:ext cx="1816100" cy="1730375"/>
          </a:xfrm>
          <a:prstGeom prst="rect">
            <a:avLst/>
          </a:prstGeom>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a:xfrm>
            <a:off x="611188" y="323850"/>
            <a:ext cx="7467600" cy="584200"/>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Read and interpret procedures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13315" name="Rectangle 5"/>
          <p:cNvSpPr>
            <a:spLocks noGrp="1" noChangeArrowheads="1"/>
          </p:cNvSpPr>
          <p:nvPr>
            <p:ph idx="1"/>
          </p:nvPr>
        </p:nvSpPr>
        <p:spPr>
          <a:xfrm>
            <a:off x="611188" y="1125538"/>
            <a:ext cx="7467600" cy="5732462"/>
          </a:xfrm>
        </p:spPr>
        <p:txBody>
          <a:bodyPr rIns="132080"/>
          <a:lstStyle/>
          <a:p>
            <a:pPr marL="39688" indent="0" eaLnBrk="1" hangingPunct="1">
              <a:spcBef>
                <a:spcPct val="0"/>
              </a:spcBef>
              <a:buFont typeface="Wingdings 2" charset="2"/>
              <a:buNone/>
            </a:pPr>
            <a:r>
              <a:rPr lang="en-US" sz="2200" smtClean="0">
                <a:latin typeface="Helvetica" charset="0"/>
                <a:ea typeface="Helvetica" charset="0"/>
                <a:cs typeface="Helvetica" charset="0"/>
                <a:sym typeface="Helvetica" charset="0"/>
              </a:rPr>
              <a:t>Why do we need procedures in the workplace?</a:t>
            </a:r>
            <a:endParaRPr lang="en-US" sz="2200" smtClean="0">
              <a:latin typeface="Helvetica" charset="0"/>
              <a:sym typeface="Helvetica" charset="0"/>
            </a:endParaRPr>
          </a:p>
        </p:txBody>
      </p:sp>
      <p:sp>
        <p:nvSpPr>
          <p:cNvPr id="13316"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5F21E5A2-1A4B-43EF-94D1-C3D5D0734AE3}" type="slidenum">
              <a:rPr lang="en-US" sz="1000">
                <a:solidFill>
                  <a:srgbClr val="374150"/>
                </a:solidFill>
                <a:latin typeface="Helvetica" charset="0"/>
                <a:cs typeface="Arial" charset="0"/>
              </a:rPr>
              <a:pPr algn="r"/>
              <a:t>10</a:t>
            </a:fld>
            <a:endParaRPr lang="en-US" sz="1000">
              <a:solidFill>
                <a:srgbClr val="374150"/>
              </a:solidFill>
              <a:latin typeface="Helvetica" charset="0"/>
              <a:cs typeface="Arial" charset="0"/>
            </a:endParaRPr>
          </a:p>
        </p:txBody>
      </p:sp>
      <p:pic>
        <p:nvPicPr>
          <p:cNvPr id="13317" name="Picture 7"/>
          <p:cNvPicPr>
            <a:picLocks noChangeArrowheads="1"/>
          </p:cNvPicPr>
          <p:nvPr/>
        </p:nvPicPr>
        <p:blipFill>
          <a:blip r:embed="rId3" cstate="print"/>
          <a:srcRect/>
          <a:stretch>
            <a:fillRect/>
          </a:stretch>
        </p:blipFill>
        <p:spPr bwMode="auto">
          <a:xfrm>
            <a:off x="2195736" y="2132856"/>
            <a:ext cx="2305050" cy="2332037"/>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p:nvPr>
        </p:nvSpPr>
        <p:spPr>
          <a:xfrm>
            <a:off x="611188" y="252413"/>
            <a:ext cx="7467600" cy="1089025"/>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Read and interpret basic instructions, directions and/or diagrams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14339" name="Rectangle 5"/>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D1C49BFF-14BD-4CE1-B147-14047F11E554}" type="slidenum">
              <a:rPr lang="en-US" sz="1000">
                <a:solidFill>
                  <a:srgbClr val="374150"/>
                </a:solidFill>
                <a:latin typeface="Helvetica" charset="0"/>
                <a:cs typeface="Arial" charset="0"/>
              </a:rPr>
              <a:pPr algn="r"/>
              <a:t>11</a:t>
            </a:fld>
            <a:endParaRPr lang="en-US" sz="1000">
              <a:solidFill>
                <a:srgbClr val="374150"/>
              </a:solidFill>
              <a:latin typeface="Helvetica" charset="0"/>
              <a:cs typeface="Arial" charset="0"/>
            </a:endParaRPr>
          </a:p>
        </p:txBody>
      </p:sp>
      <p:pic>
        <p:nvPicPr>
          <p:cNvPr id="14340" name="Picture 6"/>
          <p:cNvPicPr>
            <a:picLocks noChangeArrowheads="1"/>
          </p:cNvPicPr>
          <p:nvPr/>
        </p:nvPicPr>
        <p:blipFill>
          <a:blip r:embed="rId3" cstate="print"/>
          <a:srcRect/>
          <a:stretch>
            <a:fillRect/>
          </a:stretch>
        </p:blipFill>
        <p:spPr bwMode="auto">
          <a:xfrm>
            <a:off x="2771775" y="1557338"/>
            <a:ext cx="2557463" cy="3813175"/>
          </a:xfrm>
          <a:prstGeom prst="rect">
            <a:avLst/>
          </a:prstGeom>
          <a:noFill/>
          <a:ln w="9525">
            <a:noFill/>
            <a:round/>
            <a:headEnd/>
            <a:tailEnd/>
          </a:ln>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title"/>
          </p:nvPr>
        </p:nvSpPr>
        <p:spPr>
          <a:xfrm>
            <a:off x="611188" y="252413"/>
            <a:ext cx="7467600" cy="1304925"/>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Read and interpret basic instructions, directions and/or diagrams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15363" name="Rectangle 5"/>
          <p:cNvSpPr>
            <a:spLocks noGrp="1" noChangeArrowheads="1"/>
          </p:cNvSpPr>
          <p:nvPr>
            <p:ph idx="1"/>
          </p:nvPr>
        </p:nvSpPr>
        <p:spPr>
          <a:xfrm>
            <a:off x="611188" y="1557338"/>
            <a:ext cx="7467600" cy="4751387"/>
          </a:xfrm>
        </p:spPr>
        <p:txBody>
          <a:bodyPr rIns="132080"/>
          <a:lstStyle/>
          <a:p>
            <a:pPr marL="360363" indent="-360363" eaLnBrk="1" hangingPunct="1">
              <a:spcBef>
                <a:spcPct val="0"/>
              </a:spcBef>
            </a:pPr>
            <a:r>
              <a:rPr lang="en-US" sz="2200" dirty="0" smtClean="0">
                <a:latin typeface="Helvetica" charset="0"/>
                <a:ea typeface="Helvetica" charset="0"/>
                <a:cs typeface="Helvetica" charset="0"/>
                <a:sym typeface="Helvetica" charset="0"/>
              </a:rPr>
              <a:t>You will notice a variety of signs containing directions and diagrams all around you  </a:t>
            </a:r>
            <a:endParaRPr lang="en-US" sz="2200" dirty="0" smtClean="0">
              <a:latin typeface="Helvetica" charset="0"/>
              <a:sym typeface="Helvetica" charset="0"/>
            </a:endParaRPr>
          </a:p>
          <a:p>
            <a:pPr marL="360363" indent="-360363" eaLnBrk="1" hangingPunct="1">
              <a:spcBef>
                <a:spcPts val="1200"/>
              </a:spcBef>
            </a:pPr>
            <a:r>
              <a:rPr lang="en-US" sz="2200" dirty="0" smtClean="0">
                <a:latin typeface="Helvetica" charset="0"/>
                <a:ea typeface="Helvetica" charset="0"/>
                <a:cs typeface="Helvetica" charset="0"/>
                <a:sym typeface="Helvetica" charset="0"/>
              </a:rPr>
              <a:t>It is important for the customers and staff to follow the rules exactly as they are presented </a:t>
            </a:r>
            <a:endParaRPr lang="en-US" sz="2200" dirty="0" smtClean="0">
              <a:latin typeface="Helvetica" charset="0"/>
              <a:sym typeface="Helvetica" charset="0"/>
            </a:endParaRPr>
          </a:p>
          <a:p>
            <a:pPr marL="360363" indent="-360363" eaLnBrk="1" hangingPunct="1">
              <a:spcBef>
                <a:spcPts val="1200"/>
              </a:spcBef>
            </a:pPr>
            <a:r>
              <a:rPr lang="en-US" sz="2200" dirty="0" smtClean="0">
                <a:latin typeface="Helvetica" charset="0"/>
                <a:ea typeface="Helvetica" charset="0"/>
                <a:cs typeface="Helvetica" charset="0"/>
                <a:sym typeface="Helvetica" charset="0"/>
              </a:rPr>
              <a:t>Many such signs contain pictures and diagrams in order to attract your attention, and present information simply and clearly within picture format</a:t>
            </a:r>
            <a:endParaRPr lang="en-US" sz="2200" dirty="0" smtClean="0">
              <a:latin typeface="Helvetica" charset="0"/>
              <a:sym typeface="Helvetica" charset="0"/>
            </a:endParaRPr>
          </a:p>
        </p:txBody>
      </p:sp>
      <p:sp>
        <p:nvSpPr>
          <p:cNvPr id="15364"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715F905E-05DC-4B9D-82EB-631B393E6E58}" type="slidenum">
              <a:rPr lang="en-US" sz="1000">
                <a:solidFill>
                  <a:srgbClr val="374150"/>
                </a:solidFill>
                <a:latin typeface="Helvetica" charset="0"/>
                <a:cs typeface="Arial" charset="0"/>
              </a:rPr>
              <a:pPr algn="r"/>
              <a:t>12</a:t>
            </a:fld>
            <a:endParaRPr lang="en-US" sz="1000">
              <a:solidFill>
                <a:srgbClr val="374150"/>
              </a:solidFill>
              <a:latin typeface="Helvetica" charset="0"/>
              <a:cs typeface="Arial" charset="0"/>
            </a:endParaRPr>
          </a:p>
        </p:txBody>
      </p:sp>
      <p:pic>
        <p:nvPicPr>
          <p:cNvPr id="15365" name="Picture 7"/>
          <p:cNvPicPr>
            <a:picLocks noChangeArrowheads="1"/>
          </p:cNvPicPr>
          <p:nvPr/>
        </p:nvPicPr>
        <p:blipFill>
          <a:blip r:embed="rId3" cstate="print"/>
          <a:stretch>
            <a:fillRect/>
          </a:stretch>
        </p:blipFill>
        <p:spPr bwMode="auto">
          <a:xfrm>
            <a:off x="3262224" y="4437063"/>
            <a:ext cx="1770240" cy="1785937"/>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Grp="1" noChangeArrowheads="1"/>
          </p:cNvSpPr>
          <p:nvPr>
            <p:ph type="title"/>
          </p:nvPr>
        </p:nvSpPr>
        <p:spPr>
          <a:xfrm>
            <a:off x="611188" y="252413"/>
            <a:ext cx="7467600" cy="1304925"/>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Read and interpret basic instructions, directions and/or diagrams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16387" name="Rectangle 5"/>
          <p:cNvSpPr>
            <a:spLocks noGrp="1" noChangeArrowheads="1"/>
          </p:cNvSpPr>
          <p:nvPr>
            <p:ph idx="1"/>
          </p:nvPr>
        </p:nvSpPr>
        <p:spPr>
          <a:xfrm>
            <a:off x="611188" y="4762500"/>
            <a:ext cx="7467600" cy="754063"/>
          </a:xfrm>
        </p:spPr>
        <p:txBody>
          <a:bodyPr rIns="132080"/>
          <a:lstStyle/>
          <a:p>
            <a:pPr marL="39688" indent="0" eaLnBrk="1" hangingPunct="1">
              <a:spcBef>
                <a:spcPct val="0"/>
              </a:spcBef>
              <a:buFont typeface="Wingdings 2" charset="2"/>
              <a:buNone/>
            </a:pPr>
            <a:r>
              <a:rPr lang="en-US" sz="2200" smtClean="0">
                <a:latin typeface="Helvetica" charset="0"/>
                <a:ea typeface="Helvetica" charset="0"/>
                <a:cs typeface="Helvetica" charset="0"/>
                <a:sym typeface="Helvetica" charset="0"/>
              </a:rPr>
              <a:t>What situation are these two diagrams referring to?</a:t>
            </a:r>
            <a:endParaRPr lang="en-US" sz="2200" smtClean="0">
              <a:latin typeface="Helvetica" charset="0"/>
              <a:sym typeface="Helvetica" charset="0"/>
            </a:endParaRPr>
          </a:p>
        </p:txBody>
      </p:sp>
      <p:sp>
        <p:nvSpPr>
          <p:cNvPr id="16388"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3A351A2D-661A-4D66-9A28-97EACFFCB350}" type="slidenum">
              <a:rPr lang="en-US" sz="1000">
                <a:solidFill>
                  <a:srgbClr val="374150"/>
                </a:solidFill>
                <a:latin typeface="Helvetica" charset="0"/>
                <a:cs typeface="Arial" charset="0"/>
              </a:rPr>
              <a:pPr algn="r"/>
              <a:t>13</a:t>
            </a:fld>
            <a:endParaRPr lang="en-US" sz="1000">
              <a:solidFill>
                <a:srgbClr val="374150"/>
              </a:solidFill>
              <a:latin typeface="Helvetica" charset="0"/>
              <a:cs typeface="Arial" charset="0"/>
            </a:endParaRPr>
          </a:p>
        </p:txBody>
      </p:sp>
      <p:pic>
        <p:nvPicPr>
          <p:cNvPr id="16389" name="Picture 7"/>
          <p:cNvPicPr>
            <a:picLocks noChangeArrowheads="1"/>
          </p:cNvPicPr>
          <p:nvPr/>
        </p:nvPicPr>
        <p:blipFill>
          <a:blip r:embed="rId3" cstate="print"/>
          <a:srcRect/>
          <a:stretch>
            <a:fillRect/>
          </a:stretch>
        </p:blipFill>
        <p:spPr bwMode="auto">
          <a:xfrm>
            <a:off x="1116013" y="1628775"/>
            <a:ext cx="5105400" cy="2743200"/>
          </a:xfrm>
          <a:prstGeom prst="rect">
            <a:avLst/>
          </a:prstGeom>
          <a:noFill/>
          <a:ln w="9525">
            <a:noFill/>
            <a:round/>
            <a:headEnd/>
            <a:tailEnd/>
          </a:ln>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611188" y="323850"/>
            <a:ext cx="7467600" cy="657225"/>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Read and interpret work instructions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20486" name="Rectangle 5"/>
          <p:cNvSpPr>
            <a:spLocks noGrp="1" noChangeArrowheads="1"/>
          </p:cNvSpPr>
          <p:nvPr>
            <p:ph idx="1"/>
          </p:nvPr>
        </p:nvSpPr>
        <p:spPr>
          <a:xfrm>
            <a:off x="611188" y="1196975"/>
            <a:ext cx="7467600" cy="5661025"/>
          </a:xfrm>
        </p:spPr>
        <p:txBody>
          <a:bodyPr rIns="132080"/>
          <a:lstStyle/>
          <a:p>
            <a:pPr marL="39688" indent="0" eaLnBrk="1" hangingPunct="1">
              <a:spcBef>
                <a:spcPct val="0"/>
              </a:spcBef>
              <a:buFont typeface="Wingdings 2" charset="2"/>
              <a:buNone/>
              <a:defRPr/>
            </a:pPr>
            <a:r>
              <a:rPr lang="en-US" sz="2200" dirty="0" smtClean="0">
                <a:latin typeface="Helvetica" charset="0"/>
                <a:ea typeface="Helvetica" charset="0"/>
                <a:cs typeface="Helvetica" charset="0"/>
                <a:sym typeface="Helvetica" charset="0"/>
              </a:rPr>
              <a:t>A person’s suitability for a job relies on:</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Their ability to read </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Interpret</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Carry out their work instructions</a:t>
            </a:r>
            <a:endParaRPr lang="en-US" sz="2200" dirty="0" smtClean="0">
              <a:latin typeface="Helvetica" charset="0"/>
              <a:sym typeface="Helvetica" charset="0"/>
            </a:endParaRPr>
          </a:p>
        </p:txBody>
      </p:sp>
      <p:sp>
        <p:nvSpPr>
          <p:cNvPr id="17412"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AA1136CF-BB52-4D47-BF09-56AE0200F153}" type="slidenum">
              <a:rPr lang="en-US" sz="1000">
                <a:solidFill>
                  <a:srgbClr val="374150"/>
                </a:solidFill>
                <a:latin typeface="Helvetica" charset="0"/>
                <a:cs typeface="Arial" charset="0"/>
              </a:rPr>
              <a:pPr algn="r"/>
              <a:t>14</a:t>
            </a:fld>
            <a:endParaRPr lang="en-US" sz="1000">
              <a:solidFill>
                <a:srgbClr val="374150"/>
              </a:solidFill>
              <a:latin typeface="Helvetica" charset="0"/>
              <a:cs typeface="Arial" charset="0"/>
            </a:endParaRPr>
          </a:p>
        </p:txBody>
      </p:sp>
      <p:pic>
        <p:nvPicPr>
          <p:cNvPr id="17413" name="Picture 7"/>
          <p:cNvPicPr>
            <a:picLocks noChangeArrowheads="1"/>
          </p:cNvPicPr>
          <p:nvPr/>
        </p:nvPicPr>
        <p:blipFill>
          <a:blip r:embed="rId3" cstate="print"/>
          <a:srcRect/>
          <a:stretch>
            <a:fillRect/>
          </a:stretch>
        </p:blipFill>
        <p:spPr bwMode="auto">
          <a:xfrm>
            <a:off x="2339752" y="3573016"/>
            <a:ext cx="2647950" cy="1889125"/>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Grp="1" noChangeArrowheads="1"/>
          </p:cNvSpPr>
          <p:nvPr>
            <p:ph type="title"/>
          </p:nvPr>
        </p:nvSpPr>
        <p:spPr>
          <a:xfrm>
            <a:off x="611188" y="323850"/>
            <a:ext cx="7467600" cy="657225"/>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Read and interpret work instructions </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21510" name="Rectangle 5"/>
          <p:cNvSpPr>
            <a:spLocks noGrp="1" noChangeArrowheads="1"/>
          </p:cNvSpPr>
          <p:nvPr>
            <p:ph idx="1"/>
          </p:nvPr>
        </p:nvSpPr>
        <p:spPr>
          <a:xfrm>
            <a:off x="611188" y="1196975"/>
            <a:ext cx="7467600" cy="5040313"/>
          </a:xfrm>
        </p:spPr>
        <p:txBody>
          <a:bodyPr rIns="132080"/>
          <a:lstStyle/>
          <a:p>
            <a:pPr marL="39688" indent="0" eaLnBrk="1" hangingPunct="1">
              <a:spcBef>
                <a:spcPct val="0"/>
              </a:spcBef>
              <a:buFont typeface="Wingdings 2" charset="2"/>
              <a:buNone/>
              <a:defRPr/>
            </a:pPr>
            <a:r>
              <a:rPr lang="en-US" sz="2200" dirty="0" smtClean="0">
                <a:latin typeface="Helvetica" charset="0"/>
                <a:ea typeface="Helvetica" charset="0"/>
                <a:cs typeface="Helvetica" charset="0"/>
                <a:sym typeface="Helvetica" charset="0"/>
              </a:rPr>
              <a:t>Work instructions include:</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Methods or work</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Processes and procedures</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Equipment</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Policies and procedures</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Manuals</a:t>
            </a:r>
            <a:endParaRPr lang="en-US" sz="2200" dirty="0" smtClean="0">
              <a:latin typeface="Helvetica" charset="0"/>
              <a:sym typeface="Helvetica" charset="0"/>
            </a:endParaRPr>
          </a:p>
        </p:txBody>
      </p:sp>
      <p:sp>
        <p:nvSpPr>
          <p:cNvPr id="18436"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821B5414-1973-4042-A31B-C3534F2C7517}" type="slidenum">
              <a:rPr lang="en-US" sz="1000">
                <a:solidFill>
                  <a:srgbClr val="374150"/>
                </a:solidFill>
                <a:latin typeface="Helvetica" charset="0"/>
                <a:cs typeface="Arial" charset="0"/>
              </a:rPr>
              <a:pPr algn="r"/>
              <a:t>15</a:t>
            </a:fld>
            <a:endParaRPr lang="en-US" sz="1000">
              <a:solidFill>
                <a:srgbClr val="374150"/>
              </a:solidFill>
              <a:latin typeface="Helvetica" charset="0"/>
              <a:cs typeface="Arial" charset="0"/>
            </a:endParaRPr>
          </a:p>
        </p:txBody>
      </p:sp>
      <p:pic>
        <p:nvPicPr>
          <p:cNvPr id="18437" name="Picture 7"/>
          <p:cNvPicPr>
            <a:picLocks noChangeArrowheads="1"/>
          </p:cNvPicPr>
          <p:nvPr/>
        </p:nvPicPr>
        <p:blipFill>
          <a:blip r:embed="rId3" cstate="print"/>
          <a:srcRect/>
          <a:stretch>
            <a:fillRect/>
          </a:stretch>
        </p:blipFill>
        <p:spPr bwMode="auto">
          <a:xfrm>
            <a:off x="6804025" y="2781300"/>
            <a:ext cx="1574800" cy="2324100"/>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a:xfrm>
            <a:off x="611188" y="396875"/>
            <a:ext cx="7467600" cy="584200"/>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Read and interpret work instructions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19459" name="Rectangle 5"/>
          <p:cNvSpPr>
            <a:spLocks noGrp="1" noChangeArrowheads="1"/>
          </p:cNvSpPr>
          <p:nvPr>
            <p:ph idx="1"/>
          </p:nvPr>
        </p:nvSpPr>
        <p:spPr>
          <a:xfrm>
            <a:off x="611188" y="1268413"/>
            <a:ext cx="7467600" cy="5113337"/>
          </a:xfrm>
        </p:spPr>
        <p:txBody>
          <a:bodyPr rIns="132080"/>
          <a:lstStyle/>
          <a:p>
            <a:pPr marL="39688" indent="0" eaLnBrk="1" hangingPunct="1">
              <a:spcBef>
                <a:spcPct val="0"/>
              </a:spcBef>
              <a:buFont typeface="Wingdings 2" charset="2"/>
              <a:buNone/>
            </a:pPr>
            <a:r>
              <a:rPr lang="en-US" sz="2200" smtClean="0">
                <a:latin typeface="Helvetica" charset="0"/>
                <a:ea typeface="Helvetica" charset="0"/>
                <a:cs typeface="Helvetica" charset="0"/>
                <a:sym typeface="Helvetica" charset="0"/>
              </a:rPr>
              <a:t>What is the procedure for tying your shoes? </a:t>
            </a:r>
            <a:endParaRPr lang="en-US" sz="2200" smtClean="0">
              <a:latin typeface="Helvetica" charset="0"/>
              <a:sym typeface="Helvetica" charset="0"/>
            </a:endParaRPr>
          </a:p>
          <a:p>
            <a:pPr marL="39688" indent="0" eaLnBrk="1" hangingPunct="1">
              <a:spcBef>
                <a:spcPts val="1200"/>
              </a:spcBef>
              <a:buFont typeface="Wingdings 2" charset="2"/>
              <a:buNone/>
            </a:pPr>
            <a:endParaRPr lang="en-US" sz="2200" smtClean="0">
              <a:latin typeface="Helvetica" charset="0"/>
              <a:sym typeface="Helvetica" charset="0"/>
            </a:endParaRPr>
          </a:p>
          <a:p>
            <a:pPr marL="39688" indent="0" eaLnBrk="1" hangingPunct="1">
              <a:spcBef>
                <a:spcPts val="1200"/>
              </a:spcBef>
              <a:buFont typeface="Wingdings 2" charset="2"/>
              <a:buNone/>
            </a:pPr>
            <a:endParaRPr lang="en-US" sz="2200" smtClean="0">
              <a:latin typeface="Helvetica" charset="0"/>
              <a:sym typeface="Helvetica" charset="0"/>
            </a:endParaRPr>
          </a:p>
        </p:txBody>
      </p:sp>
      <p:sp>
        <p:nvSpPr>
          <p:cNvPr id="19460"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1FB2F5AF-CDB7-4063-8DD1-6B994385E7A6}" type="slidenum">
              <a:rPr lang="en-US" sz="1000">
                <a:solidFill>
                  <a:srgbClr val="374150"/>
                </a:solidFill>
                <a:latin typeface="Helvetica" charset="0"/>
                <a:cs typeface="Arial" charset="0"/>
              </a:rPr>
              <a:pPr algn="r"/>
              <a:t>16</a:t>
            </a:fld>
            <a:endParaRPr lang="en-US" sz="1000">
              <a:solidFill>
                <a:srgbClr val="374150"/>
              </a:solidFill>
              <a:latin typeface="Helvetica" charset="0"/>
              <a:cs typeface="Arial" charset="0"/>
            </a:endParaRPr>
          </a:p>
        </p:txBody>
      </p:sp>
      <p:pic>
        <p:nvPicPr>
          <p:cNvPr id="19461" name="Picture 7"/>
          <p:cNvPicPr>
            <a:picLocks noChangeArrowheads="1"/>
          </p:cNvPicPr>
          <p:nvPr/>
        </p:nvPicPr>
        <p:blipFill>
          <a:blip r:embed="rId3" cstate="print"/>
          <a:srcRect r="22301"/>
          <a:stretch>
            <a:fillRect/>
          </a:stretch>
        </p:blipFill>
        <p:spPr bwMode="auto">
          <a:xfrm>
            <a:off x="2124075" y="2205038"/>
            <a:ext cx="2592388" cy="2243137"/>
          </a:xfrm>
          <a:prstGeom prst="rect">
            <a:avLst/>
          </a:prstGeom>
          <a:noFill/>
          <a:ln w="9525">
            <a:noFill/>
            <a:round/>
            <a:headEnd/>
            <a:tailEnd/>
          </a:ln>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noChangeArrowheads="1"/>
          </p:cNvSpPr>
          <p:nvPr>
            <p:ph type="title"/>
          </p:nvPr>
        </p:nvSpPr>
        <p:spPr>
          <a:xfrm>
            <a:off x="611188" y="260648"/>
            <a:ext cx="7467600" cy="942975"/>
          </a:xfrm>
        </p:spPr>
        <p:txBody>
          <a:bodyPr rIns="40640"/>
          <a:lstStyle/>
          <a:p>
            <a:pPr eaLnBrk="1" hangingPunct="1"/>
            <a:r>
              <a:rPr lang="en-US" sz="3200" b="1" dirty="0" smtClean="0">
                <a:solidFill>
                  <a:srgbClr val="FF6600"/>
                </a:solidFill>
                <a:latin typeface="Helvetica" charset="0"/>
                <a:ea typeface="Helvetica" charset="0"/>
                <a:cs typeface="Helvetica" charset="0"/>
                <a:sym typeface="Helvetica" charset="0"/>
              </a:rPr>
              <a:t>Read and interpret information about routine tasks, processes or events</a:t>
            </a:r>
            <a:endParaRPr lang="en-US" sz="3200" b="1" dirty="0" smtClean="0">
              <a:solidFill>
                <a:srgbClr val="FF6600"/>
              </a:solidFill>
              <a:latin typeface="Helvetica" charset="0"/>
              <a:ea typeface="ヒラギノ角ゴ ProN W6" charset="0"/>
              <a:cs typeface="ヒラギノ角ゴ ProN W6" charset="0"/>
              <a:sym typeface="Helvetica" charset="0"/>
            </a:endParaRPr>
          </a:p>
        </p:txBody>
      </p:sp>
      <p:sp>
        <p:nvSpPr>
          <p:cNvPr id="23558" name="Rectangle 5"/>
          <p:cNvSpPr>
            <a:spLocks noGrp="1" noChangeArrowheads="1"/>
          </p:cNvSpPr>
          <p:nvPr>
            <p:ph idx="1"/>
          </p:nvPr>
        </p:nvSpPr>
        <p:spPr>
          <a:xfrm>
            <a:off x="611188" y="1628800"/>
            <a:ext cx="7705725" cy="4896544"/>
          </a:xfrm>
        </p:spPr>
        <p:txBody>
          <a:bodyPr rIns="132080"/>
          <a:lstStyle/>
          <a:p>
            <a:pPr marL="39688" indent="0" eaLnBrk="1" hangingPunct="1">
              <a:spcBef>
                <a:spcPct val="0"/>
              </a:spcBef>
              <a:buFont typeface="Wingdings 2" charset="2"/>
              <a:buNone/>
              <a:defRPr/>
            </a:pPr>
            <a:r>
              <a:rPr lang="en-AU" sz="2200" dirty="0" smtClean="0">
                <a:latin typeface="Helvetica" charset="0"/>
                <a:ea typeface="Helvetica" charset="0"/>
                <a:cs typeface="Helvetica" charset="0"/>
                <a:sym typeface="Helvetica" charset="0"/>
              </a:rPr>
              <a:t>Performance Criteria for this Element are: </a:t>
            </a:r>
            <a:endParaRPr lang="en-AU" sz="2200" dirty="0" smtClean="0">
              <a:latin typeface="Helvetica" charset="0"/>
              <a:sym typeface="Helvetica" charset="0"/>
            </a:endParaRPr>
          </a:p>
          <a:p>
            <a:pPr marL="720725" indent="-720725" eaLnBrk="1" hangingPunct="1">
              <a:spcBef>
                <a:spcPts val="1200"/>
              </a:spcBef>
              <a:buFont typeface="Wingdings 2" charset="2"/>
              <a:buNone/>
              <a:defRPr/>
            </a:pPr>
            <a:r>
              <a:rPr lang="en-AU" sz="2200" dirty="0" smtClean="0">
                <a:latin typeface="Helvetica" charset="0"/>
                <a:ea typeface="Helvetica" charset="0"/>
                <a:cs typeface="Helvetica" charset="0"/>
                <a:sym typeface="Helvetica" charset="0"/>
              </a:rPr>
              <a:t> </a:t>
            </a:r>
            <a:endParaRPr lang="en-AU" sz="2200" dirty="0" smtClean="0">
              <a:latin typeface="Helvetica" charset="0"/>
              <a:sym typeface="Helvetica" charset="0"/>
            </a:endParaRPr>
          </a:p>
        </p:txBody>
      </p:sp>
      <p:sp>
        <p:nvSpPr>
          <p:cNvPr id="20484"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11E55F5D-D10D-4A4F-8243-9CB5E81DFE25}" type="slidenum">
              <a:rPr lang="en-US" sz="1000">
                <a:solidFill>
                  <a:srgbClr val="374150"/>
                </a:solidFill>
                <a:latin typeface="Helvetica" charset="0"/>
                <a:cs typeface="Arial" charset="0"/>
              </a:rPr>
              <a:pPr algn="r"/>
              <a:t>17</a:t>
            </a:fld>
            <a:endParaRPr lang="en-US" sz="1000">
              <a:solidFill>
                <a:srgbClr val="374150"/>
              </a:solidFill>
              <a:latin typeface="Helvetica" charset="0"/>
              <a:cs typeface="Arial" charset="0"/>
            </a:endParaRPr>
          </a:p>
        </p:txBody>
      </p:sp>
      <p:grpSp>
        <p:nvGrpSpPr>
          <p:cNvPr id="5" name="Group 4"/>
          <p:cNvGrpSpPr/>
          <p:nvPr/>
        </p:nvGrpSpPr>
        <p:grpSpPr>
          <a:xfrm>
            <a:off x="611560" y="2276872"/>
            <a:ext cx="7992888" cy="3440763"/>
            <a:chOff x="1752600" y="2002775"/>
            <a:chExt cx="7992888" cy="3440763"/>
          </a:xfrm>
        </p:grpSpPr>
        <p:grpSp>
          <p:nvGrpSpPr>
            <p:cNvPr id="6" name="Group 4"/>
            <p:cNvGrpSpPr>
              <a:grpSpLocks/>
            </p:cNvGrpSpPr>
            <p:nvPr/>
          </p:nvGrpSpPr>
          <p:grpSpPr bwMode="auto">
            <a:xfrm>
              <a:off x="1752600" y="2057400"/>
              <a:ext cx="762000" cy="665163"/>
              <a:chOff x="1110" y="2656"/>
              <a:chExt cx="1549" cy="1351"/>
            </a:xfrm>
          </p:grpSpPr>
          <p:sp>
            <p:nvSpPr>
              <p:cNvPr id="31"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a:p>
            </p:txBody>
          </p:sp>
          <p:sp>
            <p:nvSpPr>
              <p:cNvPr id="32"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a:p>
            </p:txBody>
          </p:sp>
          <p:sp>
            <p:nvSpPr>
              <p:cNvPr id="33"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a:p>
            </p:txBody>
          </p:sp>
        </p:grpSp>
        <p:sp>
          <p:nvSpPr>
            <p:cNvPr id="7" name="Line 8"/>
            <p:cNvSpPr>
              <a:spLocks noChangeShapeType="1"/>
            </p:cNvSpPr>
            <p:nvPr/>
          </p:nvSpPr>
          <p:spPr bwMode="auto">
            <a:xfrm flipV="1">
              <a:off x="2362200" y="2649106"/>
              <a:ext cx="7167264" cy="17894"/>
            </a:xfrm>
            <a:prstGeom prst="line">
              <a:avLst/>
            </a:prstGeom>
            <a:noFill/>
            <a:ln w="25400">
              <a:solidFill>
                <a:schemeClr val="bg2"/>
              </a:solidFill>
              <a:prstDash val="sysDot"/>
              <a:round/>
              <a:headEnd/>
              <a:tailEnd type="oval" w="med" len="med"/>
            </a:ln>
          </p:spPr>
          <p:txBody>
            <a:bodyPr wrap="none" anchor="ctr"/>
            <a:lstStyle/>
            <a:p>
              <a:endParaRPr lang="en-AU"/>
            </a:p>
          </p:txBody>
        </p:sp>
        <p:sp>
          <p:nvSpPr>
            <p:cNvPr id="8" name="Text Box 9"/>
            <p:cNvSpPr txBox="1">
              <a:spLocks noChangeArrowheads="1"/>
            </p:cNvSpPr>
            <p:nvPr/>
          </p:nvSpPr>
          <p:spPr bwMode="auto">
            <a:xfrm>
              <a:off x="2483768" y="2002775"/>
              <a:ext cx="7261720" cy="646331"/>
            </a:xfrm>
            <a:prstGeom prst="rect">
              <a:avLst/>
            </a:prstGeom>
            <a:noFill/>
            <a:ln w="9525" algn="ctr">
              <a:noFill/>
              <a:miter lim="800000"/>
              <a:headEnd/>
              <a:tailEnd/>
            </a:ln>
          </p:spPr>
          <p:txBody>
            <a:bodyPr wrap="square">
              <a:spAutoFit/>
            </a:bodyPr>
            <a:lstStyle/>
            <a:p>
              <a:pPr eaLnBrk="0" hangingPunct="0"/>
              <a:r>
                <a:rPr lang="en-AU" dirty="0" smtClean="0">
                  <a:latin typeface="Helvetica" charset="0"/>
                  <a:ea typeface="Helvetica" charset="0"/>
                  <a:cs typeface="Helvetica" charset="0"/>
                  <a:sym typeface="Helvetica" charset="0"/>
                </a:rPr>
                <a:t>Identify relevant sources of information/documentation so that job can be performed in accordance with the organisation’s requirements</a:t>
              </a:r>
              <a:endParaRPr lang="en-AU" dirty="0"/>
            </a:p>
          </p:txBody>
        </p:sp>
        <p:sp>
          <p:nvSpPr>
            <p:cNvPr id="9" name="Text Box 10"/>
            <p:cNvSpPr txBox="1">
              <a:spLocks noChangeArrowheads="1"/>
            </p:cNvSpPr>
            <p:nvPr/>
          </p:nvSpPr>
          <p:spPr bwMode="gray">
            <a:xfrm>
              <a:off x="1886451" y="2204864"/>
              <a:ext cx="540534" cy="400110"/>
            </a:xfrm>
            <a:prstGeom prst="rect">
              <a:avLst/>
            </a:prstGeom>
            <a:noFill/>
            <a:ln w="9525" algn="ctr">
              <a:noFill/>
              <a:miter lim="800000"/>
              <a:headEnd/>
              <a:tailEnd/>
            </a:ln>
          </p:spPr>
          <p:txBody>
            <a:bodyPr wrap="none">
              <a:spAutoFit/>
            </a:bodyPr>
            <a:lstStyle/>
            <a:p>
              <a:pPr algn="ctr" eaLnBrk="0" hangingPunct="0"/>
              <a:r>
                <a:rPr lang="en-AU" sz="2000" b="1" dirty="0">
                  <a:solidFill>
                    <a:schemeClr val="bg1"/>
                  </a:solidFill>
                  <a:latin typeface="Helvetica" pitchFamily="34" charset="0"/>
                </a:rPr>
                <a:t>2</a:t>
              </a:r>
              <a:r>
                <a:rPr lang="en-AU" sz="2000" b="1" dirty="0" smtClean="0">
                  <a:solidFill>
                    <a:schemeClr val="bg1"/>
                  </a:solidFill>
                  <a:latin typeface="Helvetica" pitchFamily="34" charset="0"/>
                </a:rPr>
                <a:t>.1</a:t>
              </a:r>
              <a:endParaRPr lang="en-AU" sz="2000" b="1" dirty="0">
                <a:solidFill>
                  <a:schemeClr val="bg1"/>
                </a:solidFill>
                <a:latin typeface="Helvetica" pitchFamily="34" charset="0"/>
              </a:endParaRPr>
            </a:p>
          </p:txBody>
        </p:sp>
        <p:grpSp>
          <p:nvGrpSpPr>
            <p:cNvPr id="10" name="Group 12"/>
            <p:cNvGrpSpPr>
              <a:grpSpLocks/>
            </p:cNvGrpSpPr>
            <p:nvPr/>
          </p:nvGrpSpPr>
          <p:grpSpPr bwMode="auto">
            <a:xfrm>
              <a:off x="1752600" y="2971800"/>
              <a:ext cx="762000" cy="665163"/>
              <a:chOff x="3174" y="2656"/>
              <a:chExt cx="1549" cy="1351"/>
            </a:xfrm>
          </p:grpSpPr>
          <p:sp>
            <p:nvSpPr>
              <p:cNvPr id="28" name="AutoShape 13"/>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a:p>
            </p:txBody>
          </p:sp>
          <p:sp>
            <p:nvSpPr>
              <p:cNvPr id="29" name="AutoShape 14"/>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a:p>
            </p:txBody>
          </p:sp>
          <p:sp>
            <p:nvSpPr>
              <p:cNvPr id="30" name="AutoShape 15"/>
              <p:cNvSpPr>
                <a:spLocks noChangeArrowheads="1"/>
              </p:cNvSpPr>
              <p:nvPr/>
            </p:nvSpPr>
            <p:spPr bwMode="gray">
              <a:xfrm>
                <a:off x="3264" y="2737"/>
                <a:ext cx="1349" cy="1167"/>
              </a:xfrm>
              <a:prstGeom prst="hexagon">
                <a:avLst>
                  <a:gd name="adj" fmla="val 28896"/>
                  <a:gd name="vf" fmla="val 115470"/>
                </a:avLst>
              </a:prstGeom>
              <a:solidFill>
                <a:srgbClr val="E68900"/>
              </a:solidFill>
              <a:ln w="9525">
                <a:solidFill>
                  <a:schemeClr val="tx1"/>
                </a:solidFill>
                <a:miter lim="800000"/>
                <a:headEnd/>
                <a:tailEnd/>
              </a:ln>
              <a:effectLst/>
            </p:spPr>
            <p:txBody>
              <a:bodyPr wrap="none" anchor="ctr"/>
              <a:lstStyle/>
              <a:p>
                <a:pPr>
                  <a:defRPr/>
                </a:pPr>
                <a:endParaRPr lang="en-AU"/>
              </a:p>
            </p:txBody>
          </p:sp>
        </p:grpSp>
        <p:sp>
          <p:nvSpPr>
            <p:cNvPr id="11" name="Line 16"/>
            <p:cNvSpPr>
              <a:spLocks noChangeShapeType="1"/>
            </p:cNvSpPr>
            <p:nvPr/>
          </p:nvSpPr>
          <p:spPr bwMode="auto">
            <a:xfrm flipV="1">
              <a:off x="2362200" y="3585210"/>
              <a:ext cx="7167264" cy="0"/>
            </a:xfrm>
            <a:prstGeom prst="line">
              <a:avLst/>
            </a:prstGeom>
            <a:noFill/>
            <a:ln w="25400">
              <a:solidFill>
                <a:schemeClr val="bg2"/>
              </a:solidFill>
              <a:prstDash val="sysDot"/>
              <a:round/>
              <a:headEnd/>
              <a:tailEnd type="oval" w="med" len="med"/>
            </a:ln>
          </p:spPr>
          <p:txBody>
            <a:bodyPr wrap="none" anchor="ctr"/>
            <a:lstStyle/>
            <a:p>
              <a:endParaRPr lang="en-AU"/>
            </a:p>
          </p:txBody>
        </p:sp>
        <p:sp>
          <p:nvSpPr>
            <p:cNvPr id="12" name="Text Box 17"/>
            <p:cNvSpPr txBox="1">
              <a:spLocks noChangeArrowheads="1"/>
            </p:cNvSpPr>
            <p:nvPr/>
          </p:nvSpPr>
          <p:spPr bwMode="auto">
            <a:xfrm>
              <a:off x="2483768" y="2938879"/>
              <a:ext cx="7189712" cy="646331"/>
            </a:xfrm>
            <a:prstGeom prst="rect">
              <a:avLst/>
            </a:prstGeom>
            <a:noFill/>
            <a:ln w="9525" algn="ctr">
              <a:noFill/>
              <a:miter lim="800000"/>
              <a:headEnd/>
              <a:tailEnd/>
            </a:ln>
          </p:spPr>
          <p:txBody>
            <a:bodyPr wrap="square">
              <a:spAutoFit/>
            </a:bodyPr>
            <a:lstStyle/>
            <a:p>
              <a:pPr eaLnBrk="0" hangingPunct="0"/>
              <a:r>
                <a:rPr lang="en-AU" dirty="0" smtClean="0">
                  <a:latin typeface="Helvetica" charset="0"/>
                  <a:ea typeface="Helvetica" charset="0"/>
                  <a:cs typeface="Helvetica" charset="0"/>
                  <a:sym typeface="Helvetica" charset="0"/>
                </a:rPr>
                <a:t>Identify the purpose of instructions, directions and/or diagrams for particular jobs</a:t>
              </a:r>
              <a:endParaRPr lang="en-AU" dirty="0"/>
            </a:p>
          </p:txBody>
        </p:sp>
        <p:sp>
          <p:nvSpPr>
            <p:cNvPr id="13" name="Text Box 18"/>
            <p:cNvSpPr txBox="1">
              <a:spLocks noChangeArrowheads="1"/>
            </p:cNvSpPr>
            <p:nvPr/>
          </p:nvSpPr>
          <p:spPr bwMode="gray">
            <a:xfrm>
              <a:off x="1856190" y="3100898"/>
              <a:ext cx="540534" cy="400110"/>
            </a:xfrm>
            <a:prstGeom prst="rect">
              <a:avLst/>
            </a:prstGeom>
            <a:noFill/>
            <a:ln w="9525" algn="ctr">
              <a:noFill/>
              <a:miter lim="800000"/>
              <a:headEnd/>
              <a:tailEnd/>
            </a:ln>
          </p:spPr>
          <p:txBody>
            <a:bodyPr wrap="none">
              <a:spAutoFit/>
            </a:bodyPr>
            <a:lstStyle/>
            <a:p>
              <a:pPr algn="ctr" eaLnBrk="0" hangingPunct="0"/>
              <a:r>
                <a:rPr lang="en-AU" sz="2000" b="1" dirty="0" smtClean="0">
                  <a:solidFill>
                    <a:schemeClr val="bg1"/>
                  </a:solidFill>
                  <a:latin typeface="Helvetica" pitchFamily="34" charset="0"/>
                </a:rPr>
                <a:t>2.2</a:t>
              </a:r>
              <a:endParaRPr lang="en-AU" sz="2000" b="1" dirty="0">
                <a:solidFill>
                  <a:schemeClr val="bg1"/>
                </a:solidFill>
                <a:latin typeface="Helvetica" pitchFamily="34" charset="0"/>
              </a:endParaRPr>
            </a:p>
          </p:txBody>
        </p:sp>
        <p:grpSp>
          <p:nvGrpSpPr>
            <p:cNvPr id="14" name="Group 20"/>
            <p:cNvGrpSpPr>
              <a:grpSpLocks/>
            </p:cNvGrpSpPr>
            <p:nvPr/>
          </p:nvGrpSpPr>
          <p:grpSpPr bwMode="auto">
            <a:xfrm>
              <a:off x="1752600" y="3863975"/>
              <a:ext cx="762000" cy="665163"/>
              <a:chOff x="1110" y="2656"/>
              <a:chExt cx="1549" cy="1351"/>
            </a:xfrm>
          </p:grpSpPr>
          <p:sp>
            <p:nvSpPr>
              <p:cNvPr id="25" name="AutoShape 21"/>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a:p>
            </p:txBody>
          </p:sp>
          <p:sp>
            <p:nvSpPr>
              <p:cNvPr id="26" name="AutoShape 22"/>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a:p>
            </p:txBody>
          </p:sp>
          <p:sp>
            <p:nvSpPr>
              <p:cNvPr id="27" name="AutoShape 23"/>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a:p>
            </p:txBody>
          </p:sp>
        </p:grpSp>
        <p:sp>
          <p:nvSpPr>
            <p:cNvPr id="15" name="Line 24"/>
            <p:cNvSpPr>
              <a:spLocks noChangeShapeType="1"/>
            </p:cNvSpPr>
            <p:nvPr/>
          </p:nvSpPr>
          <p:spPr bwMode="auto">
            <a:xfrm>
              <a:off x="2362200" y="4473575"/>
              <a:ext cx="7167600" cy="0"/>
            </a:xfrm>
            <a:prstGeom prst="line">
              <a:avLst/>
            </a:prstGeom>
            <a:noFill/>
            <a:ln w="25400">
              <a:solidFill>
                <a:schemeClr val="bg2"/>
              </a:solidFill>
              <a:prstDash val="sysDot"/>
              <a:round/>
              <a:headEnd/>
              <a:tailEnd type="oval" w="med" len="med"/>
            </a:ln>
          </p:spPr>
          <p:txBody>
            <a:bodyPr wrap="none" anchor="ctr"/>
            <a:lstStyle/>
            <a:p>
              <a:endParaRPr lang="en-AU"/>
            </a:p>
          </p:txBody>
        </p:sp>
        <p:sp>
          <p:nvSpPr>
            <p:cNvPr id="16" name="Text Box 25"/>
            <p:cNvSpPr txBox="1">
              <a:spLocks noChangeArrowheads="1"/>
            </p:cNvSpPr>
            <p:nvPr/>
          </p:nvSpPr>
          <p:spPr bwMode="auto">
            <a:xfrm>
              <a:off x="2483768" y="3801234"/>
              <a:ext cx="7261720" cy="646331"/>
            </a:xfrm>
            <a:prstGeom prst="rect">
              <a:avLst/>
            </a:prstGeom>
            <a:noFill/>
            <a:ln w="9525" algn="ctr">
              <a:noFill/>
              <a:miter lim="800000"/>
              <a:headEnd/>
              <a:tailEnd/>
            </a:ln>
          </p:spPr>
          <p:txBody>
            <a:bodyPr wrap="square">
              <a:spAutoFit/>
            </a:bodyPr>
            <a:lstStyle/>
            <a:p>
              <a:pPr eaLnBrk="0" hangingPunct="0"/>
              <a:r>
                <a:rPr lang="en-AU" dirty="0" smtClean="0">
                  <a:latin typeface="Helvetica" charset="0"/>
                  <a:ea typeface="Helvetica" charset="0"/>
                  <a:cs typeface="Helvetica" charset="0"/>
                  <a:sym typeface="Helvetica" charset="0"/>
                </a:rPr>
                <a:t>Ask questions from appropriate people to gain additional information and/or to clarify understanding</a:t>
              </a:r>
              <a:endParaRPr lang="en-AU" dirty="0"/>
            </a:p>
          </p:txBody>
        </p:sp>
        <p:sp>
          <p:nvSpPr>
            <p:cNvPr id="17" name="Text Box 26"/>
            <p:cNvSpPr txBox="1">
              <a:spLocks noChangeArrowheads="1"/>
            </p:cNvSpPr>
            <p:nvPr/>
          </p:nvSpPr>
          <p:spPr bwMode="gray">
            <a:xfrm>
              <a:off x="1856190" y="4003378"/>
              <a:ext cx="540534" cy="400110"/>
            </a:xfrm>
            <a:prstGeom prst="rect">
              <a:avLst/>
            </a:prstGeom>
            <a:noFill/>
            <a:ln w="9525" algn="ctr">
              <a:noFill/>
              <a:miter lim="800000"/>
              <a:headEnd/>
              <a:tailEnd/>
            </a:ln>
          </p:spPr>
          <p:txBody>
            <a:bodyPr wrap="none">
              <a:spAutoFit/>
            </a:bodyPr>
            <a:lstStyle/>
            <a:p>
              <a:pPr algn="ctr" eaLnBrk="0" hangingPunct="0"/>
              <a:r>
                <a:rPr lang="en-AU" sz="2000" b="1" dirty="0" smtClean="0">
                  <a:solidFill>
                    <a:schemeClr val="bg1"/>
                  </a:solidFill>
                  <a:latin typeface="Helvetica" pitchFamily="34" charset="0"/>
                </a:rPr>
                <a:t>2.3</a:t>
              </a:r>
              <a:endParaRPr lang="en-AU" sz="2000" b="1" dirty="0">
                <a:solidFill>
                  <a:schemeClr val="bg1"/>
                </a:solidFill>
                <a:latin typeface="Helvetica" pitchFamily="34" charset="0"/>
              </a:endParaRPr>
            </a:p>
          </p:txBody>
        </p:sp>
        <p:grpSp>
          <p:nvGrpSpPr>
            <p:cNvPr id="18" name="Group 28"/>
            <p:cNvGrpSpPr>
              <a:grpSpLocks/>
            </p:cNvGrpSpPr>
            <p:nvPr/>
          </p:nvGrpSpPr>
          <p:grpSpPr bwMode="auto">
            <a:xfrm>
              <a:off x="1752600" y="4778375"/>
              <a:ext cx="762000" cy="665163"/>
              <a:chOff x="3174" y="2656"/>
              <a:chExt cx="1549" cy="1351"/>
            </a:xfrm>
          </p:grpSpPr>
          <p:sp>
            <p:nvSpPr>
              <p:cNvPr id="22" name="AutoShape 29"/>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a:p>
            </p:txBody>
          </p:sp>
          <p:sp>
            <p:nvSpPr>
              <p:cNvPr id="23" name="AutoShape 30"/>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a:p>
            </p:txBody>
          </p:sp>
          <p:sp>
            <p:nvSpPr>
              <p:cNvPr id="24" name="AutoShape 31"/>
              <p:cNvSpPr>
                <a:spLocks noChangeArrowheads="1"/>
              </p:cNvSpPr>
              <p:nvPr/>
            </p:nvSpPr>
            <p:spPr bwMode="gray">
              <a:xfrm>
                <a:off x="3264" y="2737"/>
                <a:ext cx="1349" cy="1167"/>
              </a:xfrm>
              <a:prstGeom prst="hexagon">
                <a:avLst>
                  <a:gd name="adj" fmla="val 28896"/>
                  <a:gd name="vf" fmla="val 115470"/>
                </a:avLst>
              </a:prstGeom>
              <a:solidFill>
                <a:srgbClr val="E68900"/>
              </a:solidFill>
              <a:ln w="9525">
                <a:solidFill>
                  <a:schemeClr val="tx1"/>
                </a:solidFill>
                <a:miter lim="800000"/>
                <a:headEnd/>
                <a:tailEnd/>
              </a:ln>
              <a:effectLst/>
            </p:spPr>
            <p:txBody>
              <a:bodyPr wrap="none" anchor="ctr"/>
              <a:lstStyle/>
              <a:p>
                <a:pPr>
                  <a:defRPr/>
                </a:pPr>
                <a:endParaRPr lang="en-AU"/>
              </a:p>
            </p:txBody>
          </p:sp>
        </p:grpSp>
        <p:sp>
          <p:nvSpPr>
            <p:cNvPr id="19" name="Line 32"/>
            <p:cNvSpPr>
              <a:spLocks noChangeShapeType="1"/>
            </p:cNvSpPr>
            <p:nvPr/>
          </p:nvSpPr>
          <p:spPr bwMode="auto">
            <a:xfrm>
              <a:off x="2362200" y="5387975"/>
              <a:ext cx="7167600" cy="0"/>
            </a:xfrm>
            <a:prstGeom prst="line">
              <a:avLst/>
            </a:prstGeom>
            <a:noFill/>
            <a:ln w="25400">
              <a:solidFill>
                <a:schemeClr val="bg2"/>
              </a:solidFill>
              <a:prstDash val="sysDot"/>
              <a:round/>
              <a:headEnd/>
              <a:tailEnd type="oval" w="med" len="med"/>
            </a:ln>
          </p:spPr>
          <p:txBody>
            <a:bodyPr wrap="none" anchor="ctr"/>
            <a:lstStyle/>
            <a:p>
              <a:endParaRPr lang="en-AU"/>
            </a:p>
          </p:txBody>
        </p:sp>
        <p:sp>
          <p:nvSpPr>
            <p:cNvPr id="20" name="Text Box 33"/>
            <p:cNvSpPr txBox="1">
              <a:spLocks noChangeArrowheads="1"/>
            </p:cNvSpPr>
            <p:nvPr/>
          </p:nvSpPr>
          <p:spPr bwMode="auto">
            <a:xfrm>
              <a:off x="2483768" y="4739079"/>
              <a:ext cx="7261720" cy="646331"/>
            </a:xfrm>
            <a:prstGeom prst="rect">
              <a:avLst/>
            </a:prstGeom>
            <a:noFill/>
            <a:ln w="9525" algn="ctr">
              <a:noFill/>
              <a:miter lim="800000"/>
              <a:headEnd/>
              <a:tailEnd/>
            </a:ln>
          </p:spPr>
          <p:txBody>
            <a:bodyPr wrap="square">
              <a:spAutoFit/>
            </a:bodyPr>
            <a:lstStyle/>
            <a:p>
              <a:pPr eaLnBrk="0" hangingPunct="0"/>
              <a:r>
                <a:rPr lang="en-AU" dirty="0" smtClean="0">
                  <a:latin typeface="Helvetica" charset="0"/>
                  <a:ea typeface="Helvetica" charset="0"/>
                  <a:cs typeface="Helvetica" charset="0"/>
                  <a:sym typeface="Helvetica" charset="0"/>
                </a:rPr>
                <a:t>Read and interpret relevant details from instructions, directions and/or diagrams for application to particular jobs</a:t>
              </a:r>
              <a:endParaRPr lang="en-AU" b="1" dirty="0"/>
            </a:p>
          </p:txBody>
        </p:sp>
        <p:sp>
          <p:nvSpPr>
            <p:cNvPr id="21" name="Text Box 34"/>
            <p:cNvSpPr txBox="1">
              <a:spLocks noChangeArrowheads="1"/>
            </p:cNvSpPr>
            <p:nvPr/>
          </p:nvSpPr>
          <p:spPr bwMode="gray">
            <a:xfrm>
              <a:off x="1856189" y="4901098"/>
              <a:ext cx="540534" cy="400110"/>
            </a:xfrm>
            <a:prstGeom prst="rect">
              <a:avLst/>
            </a:prstGeom>
            <a:noFill/>
            <a:ln w="9525" algn="ctr">
              <a:noFill/>
              <a:miter lim="800000"/>
              <a:headEnd/>
              <a:tailEnd/>
            </a:ln>
          </p:spPr>
          <p:txBody>
            <a:bodyPr wrap="none">
              <a:spAutoFit/>
            </a:bodyPr>
            <a:lstStyle/>
            <a:p>
              <a:pPr algn="ctr" eaLnBrk="0" hangingPunct="0"/>
              <a:r>
                <a:rPr lang="en-AU" sz="2000" b="1" dirty="0">
                  <a:solidFill>
                    <a:schemeClr val="bg1"/>
                  </a:solidFill>
                  <a:latin typeface="Helvetica" pitchFamily="34" charset="0"/>
                </a:rPr>
                <a:t>2</a:t>
              </a:r>
              <a:r>
                <a:rPr lang="en-AU" sz="2000" b="1" dirty="0" smtClean="0">
                  <a:solidFill>
                    <a:schemeClr val="bg1"/>
                  </a:solidFill>
                  <a:latin typeface="Helvetica" pitchFamily="34" charset="0"/>
                </a:rPr>
                <a:t>.4</a:t>
              </a:r>
              <a:endParaRPr lang="en-AU" sz="2000" b="1" dirty="0">
                <a:solidFill>
                  <a:schemeClr val="bg1"/>
                </a:solidFill>
                <a:latin typeface="Helvetica" pitchFamily="34" charset="0"/>
              </a:endParaRPr>
            </a:p>
          </p:txBody>
        </p:sp>
      </p:gr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title"/>
          </p:nvPr>
        </p:nvSpPr>
        <p:spPr>
          <a:xfrm>
            <a:off x="611188" y="323850"/>
            <a:ext cx="7921625" cy="728663"/>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Identify relevant sources of information</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24582" name="Rectangle 5"/>
          <p:cNvSpPr>
            <a:spLocks noGrp="1" noChangeArrowheads="1"/>
          </p:cNvSpPr>
          <p:nvPr>
            <p:ph idx="1"/>
          </p:nvPr>
        </p:nvSpPr>
        <p:spPr>
          <a:xfrm>
            <a:off x="611188" y="1268413"/>
            <a:ext cx="7467600" cy="5589587"/>
          </a:xfrm>
        </p:spPr>
        <p:txBody>
          <a:bodyPr rIns="132080"/>
          <a:lstStyle/>
          <a:p>
            <a:pPr marL="0" indent="0" eaLnBrk="1" hangingPunct="1">
              <a:spcBef>
                <a:spcPct val="0"/>
              </a:spcBef>
              <a:buFont typeface="Wingdings 2" charset="2"/>
              <a:buNone/>
              <a:defRPr/>
            </a:pPr>
            <a:r>
              <a:rPr lang="en-US" sz="2200" dirty="0" smtClean="0">
                <a:latin typeface="Helvetica" charset="0"/>
                <a:ea typeface="Helvetica" charset="0"/>
                <a:cs typeface="Helvetica" charset="0"/>
                <a:sym typeface="Helvetica" charset="0"/>
              </a:rPr>
              <a:t>Sources of Information:</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Work instructions </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Manuals</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Lists of merchandise codes</a:t>
            </a:r>
            <a:endParaRPr lang="en-US" sz="2200" dirty="0" smtClean="0">
              <a:latin typeface="Helvetica" charset="0"/>
              <a:sym typeface="Helvetica" charset="0"/>
            </a:endParaRPr>
          </a:p>
          <a:p>
            <a:pPr marL="360363" indent="-360363" eaLnBrk="1" hangingPunct="1">
              <a:spcBef>
                <a:spcPts val="1200"/>
              </a:spcBef>
              <a:defRPr/>
            </a:pPr>
            <a:r>
              <a:rPr lang="en-US" sz="2200" dirty="0" smtClean="0">
                <a:latin typeface="Helvetica" charset="0"/>
                <a:ea typeface="Helvetica" charset="0"/>
                <a:cs typeface="Helvetica" charset="0"/>
                <a:sym typeface="Helvetica" charset="0"/>
              </a:rPr>
              <a:t>Legislation</a:t>
            </a:r>
            <a:endParaRPr lang="en-US" sz="2200" dirty="0" smtClean="0">
              <a:latin typeface="Helvetica" charset="0"/>
              <a:sym typeface="Helvetica" charset="0"/>
            </a:endParaRPr>
          </a:p>
        </p:txBody>
      </p:sp>
      <p:sp>
        <p:nvSpPr>
          <p:cNvPr id="21508"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F4D20D23-E4E1-4DC5-93E4-1BF1148C0150}" type="slidenum">
              <a:rPr lang="en-US" sz="1000">
                <a:solidFill>
                  <a:srgbClr val="374150"/>
                </a:solidFill>
                <a:latin typeface="Helvetica" charset="0"/>
                <a:cs typeface="Arial" charset="0"/>
              </a:rPr>
              <a:pPr algn="r"/>
              <a:t>18</a:t>
            </a:fld>
            <a:endParaRPr lang="en-US" sz="1000">
              <a:solidFill>
                <a:srgbClr val="374150"/>
              </a:solidFill>
              <a:latin typeface="Helvetica" charset="0"/>
              <a:cs typeface="Arial" charset="0"/>
            </a:endParaRPr>
          </a:p>
        </p:txBody>
      </p:sp>
      <p:pic>
        <p:nvPicPr>
          <p:cNvPr id="21509" name="Picture 7"/>
          <p:cNvPicPr>
            <a:picLocks noChangeArrowheads="1"/>
          </p:cNvPicPr>
          <p:nvPr/>
        </p:nvPicPr>
        <p:blipFill>
          <a:blip r:embed="rId3" cstate="print"/>
          <a:srcRect/>
          <a:stretch>
            <a:fillRect/>
          </a:stretch>
        </p:blipFill>
        <p:spPr bwMode="auto">
          <a:xfrm>
            <a:off x="6156176" y="3284984"/>
            <a:ext cx="2081213" cy="1706562"/>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Grp="1" noChangeArrowheads="1"/>
          </p:cNvSpPr>
          <p:nvPr>
            <p:ph type="title"/>
          </p:nvPr>
        </p:nvSpPr>
        <p:spPr>
          <a:xfrm>
            <a:off x="611188" y="396875"/>
            <a:ext cx="7848600" cy="584200"/>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Identify relevant sources of information</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22531" name="Rectangle 5"/>
          <p:cNvSpPr>
            <a:spLocks noGrp="1" noChangeArrowheads="1"/>
          </p:cNvSpPr>
          <p:nvPr>
            <p:ph idx="1"/>
          </p:nvPr>
        </p:nvSpPr>
        <p:spPr>
          <a:xfrm>
            <a:off x="611188" y="1268413"/>
            <a:ext cx="7467600" cy="4896891"/>
          </a:xfrm>
        </p:spPr>
        <p:txBody>
          <a:bodyPr rIns="132080"/>
          <a:lstStyle/>
          <a:p>
            <a:pPr marL="360363" indent="-360363" eaLnBrk="1" hangingPunct="1">
              <a:spcBef>
                <a:spcPct val="0"/>
              </a:spcBef>
            </a:pPr>
            <a:r>
              <a:rPr lang="en-US" sz="2200" smtClean="0">
                <a:latin typeface="Helvetica" charset="0"/>
                <a:ea typeface="Helvetica" charset="0"/>
                <a:cs typeface="Helvetica" charset="0"/>
                <a:sym typeface="Helvetica" charset="0"/>
              </a:rPr>
              <a:t>What is a checklist? </a:t>
            </a:r>
            <a:endParaRPr lang="en-US" sz="2200" smtClean="0">
              <a:latin typeface="Helvetica" charset="0"/>
              <a:sym typeface="Helvetica" charset="0"/>
            </a:endParaRPr>
          </a:p>
          <a:p>
            <a:pPr marL="360363" indent="-360363" eaLnBrk="1" hangingPunct="1">
              <a:spcBef>
                <a:spcPts val="1200"/>
              </a:spcBef>
            </a:pPr>
            <a:r>
              <a:rPr lang="en-US" sz="2200" smtClean="0">
                <a:latin typeface="Helvetica" charset="0"/>
                <a:ea typeface="Helvetica" charset="0"/>
                <a:cs typeface="Helvetica" charset="0"/>
                <a:sym typeface="Helvetica" charset="0"/>
              </a:rPr>
              <a:t>How can checklists help you? </a:t>
            </a:r>
            <a:endParaRPr lang="en-US" sz="2200" smtClean="0">
              <a:latin typeface="Helvetica" charset="0"/>
              <a:sym typeface="Helvetica" charset="0"/>
            </a:endParaRPr>
          </a:p>
        </p:txBody>
      </p:sp>
      <p:sp>
        <p:nvSpPr>
          <p:cNvPr id="22532"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D9835E87-E979-4636-934A-F903F54BFBE7}" type="slidenum">
              <a:rPr lang="en-US" sz="1000">
                <a:solidFill>
                  <a:srgbClr val="374150"/>
                </a:solidFill>
                <a:latin typeface="Helvetica" charset="0"/>
                <a:cs typeface="Arial" charset="0"/>
              </a:rPr>
              <a:pPr algn="r"/>
              <a:t>19</a:t>
            </a:fld>
            <a:endParaRPr lang="en-US" sz="1000">
              <a:solidFill>
                <a:srgbClr val="374150"/>
              </a:solidFill>
              <a:latin typeface="Helvetica" charset="0"/>
              <a:cs typeface="Arial" charset="0"/>
            </a:endParaRPr>
          </a:p>
        </p:txBody>
      </p:sp>
      <p:pic>
        <p:nvPicPr>
          <p:cNvPr id="22533" name="Picture 7"/>
          <p:cNvPicPr>
            <a:picLocks noChangeAspect="1" noChangeArrowheads="1"/>
          </p:cNvPicPr>
          <p:nvPr/>
        </p:nvPicPr>
        <p:blipFill>
          <a:blip r:embed="rId3" cstate="print"/>
          <a:srcRect/>
          <a:stretch>
            <a:fillRect/>
          </a:stretch>
        </p:blipFill>
        <p:spPr bwMode="auto">
          <a:xfrm>
            <a:off x="1115616" y="2708920"/>
            <a:ext cx="2495228" cy="2391260"/>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type="title"/>
          </p:nvPr>
        </p:nvSpPr>
        <p:spPr>
          <a:xfrm>
            <a:off x="611188" y="333375"/>
            <a:ext cx="7848600" cy="647700"/>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Identify relevant sources of information</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23555" name="Rectangle 5"/>
          <p:cNvSpPr>
            <a:spLocks noGrp="1" noChangeArrowheads="1"/>
          </p:cNvSpPr>
          <p:nvPr>
            <p:ph idx="1"/>
          </p:nvPr>
        </p:nvSpPr>
        <p:spPr>
          <a:xfrm>
            <a:off x="611188" y="1268413"/>
            <a:ext cx="7467600" cy="4824412"/>
          </a:xfrm>
        </p:spPr>
        <p:txBody>
          <a:bodyPr rIns="132080"/>
          <a:lstStyle/>
          <a:p>
            <a:pPr marL="39688" indent="0" eaLnBrk="1" hangingPunct="1">
              <a:spcBef>
                <a:spcPts val="1200"/>
              </a:spcBef>
              <a:buFont typeface="Wingdings 2" charset="2"/>
              <a:buNone/>
            </a:pPr>
            <a:r>
              <a:rPr lang="en-US" sz="2200" dirty="0" smtClean="0">
                <a:latin typeface="Helvetica" charset="0"/>
                <a:ea typeface="Helvetica" charset="0"/>
                <a:cs typeface="Helvetica" charset="0"/>
                <a:sym typeface="Helvetica" charset="0"/>
              </a:rPr>
              <a:t>Sandra is a new employee in the kitchen of a large hotel.  There are a lot of dangerous apparatus in the kitchen that Sandra is not familiar with. What source of information should she look for? </a:t>
            </a:r>
            <a:endParaRPr lang="en-US" sz="2200" dirty="0" smtClean="0">
              <a:latin typeface="Helvetica" charset="0"/>
              <a:sym typeface="Helvetica" charset="0"/>
            </a:endParaRPr>
          </a:p>
        </p:txBody>
      </p:sp>
      <p:sp>
        <p:nvSpPr>
          <p:cNvPr id="23556"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C1FE2B8D-469C-4200-894C-78148847BD75}" type="slidenum">
              <a:rPr lang="en-US" sz="1000">
                <a:solidFill>
                  <a:srgbClr val="374150"/>
                </a:solidFill>
                <a:latin typeface="Helvetica" charset="0"/>
                <a:cs typeface="Arial" charset="0"/>
              </a:rPr>
              <a:pPr algn="r"/>
              <a:t>20</a:t>
            </a:fld>
            <a:endParaRPr lang="en-US" sz="1000">
              <a:solidFill>
                <a:srgbClr val="374150"/>
              </a:solidFill>
              <a:latin typeface="Helvetica" charset="0"/>
              <a:cs typeface="Arial" charset="0"/>
            </a:endParaRPr>
          </a:p>
        </p:txBody>
      </p:sp>
      <p:pic>
        <p:nvPicPr>
          <p:cNvPr id="23557" name="Picture 7"/>
          <p:cNvPicPr>
            <a:picLocks noChangeArrowheads="1"/>
          </p:cNvPicPr>
          <p:nvPr/>
        </p:nvPicPr>
        <p:blipFill>
          <a:blip r:embed="rId3" cstate="print"/>
          <a:srcRect/>
          <a:stretch>
            <a:fillRect/>
          </a:stretch>
        </p:blipFill>
        <p:spPr bwMode="auto">
          <a:xfrm>
            <a:off x="2195736" y="2996952"/>
            <a:ext cx="4392613" cy="2305050"/>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Grp="1" noChangeArrowheads="1"/>
          </p:cNvSpPr>
          <p:nvPr>
            <p:ph type="title"/>
          </p:nvPr>
        </p:nvSpPr>
        <p:spPr>
          <a:xfrm>
            <a:off x="611188" y="252413"/>
            <a:ext cx="7467600" cy="1089025"/>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Identify the purpose of instructions, directions and/or diagrams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24579" name="Rectangle 5"/>
          <p:cNvSpPr>
            <a:spLocks noGrp="1" noChangeArrowheads="1"/>
          </p:cNvSpPr>
          <p:nvPr>
            <p:ph idx="1"/>
          </p:nvPr>
        </p:nvSpPr>
        <p:spPr>
          <a:xfrm>
            <a:off x="611188" y="1557338"/>
            <a:ext cx="7467600" cy="4751387"/>
          </a:xfrm>
        </p:spPr>
        <p:txBody>
          <a:bodyPr rIns="132080"/>
          <a:lstStyle/>
          <a:p>
            <a:pPr marL="360363" indent="-360363" eaLnBrk="1" hangingPunct="1">
              <a:spcBef>
                <a:spcPct val="0"/>
              </a:spcBef>
              <a:buFont typeface="Wingdings 2" charset="2"/>
              <a:buNone/>
            </a:pPr>
            <a:r>
              <a:rPr lang="en-US" sz="2200" smtClean="0">
                <a:latin typeface="Helvetica" charset="0"/>
                <a:ea typeface="Helvetica" charset="0"/>
                <a:cs typeface="Helvetica" charset="0"/>
                <a:sym typeface="Helvetica" charset="0"/>
              </a:rPr>
              <a:t>Instructions in the workplace:</a:t>
            </a:r>
            <a:endParaRPr lang="en-US" sz="2200" smtClean="0">
              <a:latin typeface="Helvetica" charset="0"/>
              <a:sym typeface="Helvetica" charset="0"/>
            </a:endParaRPr>
          </a:p>
          <a:p>
            <a:pPr marL="360363" indent="-360363" eaLnBrk="1" hangingPunct="1">
              <a:spcBef>
                <a:spcPts val="1200"/>
              </a:spcBef>
            </a:pPr>
            <a:r>
              <a:rPr lang="en-US" sz="2200" smtClean="0">
                <a:latin typeface="Helvetica" charset="0"/>
                <a:ea typeface="Helvetica" charset="0"/>
                <a:cs typeface="Helvetica" charset="0"/>
                <a:sym typeface="Helvetica" charset="0"/>
              </a:rPr>
              <a:t>Create order</a:t>
            </a:r>
            <a:endParaRPr lang="en-US" sz="2200" smtClean="0">
              <a:latin typeface="Helvetica" charset="0"/>
              <a:sym typeface="Helvetica" charset="0"/>
            </a:endParaRPr>
          </a:p>
          <a:p>
            <a:pPr marL="360363" indent="-360363" eaLnBrk="1" hangingPunct="1">
              <a:spcBef>
                <a:spcPts val="1200"/>
              </a:spcBef>
            </a:pPr>
            <a:r>
              <a:rPr lang="en-US" sz="2200" smtClean="0">
                <a:latin typeface="Helvetica" charset="0"/>
                <a:ea typeface="Helvetica" charset="0"/>
                <a:cs typeface="Helvetica" charset="0"/>
                <a:sym typeface="Helvetica" charset="0"/>
              </a:rPr>
              <a:t>Sponsor productivity</a:t>
            </a:r>
            <a:endParaRPr lang="en-US" sz="2200" smtClean="0">
              <a:latin typeface="Helvetica" charset="0"/>
              <a:sym typeface="Helvetica" charset="0"/>
            </a:endParaRPr>
          </a:p>
          <a:p>
            <a:pPr marL="360363" indent="-360363" eaLnBrk="1" hangingPunct="1">
              <a:spcBef>
                <a:spcPts val="1200"/>
              </a:spcBef>
            </a:pPr>
            <a:r>
              <a:rPr lang="en-US" sz="2200" smtClean="0">
                <a:latin typeface="Helvetica" charset="0"/>
                <a:ea typeface="Helvetica" charset="0"/>
                <a:cs typeface="Helvetica" charset="0"/>
                <a:sym typeface="Helvetica" charset="0"/>
              </a:rPr>
              <a:t>Can cause serious damage if not followed</a:t>
            </a:r>
            <a:endParaRPr lang="en-US" sz="2200" smtClean="0">
              <a:latin typeface="Helvetica" charset="0"/>
              <a:sym typeface="Helvetica" charset="0"/>
            </a:endParaRPr>
          </a:p>
        </p:txBody>
      </p:sp>
      <p:sp>
        <p:nvSpPr>
          <p:cNvPr id="24580" name="Rectangle 6"/>
          <p:cNvSpPr>
            <a:spLocks/>
          </p:cNvSpPr>
          <p:nvPr/>
        </p:nvSpPr>
        <p:spPr bwMode="auto">
          <a:xfrm>
            <a:off x="8153400" y="660241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5F39505B-F87E-4AA0-A931-94560BA8DE75}" type="slidenum">
              <a:rPr lang="en-US" sz="1000">
                <a:solidFill>
                  <a:srgbClr val="374150"/>
                </a:solidFill>
                <a:latin typeface="Helvetica" charset="0"/>
                <a:cs typeface="Arial" charset="0"/>
              </a:rPr>
              <a:pPr algn="r"/>
              <a:t>21</a:t>
            </a:fld>
            <a:endParaRPr lang="en-US" sz="1000">
              <a:solidFill>
                <a:srgbClr val="374150"/>
              </a:solidFill>
              <a:latin typeface="Helvetica" charset="0"/>
              <a:cs typeface="Arial" charset="0"/>
            </a:endParaRPr>
          </a:p>
        </p:txBody>
      </p:sp>
      <p:pic>
        <p:nvPicPr>
          <p:cNvPr id="24581" name="Picture 7"/>
          <p:cNvPicPr>
            <a:picLocks noChangeArrowheads="1"/>
          </p:cNvPicPr>
          <p:nvPr/>
        </p:nvPicPr>
        <p:blipFill>
          <a:blip r:embed="rId3" cstate="print"/>
          <a:srcRect/>
          <a:stretch>
            <a:fillRect/>
          </a:stretch>
        </p:blipFill>
        <p:spPr bwMode="auto">
          <a:xfrm>
            <a:off x="2627784" y="3645024"/>
            <a:ext cx="2324100" cy="2146300"/>
          </a:xfrm>
          <a:prstGeom prst="rect">
            <a:avLst/>
          </a:prstGeom>
          <a:noFill/>
          <a:ln w="9525">
            <a:noFill/>
            <a:round/>
            <a:headEnd/>
            <a:tailEnd/>
          </a:ln>
        </p:spPr>
      </p:pic>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Grp="1" noChangeArrowheads="1"/>
          </p:cNvSpPr>
          <p:nvPr>
            <p:ph type="title"/>
          </p:nvPr>
        </p:nvSpPr>
        <p:spPr>
          <a:xfrm>
            <a:off x="611188" y="252413"/>
            <a:ext cx="7467600" cy="1089025"/>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Identify the purpose of instructions, directions and/or diagrams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25603" name="Rectangle 5"/>
          <p:cNvSpPr>
            <a:spLocks noGrp="1" noChangeArrowheads="1"/>
          </p:cNvSpPr>
          <p:nvPr>
            <p:ph idx="1"/>
          </p:nvPr>
        </p:nvSpPr>
        <p:spPr>
          <a:xfrm>
            <a:off x="611188" y="1557338"/>
            <a:ext cx="7467600" cy="5300662"/>
          </a:xfrm>
        </p:spPr>
        <p:txBody>
          <a:bodyPr rIns="132080"/>
          <a:lstStyle/>
          <a:p>
            <a:pPr marL="360363" indent="-360363" eaLnBrk="1" hangingPunct="1">
              <a:spcBef>
                <a:spcPct val="0"/>
              </a:spcBef>
              <a:buFont typeface="Wingdings 2" charset="2"/>
              <a:buNone/>
            </a:pPr>
            <a:r>
              <a:rPr lang="en-US" sz="2200" smtClean="0">
                <a:latin typeface="Helvetica" charset="0"/>
                <a:ea typeface="Helvetica" charset="0"/>
                <a:cs typeface="Helvetica" charset="0"/>
                <a:sym typeface="Helvetica" charset="0"/>
              </a:rPr>
              <a:t>Discussion Question:</a:t>
            </a:r>
            <a:endParaRPr lang="en-US" sz="2200" smtClean="0">
              <a:latin typeface="Helvetica" charset="0"/>
              <a:sym typeface="Helvetica" charset="0"/>
            </a:endParaRPr>
          </a:p>
          <a:p>
            <a:pPr marL="360363" indent="-360363" eaLnBrk="1" hangingPunct="1">
              <a:spcBef>
                <a:spcPts val="1200"/>
              </a:spcBef>
            </a:pPr>
            <a:r>
              <a:rPr lang="en-US" sz="2200" smtClean="0">
                <a:latin typeface="Helvetica" charset="0"/>
                <a:ea typeface="Helvetica" charset="0"/>
                <a:cs typeface="Helvetica" charset="0"/>
                <a:sym typeface="Helvetica" charset="0"/>
              </a:rPr>
              <a:t>Why is it important to understand the purpose of instructions? </a:t>
            </a:r>
            <a:endParaRPr lang="en-US" sz="2200" smtClean="0">
              <a:latin typeface="Helvetica" charset="0"/>
              <a:sym typeface="Helvetica" charset="0"/>
            </a:endParaRPr>
          </a:p>
        </p:txBody>
      </p:sp>
      <p:sp>
        <p:nvSpPr>
          <p:cNvPr id="25604" name="Rectangle 6"/>
          <p:cNvSpPr>
            <a:spLocks/>
          </p:cNvSpPr>
          <p:nvPr/>
        </p:nvSpPr>
        <p:spPr bwMode="auto">
          <a:xfrm>
            <a:off x="8153400" y="660241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51B2D85D-3994-43C1-8C77-27CEBF1DD396}" type="slidenum">
              <a:rPr lang="en-US" sz="1000">
                <a:solidFill>
                  <a:srgbClr val="374150"/>
                </a:solidFill>
                <a:latin typeface="Helvetica" charset="0"/>
                <a:cs typeface="Arial" charset="0"/>
              </a:rPr>
              <a:pPr algn="r"/>
              <a:t>22</a:t>
            </a:fld>
            <a:endParaRPr lang="en-US" sz="1000">
              <a:solidFill>
                <a:srgbClr val="374150"/>
              </a:solidFill>
              <a:latin typeface="Helvetica" charset="0"/>
              <a:cs typeface="Arial" charset="0"/>
            </a:endParaRPr>
          </a:p>
        </p:txBody>
      </p:sp>
      <p:pic>
        <p:nvPicPr>
          <p:cNvPr id="25605" name="Picture 7"/>
          <p:cNvPicPr>
            <a:picLocks noChangeArrowheads="1"/>
          </p:cNvPicPr>
          <p:nvPr/>
        </p:nvPicPr>
        <p:blipFill>
          <a:blip r:embed="rId3" cstate="print"/>
          <a:stretch>
            <a:fillRect/>
          </a:stretch>
        </p:blipFill>
        <p:spPr bwMode="auto">
          <a:xfrm>
            <a:off x="2771800" y="3212976"/>
            <a:ext cx="2078420" cy="2809006"/>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Grp="1" noChangeArrowheads="1"/>
          </p:cNvSpPr>
          <p:nvPr>
            <p:ph type="title"/>
          </p:nvPr>
        </p:nvSpPr>
        <p:spPr>
          <a:xfrm>
            <a:off x="611188" y="323850"/>
            <a:ext cx="7467600" cy="1089025"/>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Identify the purpose of instructions, directions and/or diagrams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26627" name="Rectangle 5"/>
          <p:cNvSpPr>
            <a:spLocks noGrp="1" noChangeArrowheads="1"/>
          </p:cNvSpPr>
          <p:nvPr>
            <p:ph idx="1"/>
          </p:nvPr>
        </p:nvSpPr>
        <p:spPr>
          <a:xfrm>
            <a:off x="611188" y="1557338"/>
            <a:ext cx="7467600" cy="5300662"/>
          </a:xfrm>
        </p:spPr>
        <p:txBody>
          <a:bodyPr rIns="132080"/>
          <a:lstStyle/>
          <a:p>
            <a:pPr marL="39688" indent="0" eaLnBrk="1" hangingPunct="1">
              <a:lnSpc>
                <a:spcPct val="120000"/>
              </a:lnSpc>
              <a:spcBef>
                <a:spcPts val="600"/>
              </a:spcBef>
              <a:spcAft>
                <a:spcPts val="600"/>
              </a:spcAft>
              <a:buFont typeface="Wingdings 2" charset="2"/>
              <a:buNone/>
            </a:pPr>
            <a:r>
              <a:rPr lang="en-AU" sz="2200" b="1" dirty="0" smtClean="0">
                <a:latin typeface="Helvetica" charset="0"/>
                <a:ea typeface="Helvetica" charset="0"/>
                <a:cs typeface="Helvetica" charset="0"/>
                <a:sym typeface="Helvetica" charset="0"/>
              </a:rPr>
              <a:t>What is the purpose of these instructions? </a:t>
            </a:r>
            <a:endParaRPr lang="en-AU" sz="2200" dirty="0" smtClean="0">
              <a:latin typeface="Helvetica" charset="0"/>
              <a:sym typeface="Helvetica" charset="0"/>
            </a:endParaRPr>
          </a:p>
          <a:p>
            <a:pPr marL="39688" indent="0" eaLnBrk="1" hangingPunct="1">
              <a:lnSpc>
                <a:spcPct val="120000"/>
              </a:lnSpc>
              <a:spcBef>
                <a:spcPts val="600"/>
              </a:spcBef>
              <a:spcAft>
                <a:spcPts val="600"/>
              </a:spcAft>
              <a:buFont typeface="Wingdings 2" charset="2"/>
              <a:buNone/>
            </a:pPr>
            <a:r>
              <a:rPr lang="en-AU" sz="2200" dirty="0" smtClean="0">
                <a:latin typeface="Helvetica" charset="0"/>
                <a:ea typeface="Helvetica" charset="0"/>
                <a:cs typeface="Helvetica" charset="0"/>
                <a:sym typeface="Helvetica" charset="0"/>
              </a:rPr>
              <a:t>To all kitchen staff, </a:t>
            </a:r>
            <a:endParaRPr lang="en-AU" sz="2200" dirty="0" smtClean="0">
              <a:latin typeface="Helvetica" charset="0"/>
              <a:sym typeface="Helvetica" charset="0"/>
            </a:endParaRPr>
          </a:p>
          <a:p>
            <a:pPr marL="39688" indent="0" eaLnBrk="1" hangingPunct="1">
              <a:lnSpc>
                <a:spcPct val="120000"/>
              </a:lnSpc>
              <a:spcBef>
                <a:spcPts val="600"/>
              </a:spcBef>
              <a:spcAft>
                <a:spcPts val="600"/>
              </a:spcAft>
              <a:buFont typeface="Wingdings 2" charset="2"/>
              <a:buNone/>
            </a:pPr>
            <a:r>
              <a:rPr lang="en-AU" sz="2200" dirty="0" smtClean="0">
                <a:latin typeface="Helvetica" charset="0"/>
                <a:ea typeface="Helvetica" charset="0"/>
                <a:cs typeface="Helvetica" charset="0"/>
                <a:sym typeface="Helvetica" charset="0"/>
              </a:rPr>
              <a:t>Make sure all the lights and machinery are turned off after 11:30 pm. The access code into the kitchen </a:t>
            </a:r>
            <a:br>
              <a:rPr lang="en-AU" sz="2200" dirty="0" smtClean="0">
                <a:latin typeface="Helvetica" charset="0"/>
                <a:ea typeface="Helvetica" charset="0"/>
                <a:cs typeface="Helvetica" charset="0"/>
                <a:sym typeface="Helvetica" charset="0"/>
              </a:rPr>
            </a:br>
            <a:r>
              <a:rPr lang="en-AU" sz="2200" dirty="0" smtClean="0">
                <a:latin typeface="Helvetica" charset="0"/>
                <a:ea typeface="Helvetica" charset="0"/>
                <a:cs typeface="Helvetica" charset="0"/>
                <a:sym typeface="Helvetica" charset="0"/>
              </a:rPr>
              <a:t>changes every night, so make sure a staff </a:t>
            </a:r>
            <a:br>
              <a:rPr lang="en-AU" sz="2200" dirty="0" smtClean="0">
                <a:latin typeface="Helvetica" charset="0"/>
                <a:ea typeface="Helvetica" charset="0"/>
                <a:cs typeface="Helvetica" charset="0"/>
                <a:sym typeface="Helvetica" charset="0"/>
              </a:rPr>
            </a:br>
            <a:r>
              <a:rPr lang="en-AU" sz="2200" dirty="0" smtClean="0">
                <a:latin typeface="Helvetica" charset="0"/>
                <a:ea typeface="Helvetica" charset="0"/>
                <a:cs typeface="Helvetica" charset="0"/>
                <a:sym typeface="Helvetica" charset="0"/>
              </a:rPr>
              <a:t>member is present at 6.00 am every morning </a:t>
            </a:r>
            <a:br>
              <a:rPr lang="en-AU" sz="2200" dirty="0" smtClean="0">
                <a:latin typeface="Helvetica" charset="0"/>
                <a:ea typeface="Helvetica" charset="0"/>
                <a:cs typeface="Helvetica" charset="0"/>
                <a:sym typeface="Helvetica" charset="0"/>
              </a:rPr>
            </a:br>
            <a:r>
              <a:rPr lang="en-AU" sz="2200" dirty="0" smtClean="0">
                <a:latin typeface="Helvetica" charset="0"/>
                <a:ea typeface="Helvetica" charset="0"/>
                <a:cs typeface="Helvetica" charset="0"/>
                <a:sym typeface="Helvetica" charset="0"/>
              </a:rPr>
              <a:t>to let the wait staff in.</a:t>
            </a:r>
            <a:endParaRPr lang="en-AU" sz="2200" dirty="0" smtClean="0">
              <a:latin typeface="Helvetica" charset="0"/>
              <a:sym typeface="Helvetica" charset="0"/>
            </a:endParaRPr>
          </a:p>
          <a:p>
            <a:pPr marL="39688" indent="0" eaLnBrk="1" hangingPunct="1">
              <a:lnSpc>
                <a:spcPct val="120000"/>
              </a:lnSpc>
              <a:spcBef>
                <a:spcPts val="600"/>
              </a:spcBef>
              <a:spcAft>
                <a:spcPts val="600"/>
              </a:spcAft>
              <a:buFont typeface="Wingdings 2" charset="2"/>
              <a:buNone/>
            </a:pPr>
            <a:r>
              <a:rPr lang="en-AU" sz="2200" dirty="0" smtClean="0">
                <a:latin typeface="Helvetica" charset="0"/>
                <a:ea typeface="Helvetica" charset="0"/>
                <a:cs typeface="Helvetica" charset="0"/>
                <a:sym typeface="Helvetica" charset="0"/>
              </a:rPr>
              <a:t>Sincerely,</a:t>
            </a:r>
            <a:endParaRPr lang="en-AU" sz="2200" dirty="0" smtClean="0">
              <a:latin typeface="Helvetica" charset="0"/>
              <a:sym typeface="Helvetica" charset="0"/>
            </a:endParaRPr>
          </a:p>
          <a:p>
            <a:pPr marL="39688" indent="0" eaLnBrk="1" hangingPunct="1">
              <a:lnSpc>
                <a:spcPct val="120000"/>
              </a:lnSpc>
              <a:spcBef>
                <a:spcPts val="600"/>
              </a:spcBef>
              <a:spcAft>
                <a:spcPts val="600"/>
              </a:spcAft>
              <a:buFont typeface="Wingdings 2" charset="2"/>
              <a:buNone/>
            </a:pPr>
            <a:r>
              <a:rPr lang="en-AU" sz="2200" dirty="0" smtClean="0">
                <a:latin typeface="Helvetica" charset="0"/>
                <a:ea typeface="Helvetica" charset="0"/>
                <a:cs typeface="Helvetica" charset="0"/>
                <a:sym typeface="Helvetica" charset="0"/>
              </a:rPr>
              <a:t>Management </a:t>
            </a:r>
            <a:endParaRPr lang="en-AU" sz="2200" dirty="0" smtClean="0">
              <a:latin typeface="Helvetica" charset="0"/>
              <a:sym typeface="Helvetica" charset="0"/>
            </a:endParaRPr>
          </a:p>
        </p:txBody>
      </p:sp>
      <p:sp>
        <p:nvSpPr>
          <p:cNvPr id="26628" name="Rectangle 6"/>
          <p:cNvSpPr>
            <a:spLocks/>
          </p:cNvSpPr>
          <p:nvPr/>
        </p:nvSpPr>
        <p:spPr bwMode="auto">
          <a:xfrm>
            <a:off x="8153400" y="660241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F9204733-CB95-4FD0-A3EF-9B5754526BC4}" type="slidenum">
              <a:rPr lang="en-US" sz="1000">
                <a:solidFill>
                  <a:srgbClr val="374150"/>
                </a:solidFill>
                <a:latin typeface="Helvetica" charset="0"/>
                <a:cs typeface="Arial" charset="0"/>
              </a:rPr>
              <a:pPr algn="r"/>
              <a:t>23</a:t>
            </a:fld>
            <a:endParaRPr lang="en-US" sz="1000">
              <a:solidFill>
                <a:srgbClr val="374150"/>
              </a:solidFill>
              <a:latin typeface="Helvetica" charset="0"/>
              <a:cs typeface="Arial" charset="0"/>
            </a:endParaRPr>
          </a:p>
        </p:txBody>
      </p:sp>
      <p:pic>
        <p:nvPicPr>
          <p:cNvPr id="5" name="Picture 4" descr="MC900440428.WMF"/>
          <p:cNvPicPr>
            <a:picLocks noChangeAspect="1"/>
          </p:cNvPicPr>
          <p:nvPr/>
        </p:nvPicPr>
        <p:blipFill>
          <a:blip r:embed="rId3" cstate="print"/>
          <a:stretch>
            <a:fillRect/>
          </a:stretch>
        </p:blipFill>
        <p:spPr>
          <a:xfrm>
            <a:off x="6516216" y="3284984"/>
            <a:ext cx="1736725" cy="1828800"/>
          </a:xfrm>
          <a:prstGeom prst="rect">
            <a:avLst/>
          </a:prstGeom>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title"/>
          </p:nvPr>
        </p:nvSpPr>
        <p:spPr>
          <a:xfrm>
            <a:off x="611188" y="323850"/>
            <a:ext cx="7705725" cy="657225"/>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Ask questions from appropriate people</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27651" name="Rectangle 5"/>
          <p:cNvSpPr>
            <a:spLocks noGrp="1" noChangeArrowheads="1"/>
          </p:cNvSpPr>
          <p:nvPr>
            <p:ph idx="1"/>
          </p:nvPr>
        </p:nvSpPr>
        <p:spPr>
          <a:xfrm>
            <a:off x="611188" y="1196975"/>
            <a:ext cx="7632700" cy="4895850"/>
          </a:xfrm>
        </p:spPr>
        <p:txBody>
          <a:bodyPr rIns="132080"/>
          <a:lstStyle/>
          <a:p>
            <a:pPr marL="360363" indent="-360363" eaLnBrk="1" hangingPunct="1">
              <a:spcBef>
                <a:spcPct val="0"/>
              </a:spcBef>
              <a:buFont typeface="Wingdings 2" charset="2"/>
              <a:buNone/>
            </a:pPr>
            <a:r>
              <a:rPr lang="en-US" sz="2200" b="1" dirty="0" smtClean="0">
                <a:latin typeface="Helvetica" charset="0"/>
                <a:ea typeface="Helvetica" charset="0"/>
                <a:cs typeface="Helvetica" charset="0"/>
                <a:sym typeface="Helvetica" charset="0"/>
              </a:rPr>
              <a:t>Discuss the proper questions to these scenarios:</a:t>
            </a:r>
            <a:endParaRPr lang="en-US" sz="2200" b="1" dirty="0" smtClean="0">
              <a:latin typeface="Helvetica" charset="0"/>
              <a:ea typeface="ヒラギノ角ゴ ProN W6" charset="0"/>
              <a:cs typeface="ヒラギノ角ゴ ProN W6" charset="0"/>
              <a:sym typeface="Helvetica" charset="0"/>
            </a:endParaRPr>
          </a:p>
          <a:p>
            <a:pPr marL="360363" indent="-360363" eaLnBrk="1" hangingPunct="1">
              <a:spcBef>
                <a:spcPts val="1200"/>
              </a:spcBef>
            </a:pPr>
            <a:r>
              <a:rPr lang="en-US" sz="2200" dirty="0" smtClean="0">
                <a:latin typeface="Helvetica" charset="0"/>
                <a:ea typeface="Helvetica" charset="0"/>
                <a:cs typeface="Helvetica" charset="0"/>
                <a:sym typeface="Helvetica" charset="0"/>
              </a:rPr>
              <a:t>Carlos is a new waiter and doesn’t know where to find the forks</a:t>
            </a:r>
            <a:endParaRPr lang="en-US" sz="2200" dirty="0" smtClean="0">
              <a:latin typeface="Helvetica" charset="0"/>
              <a:sym typeface="Helvetica" charset="0"/>
            </a:endParaRPr>
          </a:p>
          <a:p>
            <a:pPr marL="360363" indent="-360363" eaLnBrk="1" hangingPunct="1">
              <a:spcBef>
                <a:spcPts val="1200"/>
              </a:spcBef>
            </a:pPr>
            <a:r>
              <a:rPr lang="en-US" sz="2200" dirty="0" smtClean="0">
                <a:latin typeface="Helvetica" charset="0"/>
                <a:ea typeface="Helvetica" charset="0"/>
                <a:cs typeface="Helvetica" charset="0"/>
                <a:sym typeface="Helvetica" charset="0"/>
              </a:rPr>
              <a:t>Bob has run out of chlorine for the pool. He knows where to buy it, but is unsure if the resort </a:t>
            </a:r>
            <a:br>
              <a:rPr lang="en-US" sz="2200" dirty="0" smtClean="0">
                <a:latin typeface="Helvetica" charset="0"/>
                <a:ea typeface="Helvetica" charset="0"/>
                <a:cs typeface="Helvetica" charset="0"/>
                <a:sym typeface="Helvetica" charset="0"/>
              </a:rPr>
            </a:br>
            <a:r>
              <a:rPr lang="en-US" sz="2200" dirty="0" smtClean="0">
                <a:latin typeface="Helvetica" charset="0"/>
                <a:ea typeface="Helvetica" charset="0"/>
                <a:cs typeface="Helvetica" charset="0"/>
                <a:sym typeface="Helvetica" charset="0"/>
              </a:rPr>
              <a:t>already has a supplier</a:t>
            </a:r>
            <a:endParaRPr lang="en-US" sz="2200" dirty="0" smtClean="0">
              <a:latin typeface="Helvetica" charset="0"/>
              <a:sym typeface="Helvetica" charset="0"/>
            </a:endParaRPr>
          </a:p>
          <a:p>
            <a:pPr marL="360363" indent="-360363" eaLnBrk="1" hangingPunct="1">
              <a:spcBef>
                <a:spcPts val="1200"/>
              </a:spcBef>
            </a:pPr>
            <a:r>
              <a:rPr lang="en-US" sz="2200" dirty="0" smtClean="0">
                <a:latin typeface="Helvetica" charset="0"/>
                <a:ea typeface="Helvetica" charset="0"/>
                <a:cs typeface="Helvetica" charset="0"/>
                <a:sym typeface="Helvetica" charset="0"/>
              </a:rPr>
              <a:t>Claire can’t remember whether the </a:t>
            </a:r>
            <a:br>
              <a:rPr lang="en-US" sz="2200" dirty="0" smtClean="0">
                <a:latin typeface="Helvetica" charset="0"/>
                <a:ea typeface="Helvetica" charset="0"/>
                <a:cs typeface="Helvetica" charset="0"/>
                <a:sym typeface="Helvetica" charset="0"/>
              </a:rPr>
            </a:br>
            <a:r>
              <a:rPr lang="en-US" sz="2200" dirty="0" smtClean="0">
                <a:latin typeface="Helvetica" charset="0"/>
                <a:ea typeface="Helvetica" charset="0"/>
                <a:cs typeface="Helvetica" charset="0"/>
                <a:sym typeface="Helvetica" charset="0"/>
              </a:rPr>
              <a:t>customer wanted her steak with mushroom </a:t>
            </a:r>
            <a:br>
              <a:rPr lang="en-US" sz="2200" dirty="0" smtClean="0">
                <a:latin typeface="Helvetica" charset="0"/>
                <a:ea typeface="Helvetica" charset="0"/>
                <a:cs typeface="Helvetica" charset="0"/>
                <a:sym typeface="Helvetica" charset="0"/>
              </a:rPr>
            </a:br>
            <a:r>
              <a:rPr lang="en-US" sz="2200" dirty="0" smtClean="0">
                <a:latin typeface="Helvetica" charset="0"/>
                <a:ea typeface="Helvetica" charset="0"/>
                <a:cs typeface="Helvetica" charset="0"/>
                <a:sym typeface="Helvetica" charset="0"/>
              </a:rPr>
              <a:t>sauce or pepper gravy</a:t>
            </a:r>
            <a:endParaRPr lang="en-US" sz="2200" dirty="0" smtClean="0">
              <a:latin typeface="Helvetica" charset="0"/>
              <a:sym typeface="Helvetica" charset="0"/>
            </a:endParaRPr>
          </a:p>
        </p:txBody>
      </p:sp>
      <p:sp>
        <p:nvSpPr>
          <p:cNvPr id="27652" name="Rectangle 6"/>
          <p:cNvSpPr>
            <a:spLocks/>
          </p:cNvSpPr>
          <p:nvPr/>
        </p:nvSpPr>
        <p:spPr bwMode="auto">
          <a:xfrm>
            <a:off x="8153400" y="660241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ED808ACE-AF99-483B-A30B-503FADE7D881}" type="slidenum">
              <a:rPr lang="en-US" sz="1000">
                <a:solidFill>
                  <a:srgbClr val="374150"/>
                </a:solidFill>
                <a:latin typeface="Helvetica" charset="0"/>
                <a:cs typeface="Arial" charset="0"/>
              </a:rPr>
              <a:pPr algn="r"/>
              <a:t>24</a:t>
            </a:fld>
            <a:endParaRPr lang="en-US" sz="1000">
              <a:solidFill>
                <a:srgbClr val="374150"/>
              </a:solidFill>
              <a:latin typeface="Helvetica" charset="0"/>
              <a:cs typeface="Arial" charset="0"/>
            </a:endParaRPr>
          </a:p>
        </p:txBody>
      </p:sp>
      <p:pic>
        <p:nvPicPr>
          <p:cNvPr id="27653" name="Picture 7"/>
          <p:cNvPicPr>
            <a:picLocks noChangeArrowheads="1"/>
          </p:cNvPicPr>
          <p:nvPr/>
        </p:nvPicPr>
        <p:blipFill>
          <a:blip r:embed="rId3" cstate="print"/>
          <a:srcRect l="13914" r="16516"/>
          <a:stretch>
            <a:fillRect/>
          </a:stretch>
        </p:blipFill>
        <p:spPr bwMode="auto">
          <a:xfrm>
            <a:off x="6804248" y="2924944"/>
            <a:ext cx="1441450" cy="2159000"/>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Grp="1" noChangeArrowheads="1"/>
          </p:cNvSpPr>
          <p:nvPr>
            <p:ph type="title"/>
          </p:nvPr>
        </p:nvSpPr>
        <p:spPr>
          <a:xfrm>
            <a:off x="611188" y="396875"/>
            <a:ext cx="7777162" cy="655638"/>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Ask questions from appropriate people</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28675" name="Rectangle 5"/>
          <p:cNvSpPr>
            <a:spLocks noGrp="1" noChangeArrowheads="1"/>
          </p:cNvSpPr>
          <p:nvPr>
            <p:ph idx="1"/>
          </p:nvPr>
        </p:nvSpPr>
        <p:spPr>
          <a:xfrm>
            <a:off x="611188" y="1268413"/>
            <a:ext cx="7467600" cy="4968875"/>
          </a:xfrm>
        </p:spPr>
        <p:txBody>
          <a:bodyPr rIns="132080"/>
          <a:lstStyle/>
          <a:p>
            <a:pPr marL="360363" indent="-360363" eaLnBrk="1" hangingPunct="1">
              <a:spcBef>
                <a:spcPts val="600"/>
              </a:spcBef>
              <a:spcAft>
                <a:spcPts val="600"/>
              </a:spcAft>
              <a:buFont typeface="Wingdings 2" charset="2"/>
              <a:buNone/>
            </a:pPr>
            <a:r>
              <a:rPr lang="en-US" sz="2200" dirty="0" smtClean="0">
                <a:latin typeface="Helvetica" charset="0"/>
                <a:ea typeface="Helvetica" charset="0"/>
                <a:cs typeface="Helvetica" charset="0"/>
                <a:sym typeface="Helvetica" charset="0"/>
              </a:rPr>
              <a:t>Appropriate people may include:</a:t>
            </a:r>
            <a:endParaRPr lang="en-US" sz="2200" dirty="0" smtClean="0">
              <a:latin typeface="Helvetica" charset="0"/>
              <a:sym typeface="Helvetica" charset="0"/>
            </a:endParaRPr>
          </a:p>
          <a:p>
            <a:pPr marL="360363" indent="-360363" eaLnBrk="1" hangingPunct="1">
              <a:spcBef>
                <a:spcPts val="600"/>
              </a:spcBef>
              <a:spcAft>
                <a:spcPts val="600"/>
              </a:spcAft>
            </a:pPr>
            <a:r>
              <a:rPr lang="en-US" sz="2200" dirty="0" smtClean="0">
                <a:latin typeface="Helvetica" charset="0"/>
                <a:ea typeface="Helvetica" charset="0"/>
                <a:cs typeface="Helvetica" charset="0"/>
                <a:sym typeface="Helvetica" charset="0"/>
              </a:rPr>
              <a:t>Supervisors and managers</a:t>
            </a:r>
            <a:endParaRPr lang="en-US" sz="2200" dirty="0" smtClean="0">
              <a:latin typeface="Helvetica" charset="0"/>
              <a:sym typeface="Helvetica" charset="0"/>
            </a:endParaRPr>
          </a:p>
          <a:p>
            <a:pPr marL="360363" indent="-360363" eaLnBrk="1" hangingPunct="1">
              <a:spcBef>
                <a:spcPts val="600"/>
              </a:spcBef>
              <a:spcAft>
                <a:spcPts val="600"/>
              </a:spcAft>
            </a:pPr>
            <a:r>
              <a:rPr lang="en-US" sz="2200" dirty="0" smtClean="0">
                <a:latin typeface="Helvetica" charset="0"/>
                <a:ea typeface="Helvetica" charset="0"/>
                <a:cs typeface="Helvetica" charset="0"/>
                <a:sym typeface="Helvetica" charset="0"/>
              </a:rPr>
              <a:t>Colleagues </a:t>
            </a:r>
            <a:endParaRPr lang="en-US" sz="2200" dirty="0" smtClean="0">
              <a:latin typeface="Helvetica" charset="0"/>
              <a:sym typeface="Helvetica" charset="0"/>
            </a:endParaRPr>
          </a:p>
          <a:p>
            <a:pPr marL="360363" indent="-360363" eaLnBrk="1" hangingPunct="1">
              <a:spcBef>
                <a:spcPts val="600"/>
              </a:spcBef>
              <a:spcAft>
                <a:spcPts val="600"/>
              </a:spcAft>
            </a:pPr>
            <a:r>
              <a:rPr lang="en-US" sz="2200" dirty="0" smtClean="0">
                <a:latin typeface="Helvetica" charset="0"/>
                <a:ea typeface="Helvetica" charset="0"/>
                <a:cs typeface="Helvetica" charset="0"/>
                <a:sym typeface="Helvetica" charset="0"/>
              </a:rPr>
              <a:t>Human resource personnel</a:t>
            </a:r>
            <a:endParaRPr lang="en-US" sz="2200" dirty="0" smtClean="0">
              <a:latin typeface="Helvetica" charset="0"/>
              <a:sym typeface="Helvetica" charset="0"/>
            </a:endParaRPr>
          </a:p>
          <a:p>
            <a:pPr marL="360363" indent="-360363" eaLnBrk="1" hangingPunct="1">
              <a:spcBef>
                <a:spcPts val="600"/>
              </a:spcBef>
              <a:spcAft>
                <a:spcPts val="600"/>
              </a:spcAft>
            </a:pPr>
            <a:r>
              <a:rPr lang="en-US" sz="2200" dirty="0" smtClean="0">
                <a:latin typeface="Helvetica" charset="0"/>
                <a:ea typeface="Helvetica" charset="0"/>
                <a:cs typeface="Helvetica" charset="0"/>
                <a:sym typeface="Helvetica" charset="0"/>
              </a:rPr>
              <a:t>Members of the public</a:t>
            </a:r>
            <a:endParaRPr lang="en-US" sz="2200" dirty="0" smtClean="0">
              <a:latin typeface="Helvetica" charset="0"/>
              <a:sym typeface="Helvetica" charset="0"/>
            </a:endParaRPr>
          </a:p>
          <a:p>
            <a:pPr marL="360363" indent="-360363" eaLnBrk="1" hangingPunct="1">
              <a:spcBef>
                <a:spcPts val="600"/>
              </a:spcBef>
              <a:spcAft>
                <a:spcPts val="600"/>
              </a:spcAft>
            </a:pPr>
            <a:r>
              <a:rPr lang="en-US" sz="2200" dirty="0" smtClean="0">
                <a:latin typeface="Helvetica" charset="0"/>
                <a:ea typeface="Helvetica" charset="0"/>
                <a:cs typeface="Helvetica" charset="0"/>
                <a:sym typeface="Helvetica" charset="0"/>
              </a:rPr>
              <a:t>Clients</a:t>
            </a:r>
            <a:endParaRPr lang="en-US" sz="2200" dirty="0" smtClean="0">
              <a:latin typeface="Helvetica" charset="0"/>
              <a:sym typeface="Helvetica" charset="0"/>
            </a:endParaRPr>
          </a:p>
        </p:txBody>
      </p:sp>
      <p:sp>
        <p:nvSpPr>
          <p:cNvPr id="28676" name="Rectangle 6"/>
          <p:cNvSpPr>
            <a:spLocks/>
          </p:cNvSpPr>
          <p:nvPr/>
        </p:nvSpPr>
        <p:spPr bwMode="auto">
          <a:xfrm>
            <a:off x="8153400" y="660241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2C2B6E5B-C874-4397-953D-77EFC432DF58}" type="slidenum">
              <a:rPr lang="en-US" sz="1000">
                <a:solidFill>
                  <a:srgbClr val="374150"/>
                </a:solidFill>
                <a:latin typeface="Helvetica" charset="0"/>
                <a:cs typeface="Arial" charset="0"/>
              </a:rPr>
              <a:pPr algn="r"/>
              <a:t>25</a:t>
            </a:fld>
            <a:endParaRPr lang="en-US" sz="1000">
              <a:solidFill>
                <a:srgbClr val="374150"/>
              </a:solidFill>
              <a:latin typeface="Helvetica" charset="0"/>
              <a:cs typeface="Arial" charset="0"/>
            </a:endParaRPr>
          </a:p>
        </p:txBody>
      </p:sp>
      <p:pic>
        <p:nvPicPr>
          <p:cNvPr id="28677" name="Picture 7"/>
          <p:cNvPicPr>
            <a:picLocks noChangeArrowheads="1"/>
          </p:cNvPicPr>
          <p:nvPr/>
        </p:nvPicPr>
        <p:blipFill>
          <a:blip r:embed="rId3" cstate="print"/>
          <a:srcRect l="13615" r="12471"/>
          <a:stretch>
            <a:fillRect/>
          </a:stretch>
        </p:blipFill>
        <p:spPr bwMode="auto">
          <a:xfrm>
            <a:off x="5868144" y="2996952"/>
            <a:ext cx="2375744" cy="1960240"/>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ChangeArrowheads="1"/>
          </p:cNvSpPr>
          <p:nvPr>
            <p:ph type="title"/>
          </p:nvPr>
        </p:nvSpPr>
        <p:spPr>
          <a:xfrm>
            <a:off x="611188" y="396875"/>
            <a:ext cx="7705725" cy="655638"/>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Ask questions from appropriate people</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29699" name="Rectangle 5"/>
          <p:cNvSpPr>
            <a:spLocks noGrp="1" noChangeArrowheads="1"/>
          </p:cNvSpPr>
          <p:nvPr>
            <p:ph idx="1"/>
          </p:nvPr>
        </p:nvSpPr>
        <p:spPr>
          <a:xfrm>
            <a:off x="611188" y="1341438"/>
            <a:ext cx="7467600" cy="4967287"/>
          </a:xfrm>
        </p:spPr>
        <p:txBody>
          <a:bodyPr rIns="132080"/>
          <a:lstStyle/>
          <a:p>
            <a:pPr marL="39688" indent="0" eaLnBrk="1" hangingPunct="1">
              <a:lnSpc>
                <a:spcPct val="130000"/>
              </a:lnSpc>
              <a:spcBef>
                <a:spcPts val="600"/>
              </a:spcBef>
              <a:spcAft>
                <a:spcPts val="600"/>
              </a:spcAft>
              <a:buFont typeface="Wingdings 2" charset="2"/>
              <a:buNone/>
            </a:pPr>
            <a:r>
              <a:rPr lang="en-US" sz="2200" b="1" dirty="0" smtClean="0">
                <a:latin typeface="Helvetica" charset="0"/>
                <a:ea typeface="Helvetica" charset="0"/>
                <a:cs typeface="Helvetica" charset="0"/>
                <a:sym typeface="Helvetica" charset="0"/>
              </a:rPr>
              <a:t>Discuss why this is not the appropriate person to ask:</a:t>
            </a:r>
            <a:endParaRPr lang="en-US" sz="2200" dirty="0" smtClean="0">
              <a:latin typeface="Helvetica" charset="0"/>
              <a:sym typeface="Helvetica" charset="0"/>
            </a:endParaRPr>
          </a:p>
          <a:p>
            <a:pPr marL="39688" indent="0" eaLnBrk="1" hangingPunct="1">
              <a:lnSpc>
                <a:spcPct val="130000"/>
              </a:lnSpc>
              <a:spcBef>
                <a:spcPts val="600"/>
              </a:spcBef>
              <a:spcAft>
                <a:spcPts val="600"/>
              </a:spcAft>
              <a:buFont typeface="Wingdings 2" charset="2"/>
              <a:buNone/>
            </a:pPr>
            <a:r>
              <a:rPr lang="en-US" sz="2200" dirty="0" smtClean="0">
                <a:latin typeface="Helvetica" charset="0"/>
                <a:ea typeface="Helvetica" charset="0"/>
                <a:cs typeface="Helvetica" charset="0"/>
                <a:sym typeface="Helvetica" charset="0"/>
              </a:rPr>
              <a:t>Carlos is a new waiter and doesn’t know where to find the forks. He calls up the Human Resources Company where he got the job, and asks to speak to Mrs. Smith, who hired him. “Do you know where the forks are?” he asks her. Mrs. Smith is very annoyed, because she doesn’t know where the forks are in the hotel, and she is in the middle of a meeting. </a:t>
            </a:r>
            <a:endParaRPr lang="en-US" sz="2200" dirty="0" smtClean="0">
              <a:latin typeface="Helvetica" charset="0"/>
              <a:sym typeface="Helvetica" charset="0"/>
            </a:endParaRPr>
          </a:p>
        </p:txBody>
      </p:sp>
      <p:sp>
        <p:nvSpPr>
          <p:cNvPr id="29700" name="Rectangle 6"/>
          <p:cNvSpPr>
            <a:spLocks/>
          </p:cNvSpPr>
          <p:nvPr/>
        </p:nvSpPr>
        <p:spPr bwMode="auto">
          <a:xfrm>
            <a:off x="8153400" y="6597650"/>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01A9B369-0520-4BC6-9FB6-ED4BBBCD04B0}" type="slidenum">
              <a:rPr lang="en-US" sz="1000">
                <a:solidFill>
                  <a:srgbClr val="374150"/>
                </a:solidFill>
                <a:latin typeface="Helvetica" charset="0"/>
                <a:cs typeface="Arial" charset="0"/>
              </a:rPr>
              <a:pPr algn="r"/>
              <a:t>26</a:t>
            </a:fld>
            <a:endParaRPr lang="en-US" sz="1000">
              <a:solidFill>
                <a:srgbClr val="374150"/>
              </a:solidFill>
              <a:latin typeface="Helvetica" charset="0"/>
              <a:cs typeface="Arial" charset="0"/>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p:cNvSpPr>
            <a:spLocks noGrp="1" noChangeArrowheads="1"/>
          </p:cNvSpPr>
          <p:nvPr>
            <p:ph type="title"/>
          </p:nvPr>
        </p:nvSpPr>
        <p:spPr>
          <a:xfrm>
            <a:off x="611188" y="323850"/>
            <a:ext cx="7467600" cy="512763"/>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Read and interpret relevant details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30723" name="Rectangle 5"/>
          <p:cNvSpPr>
            <a:spLocks noGrp="1" noChangeArrowheads="1"/>
          </p:cNvSpPr>
          <p:nvPr>
            <p:ph idx="1"/>
          </p:nvPr>
        </p:nvSpPr>
        <p:spPr>
          <a:xfrm>
            <a:off x="611188" y="1196975"/>
            <a:ext cx="7467600" cy="5661025"/>
          </a:xfrm>
        </p:spPr>
        <p:txBody>
          <a:bodyPr rIns="132080"/>
          <a:lstStyle/>
          <a:p>
            <a:pPr marL="39688" indent="0" eaLnBrk="1" hangingPunct="1">
              <a:lnSpc>
                <a:spcPct val="120000"/>
              </a:lnSpc>
              <a:spcBef>
                <a:spcPts val="600"/>
              </a:spcBef>
              <a:spcAft>
                <a:spcPts val="600"/>
              </a:spcAft>
              <a:buFont typeface="Wingdings 2" charset="2"/>
              <a:buNone/>
            </a:pPr>
            <a:r>
              <a:rPr lang="en-US" sz="2200" dirty="0" smtClean="0">
                <a:latin typeface="Helvetica" charset="0"/>
                <a:ea typeface="Helvetica" charset="0"/>
                <a:cs typeface="Helvetica" charset="0"/>
                <a:sym typeface="Helvetica" charset="0"/>
              </a:rPr>
              <a:t>In every job, you will receive instructions and directions, sometimes in written and other times in spoken format. No matter how they are received, it is important to pick out and determine the relevant details of each instruction. </a:t>
            </a:r>
            <a:endParaRPr lang="en-US" sz="2200" dirty="0" smtClean="0">
              <a:latin typeface="Helvetica" charset="0"/>
              <a:sym typeface="Helvetica" charset="0"/>
            </a:endParaRPr>
          </a:p>
        </p:txBody>
      </p:sp>
      <p:sp>
        <p:nvSpPr>
          <p:cNvPr id="30724"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57BAFE22-4ADA-4C3F-BE24-2D290E623ADF}" type="slidenum">
              <a:rPr lang="en-US" sz="1000">
                <a:solidFill>
                  <a:srgbClr val="374150"/>
                </a:solidFill>
                <a:latin typeface="Helvetica" charset="0"/>
                <a:cs typeface="Arial" charset="0"/>
              </a:rPr>
              <a:pPr algn="r"/>
              <a:t>27</a:t>
            </a:fld>
            <a:endParaRPr lang="en-US" sz="1000">
              <a:solidFill>
                <a:srgbClr val="374150"/>
              </a:solidFill>
              <a:latin typeface="Helvetica" charset="0"/>
              <a:cs typeface="Arial" charset="0"/>
            </a:endParaRPr>
          </a:p>
        </p:txBody>
      </p:sp>
      <p:pic>
        <p:nvPicPr>
          <p:cNvPr id="30725" name="Picture 7"/>
          <p:cNvPicPr>
            <a:picLocks noChangeArrowheads="1"/>
          </p:cNvPicPr>
          <p:nvPr/>
        </p:nvPicPr>
        <p:blipFill>
          <a:blip r:embed="rId3" cstate="print"/>
          <a:srcRect/>
          <a:stretch>
            <a:fillRect/>
          </a:stretch>
        </p:blipFill>
        <p:spPr bwMode="auto">
          <a:xfrm>
            <a:off x="2555776" y="3501008"/>
            <a:ext cx="3151188" cy="1765300"/>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p:cNvSpPr>
            <a:spLocks noGrp="1" noChangeArrowheads="1"/>
          </p:cNvSpPr>
          <p:nvPr>
            <p:ph type="title"/>
          </p:nvPr>
        </p:nvSpPr>
        <p:spPr>
          <a:xfrm>
            <a:off x="611188" y="252413"/>
            <a:ext cx="7467600" cy="584200"/>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Read and interpret relevant details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31749" name="Rectangle 5"/>
          <p:cNvSpPr>
            <a:spLocks noGrp="1" noChangeArrowheads="1"/>
          </p:cNvSpPr>
          <p:nvPr>
            <p:ph idx="1"/>
          </p:nvPr>
        </p:nvSpPr>
        <p:spPr>
          <a:xfrm>
            <a:off x="611188" y="1196975"/>
            <a:ext cx="7467600" cy="5040313"/>
          </a:xfrm>
        </p:spPr>
        <p:txBody>
          <a:bodyPr rIns="132080"/>
          <a:lstStyle/>
          <a:p>
            <a:pPr marL="39688" indent="0" eaLnBrk="1" hangingPunct="1">
              <a:lnSpc>
                <a:spcPct val="120000"/>
              </a:lnSpc>
              <a:spcBef>
                <a:spcPts val="600"/>
              </a:spcBef>
              <a:spcAft>
                <a:spcPts val="600"/>
              </a:spcAft>
              <a:buFont typeface="Wingdings 2" charset="2"/>
              <a:buNone/>
            </a:pPr>
            <a:r>
              <a:rPr lang="en-US" sz="2200" b="1" dirty="0" smtClean="0">
                <a:latin typeface="Helvetica" charset="0"/>
                <a:ea typeface="Helvetica" charset="0"/>
                <a:cs typeface="Helvetica" charset="0"/>
                <a:sym typeface="Helvetica" charset="0"/>
              </a:rPr>
              <a:t>Skim Reading:</a:t>
            </a:r>
            <a:endParaRPr lang="en-US" sz="2200" b="1" dirty="0" smtClean="0">
              <a:latin typeface="Helvetica" charset="0"/>
              <a:sym typeface="Helvetica" charset="0"/>
            </a:endParaRPr>
          </a:p>
          <a:p>
            <a:pPr marL="39688" indent="0" eaLnBrk="1" hangingPunct="1">
              <a:lnSpc>
                <a:spcPct val="120000"/>
              </a:lnSpc>
              <a:spcBef>
                <a:spcPts val="600"/>
              </a:spcBef>
              <a:spcAft>
                <a:spcPts val="600"/>
              </a:spcAft>
              <a:buFont typeface="Wingdings 2" charset="2"/>
              <a:buNone/>
            </a:pPr>
            <a:r>
              <a:rPr lang="en-US" sz="2200" dirty="0" smtClean="0">
                <a:latin typeface="Helvetica" charset="0"/>
                <a:ea typeface="Helvetica" charset="0"/>
                <a:cs typeface="Helvetica" charset="0"/>
                <a:sym typeface="Helvetica" charset="0"/>
              </a:rPr>
              <a:t>Skim reading is a technique that must be practiced before it is useful. It is beneficial to skim read when you have a lot of material and not a lot of time. Many people use skin reading when they are reading the newspaper. They skim the article quickly looking for basic facts and information to get the gist of a text. </a:t>
            </a:r>
            <a:endParaRPr lang="en-US" sz="2200" dirty="0" smtClean="0">
              <a:latin typeface="Helvetica" charset="0"/>
              <a:sym typeface="Helvetica" charset="0"/>
            </a:endParaRPr>
          </a:p>
        </p:txBody>
      </p:sp>
      <p:sp>
        <p:nvSpPr>
          <p:cNvPr id="31750"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07932926-1B2C-4D8F-9F85-843B60B6F3FB}" type="slidenum">
              <a:rPr lang="en-US" sz="1000">
                <a:solidFill>
                  <a:srgbClr val="374150"/>
                </a:solidFill>
                <a:latin typeface="Helvetica" charset="0"/>
                <a:cs typeface="Arial" charset="0"/>
              </a:rPr>
              <a:pPr algn="r"/>
              <a:t>28</a:t>
            </a:fld>
            <a:endParaRPr lang="en-US" sz="1000">
              <a:solidFill>
                <a:srgbClr val="374150"/>
              </a:solidFill>
              <a:latin typeface="Helvetica" charset="0"/>
              <a:cs typeface="Arial" charset="0"/>
            </a:endParaRPr>
          </a:p>
        </p:txBody>
      </p:sp>
      <p:pic>
        <p:nvPicPr>
          <p:cNvPr id="7" name="Picture 6" descr="MC900440424.WMF"/>
          <p:cNvPicPr>
            <a:picLocks noChangeAspect="1"/>
          </p:cNvPicPr>
          <p:nvPr/>
        </p:nvPicPr>
        <p:blipFill>
          <a:blip r:embed="rId3" cstate="print"/>
          <a:stretch>
            <a:fillRect/>
          </a:stretch>
        </p:blipFill>
        <p:spPr>
          <a:xfrm>
            <a:off x="3707904" y="4509120"/>
            <a:ext cx="1827886" cy="1506017"/>
          </a:xfrm>
          <a:prstGeom prst="rect">
            <a:avLst/>
          </a:prstGeom>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Grp="1" noChangeArrowheads="1"/>
          </p:cNvSpPr>
          <p:nvPr>
            <p:ph type="title"/>
          </p:nvPr>
        </p:nvSpPr>
        <p:spPr>
          <a:xfrm>
            <a:off x="611188" y="323850"/>
            <a:ext cx="7467600" cy="584200"/>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Read and interpret relevant details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32771" name="Rectangle 5"/>
          <p:cNvSpPr>
            <a:spLocks noGrp="1" noChangeArrowheads="1"/>
          </p:cNvSpPr>
          <p:nvPr>
            <p:ph idx="1"/>
          </p:nvPr>
        </p:nvSpPr>
        <p:spPr>
          <a:xfrm>
            <a:off x="611188" y="1196975"/>
            <a:ext cx="7467600" cy="5111750"/>
          </a:xfrm>
        </p:spPr>
        <p:txBody>
          <a:bodyPr rIns="132080"/>
          <a:lstStyle/>
          <a:p>
            <a:pPr marL="39688" indent="0" eaLnBrk="1" hangingPunct="1">
              <a:lnSpc>
                <a:spcPct val="120000"/>
              </a:lnSpc>
              <a:spcBef>
                <a:spcPts val="600"/>
              </a:spcBef>
              <a:spcAft>
                <a:spcPts val="600"/>
              </a:spcAft>
              <a:buFont typeface="Wingdings 2" charset="2"/>
              <a:buNone/>
            </a:pPr>
            <a:r>
              <a:rPr lang="en-US" sz="2200" b="1" dirty="0" smtClean="0">
                <a:latin typeface="Helvetica" charset="0"/>
                <a:ea typeface="Helvetica" charset="0"/>
                <a:cs typeface="Helvetica" charset="0"/>
                <a:sym typeface="Helvetica" charset="0"/>
              </a:rPr>
              <a:t>Scanning:</a:t>
            </a:r>
            <a:endParaRPr lang="en-US" sz="2200" b="1" dirty="0" smtClean="0">
              <a:latin typeface="Helvetica" charset="0"/>
              <a:sym typeface="Helvetica" charset="0"/>
            </a:endParaRPr>
          </a:p>
          <a:p>
            <a:pPr marL="39688" indent="0" eaLnBrk="1" hangingPunct="1">
              <a:lnSpc>
                <a:spcPct val="120000"/>
              </a:lnSpc>
              <a:spcBef>
                <a:spcPts val="600"/>
              </a:spcBef>
              <a:spcAft>
                <a:spcPts val="600"/>
              </a:spcAft>
              <a:buFont typeface="Wingdings 2" charset="2"/>
              <a:buNone/>
            </a:pPr>
            <a:r>
              <a:rPr lang="en-US" sz="2200" dirty="0" smtClean="0">
                <a:latin typeface="Helvetica" charset="0"/>
                <a:ea typeface="Helvetica" charset="0"/>
                <a:cs typeface="Helvetica" charset="0"/>
                <a:sym typeface="Helvetica" charset="0"/>
              </a:rPr>
              <a:t>Scanning is using your eyes to pick out keywords that your brain has already specified. Scanning is what you do when you are looking for a name in a phone book or a word in the dictionary. Scanning is to search for keywords or ideas. It’s best to use scanning when you </a:t>
            </a:r>
            <a:br>
              <a:rPr lang="en-US" sz="2200" dirty="0" smtClean="0">
                <a:latin typeface="Helvetica" charset="0"/>
                <a:ea typeface="Helvetica" charset="0"/>
                <a:cs typeface="Helvetica" charset="0"/>
                <a:sym typeface="Helvetica" charset="0"/>
              </a:rPr>
            </a:br>
            <a:r>
              <a:rPr lang="en-US" sz="2200" dirty="0" smtClean="0">
                <a:latin typeface="Helvetica" charset="0"/>
                <a:ea typeface="Helvetica" charset="0"/>
                <a:cs typeface="Helvetica" charset="0"/>
                <a:sym typeface="Helvetica" charset="0"/>
              </a:rPr>
              <a:t>already know what you are looking for, because </a:t>
            </a:r>
            <a:br>
              <a:rPr lang="en-US" sz="2200" dirty="0" smtClean="0">
                <a:latin typeface="Helvetica" charset="0"/>
                <a:ea typeface="Helvetica" charset="0"/>
                <a:cs typeface="Helvetica" charset="0"/>
                <a:sym typeface="Helvetica" charset="0"/>
              </a:rPr>
            </a:br>
            <a:r>
              <a:rPr lang="en-US" sz="2200" dirty="0" smtClean="0">
                <a:latin typeface="Helvetica" charset="0"/>
                <a:ea typeface="Helvetica" charset="0"/>
                <a:cs typeface="Helvetica" charset="0"/>
                <a:sym typeface="Helvetica" charset="0"/>
              </a:rPr>
              <a:t>you are concentrating on finding a certain answer </a:t>
            </a:r>
            <a:br>
              <a:rPr lang="en-US" sz="2200" dirty="0" smtClean="0">
                <a:latin typeface="Helvetica" charset="0"/>
                <a:ea typeface="Helvetica" charset="0"/>
                <a:cs typeface="Helvetica" charset="0"/>
                <a:sym typeface="Helvetica" charset="0"/>
              </a:rPr>
            </a:br>
            <a:r>
              <a:rPr lang="en-US" sz="2200" dirty="0" smtClean="0">
                <a:latin typeface="Helvetica" charset="0"/>
                <a:ea typeface="Helvetica" charset="0"/>
                <a:cs typeface="Helvetica" charset="0"/>
                <a:sym typeface="Helvetica" charset="0"/>
              </a:rPr>
              <a:t>already. Usually, people skim a document first, </a:t>
            </a:r>
            <a:br>
              <a:rPr lang="en-US" sz="2200" dirty="0" smtClean="0">
                <a:latin typeface="Helvetica" charset="0"/>
                <a:ea typeface="Helvetica" charset="0"/>
                <a:cs typeface="Helvetica" charset="0"/>
                <a:sym typeface="Helvetica" charset="0"/>
              </a:rPr>
            </a:br>
            <a:r>
              <a:rPr lang="en-US" sz="2200" dirty="0" smtClean="0">
                <a:latin typeface="Helvetica" charset="0"/>
                <a:ea typeface="Helvetica" charset="0"/>
                <a:cs typeface="Helvetica" charset="0"/>
                <a:sym typeface="Helvetica" charset="0"/>
              </a:rPr>
              <a:t>determine that it is what they are looking for, </a:t>
            </a:r>
            <a:br>
              <a:rPr lang="en-US" sz="2200" dirty="0" smtClean="0">
                <a:latin typeface="Helvetica" charset="0"/>
                <a:ea typeface="Helvetica" charset="0"/>
                <a:cs typeface="Helvetica" charset="0"/>
                <a:sym typeface="Helvetica" charset="0"/>
              </a:rPr>
            </a:br>
            <a:r>
              <a:rPr lang="en-US" sz="2200" dirty="0" smtClean="0">
                <a:latin typeface="Helvetica" charset="0"/>
                <a:ea typeface="Helvetica" charset="0"/>
                <a:cs typeface="Helvetica" charset="0"/>
                <a:sym typeface="Helvetica" charset="0"/>
              </a:rPr>
              <a:t>then scan it for specific details.</a:t>
            </a:r>
            <a:endParaRPr lang="en-US" sz="2200" dirty="0" smtClean="0">
              <a:latin typeface="Helvetica" charset="0"/>
              <a:sym typeface="Helvetica" charset="0"/>
            </a:endParaRPr>
          </a:p>
        </p:txBody>
      </p:sp>
      <p:sp>
        <p:nvSpPr>
          <p:cNvPr id="32772"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BB557F62-83E2-4FBB-87F6-00140E50E7E6}" type="slidenum">
              <a:rPr lang="en-US" sz="1000">
                <a:solidFill>
                  <a:srgbClr val="374150"/>
                </a:solidFill>
                <a:latin typeface="Helvetica" charset="0"/>
                <a:cs typeface="Arial" charset="0"/>
              </a:rPr>
              <a:pPr algn="r"/>
              <a:t>29</a:t>
            </a:fld>
            <a:endParaRPr lang="en-US" sz="1000">
              <a:solidFill>
                <a:srgbClr val="374150"/>
              </a:solidFill>
              <a:latin typeface="Helvetica" charset="0"/>
              <a:cs typeface="Arial" charset="0"/>
            </a:endParaRPr>
          </a:p>
        </p:txBody>
      </p:sp>
      <p:pic>
        <p:nvPicPr>
          <p:cNvPr id="5" name="Picture 4" descr="MC900433938.PNG"/>
          <p:cNvPicPr>
            <a:picLocks noChangeAspect="1"/>
          </p:cNvPicPr>
          <p:nvPr/>
        </p:nvPicPr>
        <p:blipFill>
          <a:blip r:embed="rId3" cstate="print"/>
          <a:stretch>
            <a:fillRect/>
          </a:stretch>
        </p:blipFill>
        <p:spPr>
          <a:xfrm>
            <a:off x="6876256" y="3501008"/>
            <a:ext cx="1714500" cy="1714500"/>
          </a:xfrm>
          <a:prstGeom prst="rect">
            <a:avLst/>
          </a:prstGeom>
        </p:spPr>
      </p:pic>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p:cNvSpPr>
            <a:spLocks noGrp="1" noChangeArrowheads="1"/>
          </p:cNvSpPr>
          <p:nvPr>
            <p:ph type="title"/>
          </p:nvPr>
        </p:nvSpPr>
        <p:spPr>
          <a:xfrm>
            <a:off x="611188" y="252413"/>
            <a:ext cx="7777162" cy="1016000"/>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Receive and respond to basic instructions and directions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36870" name="Rectangle 5"/>
          <p:cNvSpPr>
            <a:spLocks noGrp="1" noChangeArrowheads="1"/>
          </p:cNvSpPr>
          <p:nvPr>
            <p:ph idx="1"/>
          </p:nvPr>
        </p:nvSpPr>
        <p:spPr>
          <a:xfrm>
            <a:off x="611188" y="1557338"/>
            <a:ext cx="7777162" cy="4895850"/>
          </a:xfrm>
        </p:spPr>
        <p:txBody>
          <a:bodyPr rIns="132080"/>
          <a:lstStyle/>
          <a:p>
            <a:pPr marL="39688" indent="0" eaLnBrk="1" hangingPunct="1">
              <a:spcBef>
                <a:spcPct val="0"/>
              </a:spcBef>
              <a:buFont typeface="Wingdings 2" charset="2"/>
              <a:buNone/>
              <a:defRPr/>
            </a:pPr>
            <a:r>
              <a:rPr lang="en-US" sz="2200" dirty="0" smtClean="0">
                <a:latin typeface="Helvetica" charset="0"/>
                <a:ea typeface="Helvetica" charset="0"/>
                <a:cs typeface="Helvetica" charset="0"/>
                <a:sym typeface="Helvetica" charset="0"/>
              </a:rPr>
              <a:t>Performance Criteria for this Element are: </a:t>
            </a:r>
            <a:endParaRPr lang="en-US" sz="2200" dirty="0" smtClean="0">
              <a:latin typeface="Helvetica" charset="0"/>
              <a:sym typeface="Helvetica" charset="0"/>
            </a:endParaRPr>
          </a:p>
          <a:p>
            <a:pPr marL="720725" indent="-720725" eaLnBrk="1" hangingPunct="1">
              <a:spcBef>
                <a:spcPts val="1200"/>
              </a:spcBef>
              <a:buFont typeface="Wingdings 2" charset="2"/>
              <a:buNone/>
              <a:defRPr/>
            </a:pPr>
            <a:r>
              <a:rPr lang="en-US" sz="2200" dirty="0" smtClean="0">
                <a:latin typeface="Helvetica" charset="0"/>
                <a:ea typeface="Helvetica" charset="0"/>
                <a:cs typeface="Helvetica" charset="0"/>
                <a:sym typeface="Helvetica" charset="0"/>
              </a:rPr>
              <a:t> </a:t>
            </a:r>
            <a:endParaRPr lang="en-US" sz="2200" dirty="0" smtClean="0">
              <a:latin typeface="Helvetica" charset="0"/>
              <a:sym typeface="Helvetica" charset="0"/>
            </a:endParaRPr>
          </a:p>
        </p:txBody>
      </p:sp>
      <p:sp>
        <p:nvSpPr>
          <p:cNvPr id="33796"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8EF0D039-F2FF-4FD4-92F9-CB657F6FA0D6}" type="slidenum">
              <a:rPr lang="en-US" sz="1000">
                <a:solidFill>
                  <a:srgbClr val="374150"/>
                </a:solidFill>
                <a:latin typeface="Helvetica" charset="0"/>
                <a:cs typeface="Arial" charset="0"/>
              </a:rPr>
              <a:pPr algn="r"/>
              <a:t>30</a:t>
            </a:fld>
            <a:endParaRPr lang="en-US" sz="1000">
              <a:solidFill>
                <a:srgbClr val="374150"/>
              </a:solidFill>
              <a:latin typeface="Helvetica" charset="0"/>
              <a:cs typeface="Arial" charset="0"/>
            </a:endParaRPr>
          </a:p>
        </p:txBody>
      </p:sp>
      <p:grpSp>
        <p:nvGrpSpPr>
          <p:cNvPr id="5" name="Group 4"/>
          <p:cNvGrpSpPr/>
          <p:nvPr/>
        </p:nvGrpSpPr>
        <p:grpSpPr>
          <a:xfrm>
            <a:off x="611560" y="2148477"/>
            <a:ext cx="7992888" cy="3440763"/>
            <a:chOff x="1752600" y="2002775"/>
            <a:chExt cx="7992888" cy="3440763"/>
          </a:xfrm>
        </p:grpSpPr>
        <p:grpSp>
          <p:nvGrpSpPr>
            <p:cNvPr id="6" name="Group 4"/>
            <p:cNvGrpSpPr>
              <a:grpSpLocks/>
            </p:cNvGrpSpPr>
            <p:nvPr/>
          </p:nvGrpSpPr>
          <p:grpSpPr bwMode="auto">
            <a:xfrm>
              <a:off x="1752600" y="2057400"/>
              <a:ext cx="762000" cy="665163"/>
              <a:chOff x="1110" y="2656"/>
              <a:chExt cx="1549" cy="1351"/>
            </a:xfrm>
          </p:grpSpPr>
          <p:sp>
            <p:nvSpPr>
              <p:cNvPr id="31"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a:p>
            </p:txBody>
          </p:sp>
          <p:sp>
            <p:nvSpPr>
              <p:cNvPr id="32"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a:p>
            </p:txBody>
          </p:sp>
          <p:sp>
            <p:nvSpPr>
              <p:cNvPr id="33"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a:p>
            </p:txBody>
          </p:sp>
        </p:grpSp>
        <p:sp>
          <p:nvSpPr>
            <p:cNvPr id="7" name="Line 8"/>
            <p:cNvSpPr>
              <a:spLocks noChangeShapeType="1"/>
            </p:cNvSpPr>
            <p:nvPr/>
          </p:nvSpPr>
          <p:spPr bwMode="auto">
            <a:xfrm flipV="1">
              <a:off x="2362200" y="2649106"/>
              <a:ext cx="7167264" cy="17894"/>
            </a:xfrm>
            <a:prstGeom prst="line">
              <a:avLst/>
            </a:prstGeom>
            <a:noFill/>
            <a:ln w="25400">
              <a:solidFill>
                <a:schemeClr val="bg2"/>
              </a:solidFill>
              <a:prstDash val="sysDot"/>
              <a:round/>
              <a:headEnd/>
              <a:tailEnd type="oval" w="med" len="med"/>
            </a:ln>
          </p:spPr>
          <p:txBody>
            <a:bodyPr wrap="none" anchor="ctr"/>
            <a:lstStyle/>
            <a:p>
              <a:endParaRPr lang="en-AU"/>
            </a:p>
          </p:txBody>
        </p:sp>
        <p:sp>
          <p:nvSpPr>
            <p:cNvPr id="8" name="Text Box 9"/>
            <p:cNvSpPr txBox="1">
              <a:spLocks noChangeArrowheads="1"/>
            </p:cNvSpPr>
            <p:nvPr/>
          </p:nvSpPr>
          <p:spPr bwMode="auto">
            <a:xfrm>
              <a:off x="2483768" y="2002775"/>
              <a:ext cx="7261720" cy="646331"/>
            </a:xfrm>
            <a:prstGeom prst="rect">
              <a:avLst/>
            </a:prstGeom>
            <a:noFill/>
            <a:ln w="9525" algn="ctr">
              <a:noFill/>
              <a:miter lim="800000"/>
              <a:headEnd/>
              <a:tailEnd/>
            </a:ln>
          </p:spPr>
          <p:txBody>
            <a:bodyPr wrap="square">
              <a:spAutoFit/>
            </a:bodyPr>
            <a:lstStyle/>
            <a:p>
              <a:pPr eaLnBrk="0" hangingPunct="0"/>
              <a:r>
                <a:rPr lang="en-US" dirty="0" smtClean="0">
                  <a:latin typeface="Helvetica" charset="0"/>
                  <a:ea typeface="Helvetica" charset="0"/>
                  <a:cs typeface="Helvetica" charset="0"/>
                  <a:sym typeface="Helvetica" charset="0"/>
                </a:rPr>
                <a:t>Receive, clarify and assess requirements of instructions and/or directions in accordance with </a:t>
              </a:r>
              <a:r>
                <a:rPr lang="en-AU" dirty="0" smtClean="0">
                  <a:latin typeface="Helvetica" charset="0"/>
                  <a:ea typeface="Helvetica" charset="0"/>
                  <a:cs typeface="Helvetica" charset="0"/>
                  <a:sym typeface="Helvetica" charset="0"/>
                </a:rPr>
                <a:t>organisational</a:t>
              </a:r>
              <a:r>
                <a:rPr lang="en-US" dirty="0" smtClean="0">
                  <a:latin typeface="Helvetica" charset="0"/>
                  <a:ea typeface="Helvetica" charset="0"/>
                  <a:cs typeface="Helvetica" charset="0"/>
                  <a:sym typeface="Helvetica" charset="0"/>
                </a:rPr>
                <a:t> policies and procedures</a:t>
              </a:r>
              <a:endParaRPr lang="en-AU" dirty="0"/>
            </a:p>
          </p:txBody>
        </p:sp>
        <p:sp>
          <p:nvSpPr>
            <p:cNvPr id="9" name="Text Box 10"/>
            <p:cNvSpPr txBox="1">
              <a:spLocks noChangeArrowheads="1"/>
            </p:cNvSpPr>
            <p:nvPr/>
          </p:nvSpPr>
          <p:spPr bwMode="gray">
            <a:xfrm>
              <a:off x="1886451" y="2204864"/>
              <a:ext cx="540534" cy="400110"/>
            </a:xfrm>
            <a:prstGeom prst="rect">
              <a:avLst/>
            </a:prstGeom>
            <a:noFill/>
            <a:ln w="9525" algn="ctr">
              <a:noFill/>
              <a:miter lim="800000"/>
              <a:headEnd/>
              <a:tailEnd/>
            </a:ln>
          </p:spPr>
          <p:txBody>
            <a:bodyPr wrap="none">
              <a:spAutoFit/>
            </a:bodyPr>
            <a:lstStyle/>
            <a:p>
              <a:pPr algn="ctr" eaLnBrk="0" hangingPunct="0"/>
              <a:r>
                <a:rPr lang="en-AU" sz="2000" b="1" dirty="0" smtClean="0">
                  <a:solidFill>
                    <a:schemeClr val="bg1"/>
                  </a:solidFill>
                  <a:latin typeface="Helvetica" pitchFamily="34" charset="0"/>
                </a:rPr>
                <a:t>3.1</a:t>
              </a:r>
              <a:endParaRPr lang="en-AU" sz="2000" b="1" dirty="0">
                <a:solidFill>
                  <a:schemeClr val="bg1"/>
                </a:solidFill>
                <a:latin typeface="Helvetica" pitchFamily="34" charset="0"/>
              </a:endParaRPr>
            </a:p>
          </p:txBody>
        </p:sp>
        <p:grpSp>
          <p:nvGrpSpPr>
            <p:cNvPr id="10" name="Group 12"/>
            <p:cNvGrpSpPr>
              <a:grpSpLocks/>
            </p:cNvGrpSpPr>
            <p:nvPr/>
          </p:nvGrpSpPr>
          <p:grpSpPr bwMode="auto">
            <a:xfrm>
              <a:off x="1752600" y="2971800"/>
              <a:ext cx="762000" cy="665163"/>
              <a:chOff x="3174" y="2656"/>
              <a:chExt cx="1549" cy="1351"/>
            </a:xfrm>
          </p:grpSpPr>
          <p:sp>
            <p:nvSpPr>
              <p:cNvPr id="28" name="AutoShape 13"/>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a:p>
            </p:txBody>
          </p:sp>
          <p:sp>
            <p:nvSpPr>
              <p:cNvPr id="29" name="AutoShape 14"/>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a:p>
            </p:txBody>
          </p:sp>
          <p:sp>
            <p:nvSpPr>
              <p:cNvPr id="30" name="AutoShape 15"/>
              <p:cNvSpPr>
                <a:spLocks noChangeArrowheads="1"/>
              </p:cNvSpPr>
              <p:nvPr/>
            </p:nvSpPr>
            <p:spPr bwMode="gray">
              <a:xfrm>
                <a:off x="3264" y="2737"/>
                <a:ext cx="1349" cy="1167"/>
              </a:xfrm>
              <a:prstGeom prst="hexagon">
                <a:avLst>
                  <a:gd name="adj" fmla="val 28896"/>
                  <a:gd name="vf" fmla="val 115470"/>
                </a:avLst>
              </a:prstGeom>
              <a:solidFill>
                <a:srgbClr val="E68900"/>
              </a:solidFill>
              <a:ln w="9525">
                <a:solidFill>
                  <a:schemeClr val="tx1"/>
                </a:solidFill>
                <a:miter lim="800000"/>
                <a:headEnd/>
                <a:tailEnd/>
              </a:ln>
              <a:effectLst/>
            </p:spPr>
            <p:txBody>
              <a:bodyPr wrap="none" anchor="ctr"/>
              <a:lstStyle/>
              <a:p>
                <a:pPr>
                  <a:defRPr/>
                </a:pPr>
                <a:endParaRPr lang="en-AU"/>
              </a:p>
            </p:txBody>
          </p:sp>
        </p:grpSp>
        <p:sp>
          <p:nvSpPr>
            <p:cNvPr id="11" name="Line 16"/>
            <p:cNvSpPr>
              <a:spLocks noChangeShapeType="1"/>
            </p:cNvSpPr>
            <p:nvPr/>
          </p:nvSpPr>
          <p:spPr bwMode="auto">
            <a:xfrm flipV="1">
              <a:off x="2362200" y="3585210"/>
              <a:ext cx="7167264" cy="0"/>
            </a:xfrm>
            <a:prstGeom prst="line">
              <a:avLst/>
            </a:prstGeom>
            <a:noFill/>
            <a:ln w="25400">
              <a:solidFill>
                <a:schemeClr val="bg2"/>
              </a:solidFill>
              <a:prstDash val="sysDot"/>
              <a:round/>
              <a:headEnd/>
              <a:tailEnd type="oval" w="med" len="med"/>
            </a:ln>
          </p:spPr>
          <p:txBody>
            <a:bodyPr wrap="none" anchor="ctr"/>
            <a:lstStyle/>
            <a:p>
              <a:endParaRPr lang="en-AU"/>
            </a:p>
          </p:txBody>
        </p:sp>
        <p:sp>
          <p:nvSpPr>
            <p:cNvPr id="12" name="Text Box 17"/>
            <p:cNvSpPr txBox="1">
              <a:spLocks noChangeArrowheads="1"/>
            </p:cNvSpPr>
            <p:nvPr/>
          </p:nvSpPr>
          <p:spPr bwMode="auto">
            <a:xfrm>
              <a:off x="2483768" y="2938879"/>
              <a:ext cx="7189712" cy="646331"/>
            </a:xfrm>
            <a:prstGeom prst="rect">
              <a:avLst/>
            </a:prstGeom>
            <a:noFill/>
            <a:ln w="9525" algn="ctr">
              <a:noFill/>
              <a:miter lim="800000"/>
              <a:headEnd/>
              <a:tailEnd/>
            </a:ln>
          </p:spPr>
          <p:txBody>
            <a:bodyPr wrap="square">
              <a:spAutoFit/>
            </a:bodyPr>
            <a:lstStyle/>
            <a:p>
              <a:pPr eaLnBrk="0" hangingPunct="0"/>
              <a:r>
                <a:rPr lang="en-US" dirty="0" smtClean="0">
                  <a:latin typeface="Helvetica" charset="0"/>
                  <a:ea typeface="Helvetica" charset="0"/>
                  <a:cs typeface="Helvetica" charset="0"/>
                  <a:sym typeface="Helvetica" charset="0"/>
                </a:rPr>
                <a:t>Question and confirm assignment instructions and/or directions if necessary</a:t>
              </a:r>
              <a:endParaRPr lang="en-AU" dirty="0"/>
            </a:p>
          </p:txBody>
        </p:sp>
        <p:sp>
          <p:nvSpPr>
            <p:cNvPr id="13" name="Text Box 18"/>
            <p:cNvSpPr txBox="1">
              <a:spLocks noChangeArrowheads="1"/>
            </p:cNvSpPr>
            <p:nvPr/>
          </p:nvSpPr>
          <p:spPr bwMode="gray">
            <a:xfrm>
              <a:off x="1856190" y="3100898"/>
              <a:ext cx="540534" cy="400110"/>
            </a:xfrm>
            <a:prstGeom prst="rect">
              <a:avLst/>
            </a:prstGeom>
            <a:noFill/>
            <a:ln w="9525" algn="ctr">
              <a:noFill/>
              <a:miter lim="800000"/>
              <a:headEnd/>
              <a:tailEnd/>
            </a:ln>
          </p:spPr>
          <p:txBody>
            <a:bodyPr wrap="none">
              <a:spAutoFit/>
            </a:bodyPr>
            <a:lstStyle/>
            <a:p>
              <a:pPr algn="ctr" eaLnBrk="0" hangingPunct="0"/>
              <a:r>
                <a:rPr lang="en-AU" sz="2000" b="1" dirty="0" smtClean="0">
                  <a:solidFill>
                    <a:schemeClr val="bg1"/>
                  </a:solidFill>
                  <a:latin typeface="Helvetica" pitchFamily="34" charset="0"/>
                </a:rPr>
                <a:t>3.2</a:t>
              </a:r>
              <a:endParaRPr lang="en-AU" sz="2000" b="1" dirty="0">
                <a:solidFill>
                  <a:schemeClr val="bg1"/>
                </a:solidFill>
                <a:latin typeface="Helvetica" pitchFamily="34" charset="0"/>
              </a:endParaRPr>
            </a:p>
          </p:txBody>
        </p:sp>
        <p:grpSp>
          <p:nvGrpSpPr>
            <p:cNvPr id="14" name="Group 20"/>
            <p:cNvGrpSpPr>
              <a:grpSpLocks/>
            </p:cNvGrpSpPr>
            <p:nvPr/>
          </p:nvGrpSpPr>
          <p:grpSpPr bwMode="auto">
            <a:xfrm>
              <a:off x="1752600" y="3863975"/>
              <a:ext cx="762000" cy="665163"/>
              <a:chOff x="1110" y="2656"/>
              <a:chExt cx="1549" cy="1351"/>
            </a:xfrm>
          </p:grpSpPr>
          <p:sp>
            <p:nvSpPr>
              <p:cNvPr id="25" name="AutoShape 21"/>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a:p>
            </p:txBody>
          </p:sp>
          <p:sp>
            <p:nvSpPr>
              <p:cNvPr id="26" name="AutoShape 22"/>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a:p>
            </p:txBody>
          </p:sp>
          <p:sp>
            <p:nvSpPr>
              <p:cNvPr id="27" name="AutoShape 23"/>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a:p>
            </p:txBody>
          </p:sp>
        </p:grpSp>
        <p:sp>
          <p:nvSpPr>
            <p:cNvPr id="15" name="Line 24"/>
            <p:cNvSpPr>
              <a:spLocks noChangeShapeType="1"/>
            </p:cNvSpPr>
            <p:nvPr/>
          </p:nvSpPr>
          <p:spPr bwMode="auto">
            <a:xfrm>
              <a:off x="2362200" y="4473575"/>
              <a:ext cx="7167600" cy="0"/>
            </a:xfrm>
            <a:prstGeom prst="line">
              <a:avLst/>
            </a:prstGeom>
            <a:noFill/>
            <a:ln w="25400">
              <a:solidFill>
                <a:schemeClr val="bg2"/>
              </a:solidFill>
              <a:prstDash val="sysDot"/>
              <a:round/>
              <a:headEnd/>
              <a:tailEnd type="oval" w="med" len="med"/>
            </a:ln>
          </p:spPr>
          <p:txBody>
            <a:bodyPr wrap="none" anchor="ctr"/>
            <a:lstStyle/>
            <a:p>
              <a:endParaRPr lang="en-AU"/>
            </a:p>
          </p:txBody>
        </p:sp>
        <p:sp>
          <p:nvSpPr>
            <p:cNvPr id="16" name="Text Box 25"/>
            <p:cNvSpPr txBox="1">
              <a:spLocks noChangeArrowheads="1"/>
            </p:cNvSpPr>
            <p:nvPr/>
          </p:nvSpPr>
          <p:spPr bwMode="auto">
            <a:xfrm>
              <a:off x="2483768" y="4066094"/>
              <a:ext cx="7261720" cy="369332"/>
            </a:xfrm>
            <a:prstGeom prst="rect">
              <a:avLst/>
            </a:prstGeom>
            <a:noFill/>
            <a:ln w="9525" algn="ctr">
              <a:noFill/>
              <a:miter lim="800000"/>
              <a:headEnd/>
              <a:tailEnd/>
            </a:ln>
          </p:spPr>
          <p:txBody>
            <a:bodyPr wrap="square">
              <a:spAutoFit/>
            </a:bodyPr>
            <a:lstStyle/>
            <a:p>
              <a:pPr eaLnBrk="0" hangingPunct="0"/>
              <a:r>
                <a:rPr lang="en-US" dirty="0" smtClean="0">
                  <a:latin typeface="Helvetica" charset="0"/>
                  <a:ea typeface="Helvetica" charset="0"/>
                  <a:cs typeface="Helvetica" charset="0"/>
                  <a:sym typeface="Helvetica" charset="0"/>
                </a:rPr>
                <a:t>Comply with directions and or instructions within designated timelines</a:t>
              </a:r>
              <a:endParaRPr lang="en-AU" dirty="0"/>
            </a:p>
          </p:txBody>
        </p:sp>
        <p:sp>
          <p:nvSpPr>
            <p:cNvPr id="17" name="Text Box 26"/>
            <p:cNvSpPr txBox="1">
              <a:spLocks noChangeArrowheads="1"/>
            </p:cNvSpPr>
            <p:nvPr/>
          </p:nvSpPr>
          <p:spPr bwMode="gray">
            <a:xfrm>
              <a:off x="1856190" y="4003378"/>
              <a:ext cx="540534" cy="400110"/>
            </a:xfrm>
            <a:prstGeom prst="rect">
              <a:avLst/>
            </a:prstGeom>
            <a:noFill/>
            <a:ln w="9525" algn="ctr">
              <a:noFill/>
              <a:miter lim="800000"/>
              <a:headEnd/>
              <a:tailEnd/>
            </a:ln>
          </p:spPr>
          <p:txBody>
            <a:bodyPr wrap="none">
              <a:spAutoFit/>
            </a:bodyPr>
            <a:lstStyle/>
            <a:p>
              <a:pPr algn="ctr" eaLnBrk="0" hangingPunct="0"/>
              <a:r>
                <a:rPr lang="en-AU" sz="2000" b="1" dirty="0">
                  <a:solidFill>
                    <a:schemeClr val="bg1"/>
                  </a:solidFill>
                  <a:latin typeface="Helvetica" pitchFamily="34" charset="0"/>
                </a:rPr>
                <a:t>3</a:t>
              </a:r>
              <a:r>
                <a:rPr lang="en-AU" sz="2000" b="1" dirty="0" smtClean="0">
                  <a:solidFill>
                    <a:schemeClr val="bg1"/>
                  </a:solidFill>
                  <a:latin typeface="Helvetica" pitchFamily="34" charset="0"/>
                </a:rPr>
                <a:t>.3</a:t>
              </a:r>
              <a:endParaRPr lang="en-AU" sz="2000" b="1" dirty="0">
                <a:solidFill>
                  <a:schemeClr val="bg1"/>
                </a:solidFill>
                <a:latin typeface="Helvetica" pitchFamily="34" charset="0"/>
              </a:endParaRPr>
            </a:p>
          </p:txBody>
        </p:sp>
        <p:grpSp>
          <p:nvGrpSpPr>
            <p:cNvPr id="18" name="Group 28"/>
            <p:cNvGrpSpPr>
              <a:grpSpLocks/>
            </p:cNvGrpSpPr>
            <p:nvPr/>
          </p:nvGrpSpPr>
          <p:grpSpPr bwMode="auto">
            <a:xfrm>
              <a:off x="1752600" y="4778375"/>
              <a:ext cx="762000" cy="665163"/>
              <a:chOff x="3174" y="2656"/>
              <a:chExt cx="1549" cy="1351"/>
            </a:xfrm>
          </p:grpSpPr>
          <p:sp>
            <p:nvSpPr>
              <p:cNvPr id="22" name="AutoShape 29"/>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a:p>
            </p:txBody>
          </p:sp>
          <p:sp>
            <p:nvSpPr>
              <p:cNvPr id="23" name="AutoShape 30"/>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a:p>
            </p:txBody>
          </p:sp>
          <p:sp>
            <p:nvSpPr>
              <p:cNvPr id="24" name="AutoShape 31"/>
              <p:cNvSpPr>
                <a:spLocks noChangeArrowheads="1"/>
              </p:cNvSpPr>
              <p:nvPr/>
            </p:nvSpPr>
            <p:spPr bwMode="gray">
              <a:xfrm>
                <a:off x="3264" y="2737"/>
                <a:ext cx="1349" cy="1167"/>
              </a:xfrm>
              <a:prstGeom prst="hexagon">
                <a:avLst>
                  <a:gd name="adj" fmla="val 28896"/>
                  <a:gd name="vf" fmla="val 115470"/>
                </a:avLst>
              </a:prstGeom>
              <a:solidFill>
                <a:srgbClr val="E68900"/>
              </a:solidFill>
              <a:ln w="9525">
                <a:solidFill>
                  <a:schemeClr val="tx1"/>
                </a:solidFill>
                <a:miter lim="800000"/>
                <a:headEnd/>
                <a:tailEnd/>
              </a:ln>
              <a:effectLst/>
            </p:spPr>
            <p:txBody>
              <a:bodyPr wrap="none" anchor="ctr"/>
              <a:lstStyle/>
              <a:p>
                <a:pPr>
                  <a:defRPr/>
                </a:pPr>
                <a:endParaRPr lang="en-AU"/>
              </a:p>
            </p:txBody>
          </p:sp>
        </p:grpSp>
        <p:sp>
          <p:nvSpPr>
            <p:cNvPr id="19" name="Line 32"/>
            <p:cNvSpPr>
              <a:spLocks noChangeShapeType="1"/>
            </p:cNvSpPr>
            <p:nvPr/>
          </p:nvSpPr>
          <p:spPr bwMode="auto">
            <a:xfrm>
              <a:off x="2362200" y="5387975"/>
              <a:ext cx="7167600" cy="0"/>
            </a:xfrm>
            <a:prstGeom prst="line">
              <a:avLst/>
            </a:prstGeom>
            <a:noFill/>
            <a:ln w="25400">
              <a:solidFill>
                <a:schemeClr val="bg2"/>
              </a:solidFill>
              <a:prstDash val="sysDot"/>
              <a:round/>
              <a:headEnd/>
              <a:tailEnd type="oval" w="med" len="med"/>
            </a:ln>
          </p:spPr>
          <p:txBody>
            <a:bodyPr wrap="none" anchor="ctr"/>
            <a:lstStyle/>
            <a:p>
              <a:endParaRPr lang="en-AU"/>
            </a:p>
          </p:txBody>
        </p:sp>
        <p:sp>
          <p:nvSpPr>
            <p:cNvPr id="20" name="Text Box 33"/>
            <p:cNvSpPr txBox="1">
              <a:spLocks noChangeArrowheads="1"/>
            </p:cNvSpPr>
            <p:nvPr/>
          </p:nvSpPr>
          <p:spPr bwMode="auto">
            <a:xfrm>
              <a:off x="2483768" y="4739079"/>
              <a:ext cx="7261720" cy="646331"/>
            </a:xfrm>
            <a:prstGeom prst="rect">
              <a:avLst/>
            </a:prstGeom>
            <a:noFill/>
            <a:ln w="9525" algn="ctr">
              <a:noFill/>
              <a:miter lim="800000"/>
              <a:headEnd/>
              <a:tailEnd/>
            </a:ln>
          </p:spPr>
          <p:txBody>
            <a:bodyPr wrap="square">
              <a:spAutoFit/>
            </a:bodyPr>
            <a:lstStyle/>
            <a:p>
              <a:pPr eaLnBrk="1" hangingPunct="1">
                <a:spcBef>
                  <a:spcPts val="1200"/>
                </a:spcBef>
                <a:buFont typeface="Wingdings 2" charset="2"/>
                <a:buNone/>
                <a:defRPr/>
              </a:pPr>
              <a:r>
                <a:rPr lang="en-US" dirty="0">
                  <a:latin typeface="Helvetica" charset="0"/>
                  <a:ea typeface="Helvetica" charset="0"/>
                  <a:cs typeface="Helvetica" charset="0"/>
                  <a:sym typeface="Helvetica" charset="0"/>
                </a:rPr>
                <a:t>Obtain feedback after instructions and/or directions have </a:t>
              </a:r>
              <a:r>
                <a:rPr lang="en-US" dirty="0" smtClean="0">
                  <a:latin typeface="Helvetica" charset="0"/>
                  <a:ea typeface="Helvetica" charset="0"/>
                  <a:cs typeface="Helvetica" charset="0"/>
                  <a:sym typeface="Helvetica" charset="0"/>
                </a:rPr>
                <a:t>been complied </a:t>
              </a:r>
              <a:r>
                <a:rPr lang="en-US" dirty="0">
                  <a:latin typeface="Helvetica" charset="0"/>
                  <a:ea typeface="Helvetica" charset="0"/>
                  <a:cs typeface="Helvetica" charset="0"/>
                  <a:sym typeface="Helvetica" charset="0"/>
                </a:rPr>
                <a:t>with</a:t>
              </a:r>
              <a:endParaRPr lang="en-US" dirty="0">
                <a:latin typeface="Helvetica" charset="0"/>
                <a:sym typeface="Helvetica" charset="0"/>
              </a:endParaRPr>
            </a:p>
          </p:txBody>
        </p:sp>
        <p:sp>
          <p:nvSpPr>
            <p:cNvPr id="21" name="Text Box 34"/>
            <p:cNvSpPr txBox="1">
              <a:spLocks noChangeArrowheads="1"/>
            </p:cNvSpPr>
            <p:nvPr/>
          </p:nvSpPr>
          <p:spPr bwMode="gray">
            <a:xfrm>
              <a:off x="1856189" y="4901098"/>
              <a:ext cx="540534" cy="400110"/>
            </a:xfrm>
            <a:prstGeom prst="rect">
              <a:avLst/>
            </a:prstGeom>
            <a:noFill/>
            <a:ln w="9525" algn="ctr">
              <a:noFill/>
              <a:miter lim="800000"/>
              <a:headEnd/>
              <a:tailEnd/>
            </a:ln>
          </p:spPr>
          <p:txBody>
            <a:bodyPr wrap="none">
              <a:spAutoFit/>
            </a:bodyPr>
            <a:lstStyle/>
            <a:p>
              <a:pPr algn="ctr" eaLnBrk="0" hangingPunct="0"/>
              <a:r>
                <a:rPr lang="en-AU" sz="2000" b="1" dirty="0" smtClean="0">
                  <a:solidFill>
                    <a:schemeClr val="bg1"/>
                  </a:solidFill>
                  <a:latin typeface="Helvetica" pitchFamily="34" charset="0"/>
                </a:rPr>
                <a:t>3.4</a:t>
              </a:r>
              <a:endParaRPr lang="en-AU" sz="2000" b="1" dirty="0">
                <a:solidFill>
                  <a:schemeClr val="bg1"/>
                </a:solidFill>
                <a:latin typeface="Helvetica" pitchFamily="34" charset="0"/>
              </a:endParaRPr>
            </a:p>
          </p:txBody>
        </p:sp>
      </p:gr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Grp="1" noChangeArrowheads="1"/>
          </p:cNvSpPr>
          <p:nvPr>
            <p:ph type="title"/>
          </p:nvPr>
        </p:nvSpPr>
        <p:spPr>
          <a:xfrm>
            <a:off x="611188" y="252413"/>
            <a:ext cx="7921625" cy="1089025"/>
          </a:xfrm>
        </p:spPr>
        <p:txBody>
          <a:bodyPr rIns="40640"/>
          <a:lstStyle/>
          <a:p>
            <a:pPr eaLnBrk="1" hangingPunct="1"/>
            <a:r>
              <a:rPr lang="en-US" sz="3100" b="1" smtClean="0">
                <a:solidFill>
                  <a:srgbClr val="FF6600"/>
                </a:solidFill>
                <a:latin typeface="Helvetica" charset="0"/>
                <a:ea typeface="Helvetica" charset="0"/>
                <a:cs typeface="Helvetica" charset="0"/>
                <a:sym typeface="Helvetica" charset="0"/>
              </a:rPr>
              <a:t>Receive, clarify and assess requirements of instructions and/or directions</a:t>
            </a:r>
            <a:endParaRPr lang="en-US" sz="3100" b="1" smtClean="0">
              <a:solidFill>
                <a:srgbClr val="FF6600"/>
              </a:solidFill>
              <a:latin typeface="Helvetica" charset="0"/>
              <a:ea typeface="ヒラギノ角ゴ ProN W6" charset="0"/>
              <a:cs typeface="ヒラギノ角ゴ ProN W6" charset="0"/>
              <a:sym typeface="Helvetica" charset="0"/>
            </a:endParaRPr>
          </a:p>
        </p:txBody>
      </p:sp>
      <p:sp>
        <p:nvSpPr>
          <p:cNvPr id="34819" name="Rectangle 5"/>
          <p:cNvSpPr>
            <a:spLocks noGrp="1" noChangeArrowheads="1"/>
          </p:cNvSpPr>
          <p:nvPr>
            <p:ph idx="1"/>
          </p:nvPr>
        </p:nvSpPr>
        <p:spPr>
          <a:xfrm>
            <a:off x="611188" y="1557338"/>
            <a:ext cx="7467600" cy="4391942"/>
          </a:xfrm>
        </p:spPr>
        <p:txBody>
          <a:bodyPr rIns="132080"/>
          <a:lstStyle/>
          <a:p>
            <a:pPr marL="360363" indent="-360363" eaLnBrk="1" hangingPunct="1">
              <a:spcBef>
                <a:spcPct val="0"/>
              </a:spcBef>
              <a:buFont typeface="Wingdings 2" charset="2"/>
              <a:buNone/>
            </a:pPr>
            <a:r>
              <a:rPr lang="en-US" sz="2200" dirty="0" smtClean="0">
                <a:latin typeface="Helvetica" charset="0"/>
                <a:ea typeface="Helvetica" charset="0"/>
                <a:cs typeface="Helvetica" charset="0"/>
                <a:sym typeface="Helvetica" charset="0"/>
              </a:rPr>
              <a:t>To work with instructions/directions, you must understand:</a:t>
            </a:r>
            <a:endParaRPr lang="en-US" sz="2200" dirty="0" smtClean="0">
              <a:latin typeface="Helvetica" charset="0"/>
              <a:sym typeface="Helvetica" charset="0"/>
            </a:endParaRPr>
          </a:p>
          <a:p>
            <a:pPr marL="360363" indent="-360363" eaLnBrk="1" hangingPunct="1">
              <a:spcBef>
                <a:spcPts val="1200"/>
              </a:spcBef>
            </a:pPr>
            <a:r>
              <a:rPr lang="en-US" sz="2200" dirty="0" smtClean="0">
                <a:latin typeface="Helvetica" charset="0"/>
                <a:ea typeface="Helvetica" charset="0"/>
                <a:cs typeface="Helvetica" charset="0"/>
                <a:sym typeface="Helvetica" charset="0"/>
              </a:rPr>
              <a:t>Your role in the directions </a:t>
            </a:r>
            <a:endParaRPr lang="en-US" sz="2200" dirty="0" smtClean="0">
              <a:latin typeface="Helvetica" charset="0"/>
              <a:sym typeface="Helvetica" charset="0"/>
            </a:endParaRPr>
          </a:p>
          <a:p>
            <a:pPr marL="360363" indent="-360363" eaLnBrk="1" hangingPunct="1">
              <a:spcBef>
                <a:spcPts val="1200"/>
              </a:spcBef>
            </a:pPr>
            <a:r>
              <a:rPr lang="en-US" sz="2200" dirty="0" smtClean="0">
                <a:latin typeface="Helvetica" charset="0"/>
                <a:ea typeface="Helvetica" charset="0"/>
                <a:cs typeface="Helvetica" charset="0"/>
                <a:sym typeface="Helvetica" charset="0"/>
              </a:rPr>
              <a:t>Exactly what task you will be performing</a:t>
            </a:r>
            <a:endParaRPr lang="en-US" sz="2200" dirty="0" smtClean="0">
              <a:latin typeface="Helvetica" charset="0"/>
              <a:sym typeface="Helvetica" charset="0"/>
            </a:endParaRPr>
          </a:p>
          <a:p>
            <a:pPr marL="360363" indent="-360363" eaLnBrk="1" hangingPunct="1">
              <a:spcBef>
                <a:spcPts val="1200"/>
              </a:spcBef>
            </a:pPr>
            <a:r>
              <a:rPr lang="en-US" sz="2200" dirty="0" smtClean="0">
                <a:latin typeface="Helvetica" charset="0"/>
                <a:ea typeface="Helvetica" charset="0"/>
                <a:cs typeface="Helvetica" charset="0"/>
                <a:sym typeface="Helvetica" charset="0"/>
              </a:rPr>
              <a:t>What tools you need and what preparation </a:t>
            </a:r>
            <a:br>
              <a:rPr lang="en-US" sz="2200" dirty="0" smtClean="0">
                <a:latin typeface="Helvetica" charset="0"/>
                <a:ea typeface="Helvetica" charset="0"/>
                <a:cs typeface="Helvetica" charset="0"/>
                <a:sym typeface="Helvetica" charset="0"/>
              </a:rPr>
            </a:br>
            <a:r>
              <a:rPr lang="en-US" sz="2200" dirty="0" smtClean="0">
                <a:latin typeface="Helvetica" charset="0"/>
                <a:ea typeface="Helvetica" charset="0"/>
                <a:cs typeface="Helvetica" charset="0"/>
                <a:sym typeface="Helvetica" charset="0"/>
              </a:rPr>
              <a:t>you must do to complete the task</a:t>
            </a:r>
            <a:endParaRPr lang="en-US" sz="2200" dirty="0" smtClean="0">
              <a:latin typeface="Helvetica" charset="0"/>
              <a:sym typeface="Helvetica" charset="0"/>
            </a:endParaRPr>
          </a:p>
        </p:txBody>
      </p:sp>
      <p:sp>
        <p:nvSpPr>
          <p:cNvPr id="34820"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57377DEB-E225-4FEC-890C-6CA3B80E575B}" type="slidenum">
              <a:rPr lang="en-US" sz="1000">
                <a:solidFill>
                  <a:srgbClr val="374150"/>
                </a:solidFill>
                <a:latin typeface="Helvetica" charset="0"/>
                <a:cs typeface="Arial" charset="0"/>
              </a:rPr>
              <a:pPr algn="r"/>
              <a:t>31</a:t>
            </a:fld>
            <a:endParaRPr lang="en-US" sz="1000">
              <a:solidFill>
                <a:srgbClr val="374150"/>
              </a:solidFill>
              <a:latin typeface="Helvetica" charset="0"/>
              <a:cs typeface="Arial" charset="0"/>
            </a:endParaRPr>
          </a:p>
        </p:txBody>
      </p:sp>
      <p:pic>
        <p:nvPicPr>
          <p:cNvPr id="34821" name="Picture 7"/>
          <p:cNvPicPr>
            <a:picLocks noChangeArrowheads="1"/>
          </p:cNvPicPr>
          <p:nvPr/>
        </p:nvPicPr>
        <p:blipFill>
          <a:blip r:embed="rId3" cstate="print"/>
          <a:srcRect/>
          <a:stretch>
            <a:fillRect/>
          </a:stretch>
        </p:blipFill>
        <p:spPr bwMode="auto">
          <a:xfrm>
            <a:off x="6012160" y="3573016"/>
            <a:ext cx="2430462" cy="1647825"/>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a:spLocks noGrp="1" noChangeArrowheads="1"/>
          </p:cNvSpPr>
          <p:nvPr>
            <p:ph type="title"/>
          </p:nvPr>
        </p:nvSpPr>
        <p:spPr>
          <a:xfrm>
            <a:off x="611188" y="323850"/>
            <a:ext cx="7921625" cy="1017588"/>
          </a:xfrm>
        </p:spPr>
        <p:txBody>
          <a:bodyPr rIns="40640"/>
          <a:lstStyle/>
          <a:p>
            <a:pPr eaLnBrk="1" hangingPunct="1"/>
            <a:r>
              <a:rPr lang="en-US" sz="3100" b="1" smtClean="0">
                <a:solidFill>
                  <a:srgbClr val="FF6600"/>
                </a:solidFill>
                <a:latin typeface="Helvetica" charset="0"/>
                <a:ea typeface="Helvetica" charset="0"/>
                <a:cs typeface="Helvetica" charset="0"/>
                <a:sym typeface="Helvetica" charset="0"/>
              </a:rPr>
              <a:t>Receive, clarify and assess requirements of instructions and/or directions</a:t>
            </a:r>
            <a:endParaRPr lang="en-US" sz="3100" b="1" smtClean="0">
              <a:solidFill>
                <a:srgbClr val="FF6600"/>
              </a:solidFill>
              <a:latin typeface="Helvetica" charset="0"/>
              <a:ea typeface="ヒラギノ角ゴ ProN W6" charset="0"/>
              <a:cs typeface="ヒラギノ角ゴ ProN W6" charset="0"/>
              <a:sym typeface="Helvetica" charset="0"/>
            </a:endParaRPr>
          </a:p>
        </p:txBody>
      </p:sp>
      <p:sp>
        <p:nvSpPr>
          <p:cNvPr id="35843" name="Rectangle 5"/>
          <p:cNvSpPr>
            <a:spLocks noGrp="1" noChangeArrowheads="1"/>
          </p:cNvSpPr>
          <p:nvPr>
            <p:ph idx="1"/>
          </p:nvPr>
        </p:nvSpPr>
        <p:spPr>
          <a:xfrm>
            <a:off x="611188" y="1557338"/>
            <a:ext cx="7705725" cy="4824412"/>
          </a:xfrm>
        </p:spPr>
        <p:txBody>
          <a:bodyPr rIns="132080"/>
          <a:lstStyle/>
          <a:p>
            <a:pPr marL="360363" indent="-360363" eaLnBrk="1" hangingPunct="1">
              <a:spcBef>
                <a:spcPct val="0"/>
              </a:spcBef>
              <a:buFont typeface="Wingdings 2" charset="2"/>
              <a:buNone/>
            </a:pPr>
            <a:r>
              <a:rPr lang="en-US" sz="2200" dirty="0" smtClean="0">
                <a:latin typeface="Helvetica" charset="0"/>
                <a:ea typeface="Helvetica" charset="0"/>
                <a:cs typeface="Helvetica" charset="0"/>
                <a:sym typeface="Helvetica" charset="0"/>
              </a:rPr>
              <a:t>Discussion Question: </a:t>
            </a:r>
            <a:endParaRPr lang="en-US" sz="2200" dirty="0" smtClean="0">
              <a:latin typeface="Helvetica" charset="0"/>
              <a:sym typeface="Helvetica" charset="0"/>
            </a:endParaRPr>
          </a:p>
          <a:p>
            <a:pPr marL="360363" indent="-360363" eaLnBrk="1" hangingPunct="1">
              <a:spcBef>
                <a:spcPts val="1200"/>
              </a:spcBef>
            </a:pPr>
            <a:r>
              <a:rPr lang="en-US" sz="2200" dirty="0" smtClean="0">
                <a:latin typeface="Helvetica" charset="0"/>
                <a:ea typeface="Helvetica" charset="0"/>
                <a:cs typeface="Helvetica" charset="0"/>
                <a:sym typeface="Helvetica" charset="0"/>
              </a:rPr>
              <a:t>Why must you clarify directions/instructions before you start the task? </a:t>
            </a:r>
            <a:endParaRPr lang="en-US" sz="2200" dirty="0" smtClean="0">
              <a:latin typeface="Helvetica" charset="0"/>
              <a:sym typeface="Helvetica" charset="0"/>
            </a:endParaRPr>
          </a:p>
        </p:txBody>
      </p:sp>
      <p:sp>
        <p:nvSpPr>
          <p:cNvPr id="35844"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925877FB-D4A3-4CC2-B3DF-94C06A31A621}" type="slidenum">
              <a:rPr lang="en-US" sz="1000">
                <a:solidFill>
                  <a:srgbClr val="374150"/>
                </a:solidFill>
                <a:latin typeface="Helvetica" charset="0"/>
                <a:cs typeface="Arial" charset="0"/>
              </a:rPr>
              <a:pPr algn="r"/>
              <a:t>32</a:t>
            </a:fld>
            <a:endParaRPr lang="en-US" sz="1000">
              <a:solidFill>
                <a:srgbClr val="374150"/>
              </a:solidFill>
              <a:latin typeface="Helvetica" charset="0"/>
              <a:cs typeface="Arial" charset="0"/>
            </a:endParaRPr>
          </a:p>
        </p:txBody>
      </p:sp>
      <p:pic>
        <p:nvPicPr>
          <p:cNvPr id="35845" name="Picture 7"/>
          <p:cNvPicPr>
            <a:picLocks noChangeArrowheads="1"/>
          </p:cNvPicPr>
          <p:nvPr/>
        </p:nvPicPr>
        <p:blipFill>
          <a:blip r:embed="rId3" cstate="print"/>
          <a:srcRect/>
          <a:stretch>
            <a:fillRect/>
          </a:stretch>
        </p:blipFill>
        <p:spPr bwMode="auto">
          <a:xfrm>
            <a:off x="2555776" y="3212976"/>
            <a:ext cx="2581275" cy="2260600"/>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Grp="1" noChangeArrowheads="1"/>
          </p:cNvSpPr>
          <p:nvPr>
            <p:ph type="title"/>
          </p:nvPr>
        </p:nvSpPr>
        <p:spPr>
          <a:xfrm>
            <a:off x="611188" y="323850"/>
            <a:ext cx="7848600" cy="1089025"/>
          </a:xfrm>
        </p:spPr>
        <p:txBody>
          <a:bodyPr rIns="40640"/>
          <a:lstStyle/>
          <a:p>
            <a:pPr eaLnBrk="1" hangingPunct="1"/>
            <a:r>
              <a:rPr lang="en-US" sz="3100" b="1" smtClean="0">
                <a:solidFill>
                  <a:srgbClr val="FF6600"/>
                </a:solidFill>
                <a:latin typeface="Helvetica" charset="0"/>
                <a:ea typeface="Helvetica" charset="0"/>
                <a:cs typeface="Helvetica" charset="0"/>
                <a:sym typeface="Helvetica" charset="0"/>
              </a:rPr>
              <a:t>Receive, clarify and assess requirements of instructions and/or directions</a:t>
            </a:r>
            <a:endParaRPr lang="en-US" sz="3100" b="1" smtClean="0">
              <a:solidFill>
                <a:srgbClr val="FF6600"/>
              </a:solidFill>
              <a:latin typeface="Helvetica" charset="0"/>
              <a:ea typeface="ヒラギノ角ゴ ProN W6" charset="0"/>
              <a:cs typeface="ヒラギノ角ゴ ProN W6" charset="0"/>
              <a:sym typeface="Helvetica" charset="0"/>
            </a:endParaRPr>
          </a:p>
        </p:txBody>
      </p:sp>
      <p:sp>
        <p:nvSpPr>
          <p:cNvPr id="36867" name="Rectangle 5"/>
          <p:cNvSpPr>
            <a:spLocks noGrp="1" noChangeArrowheads="1"/>
          </p:cNvSpPr>
          <p:nvPr>
            <p:ph idx="1"/>
          </p:nvPr>
        </p:nvSpPr>
        <p:spPr>
          <a:xfrm>
            <a:off x="611188" y="1557338"/>
            <a:ext cx="7705725" cy="4679950"/>
          </a:xfrm>
        </p:spPr>
        <p:txBody>
          <a:bodyPr rIns="132080"/>
          <a:lstStyle/>
          <a:p>
            <a:pPr marL="360363" indent="-360363" eaLnBrk="1" hangingPunct="1">
              <a:lnSpc>
                <a:spcPct val="120000"/>
              </a:lnSpc>
              <a:spcBef>
                <a:spcPts val="600"/>
              </a:spcBef>
              <a:spcAft>
                <a:spcPts val="600"/>
              </a:spcAft>
              <a:buFont typeface="Wingdings 2" charset="2"/>
              <a:buNone/>
            </a:pPr>
            <a:r>
              <a:rPr lang="en-US" sz="2200" dirty="0" smtClean="0">
                <a:latin typeface="Helvetica" charset="0"/>
                <a:ea typeface="Helvetica" charset="0"/>
                <a:cs typeface="Helvetica" charset="0"/>
                <a:sym typeface="Helvetica" charset="0"/>
              </a:rPr>
              <a:t>To clarify instructions/directions: </a:t>
            </a:r>
            <a:endParaRPr lang="en-US" sz="2200" dirty="0" smtClean="0">
              <a:latin typeface="Helvetica" charset="0"/>
              <a:sym typeface="Helvetica" charset="0"/>
            </a:endParaRPr>
          </a:p>
          <a:p>
            <a:pPr marL="360363" indent="-360363" eaLnBrk="1" hangingPunct="1">
              <a:lnSpc>
                <a:spcPct val="120000"/>
              </a:lnSpc>
              <a:spcBef>
                <a:spcPts val="600"/>
              </a:spcBef>
              <a:spcAft>
                <a:spcPts val="600"/>
              </a:spcAft>
            </a:pPr>
            <a:r>
              <a:rPr lang="en-US" sz="2200" dirty="0" smtClean="0">
                <a:latin typeface="Helvetica" charset="0"/>
                <a:ea typeface="Helvetica" charset="0"/>
                <a:cs typeface="Helvetica" charset="0"/>
                <a:sym typeface="Helvetica" charset="0"/>
              </a:rPr>
              <a:t>Repeat them</a:t>
            </a:r>
            <a:endParaRPr lang="en-US" sz="2200" dirty="0" smtClean="0">
              <a:latin typeface="Helvetica" charset="0"/>
              <a:sym typeface="Helvetica" charset="0"/>
            </a:endParaRPr>
          </a:p>
          <a:p>
            <a:pPr marL="360363" indent="-360363" eaLnBrk="1" hangingPunct="1">
              <a:lnSpc>
                <a:spcPct val="120000"/>
              </a:lnSpc>
              <a:spcBef>
                <a:spcPts val="600"/>
              </a:spcBef>
              <a:spcAft>
                <a:spcPts val="600"/>
              </a:spcAft>
            </a:pPr>
            <a:r>
              <a:rPr lang="en-US" sz="2200" dirty="0" smtClean="0">
                <a:latin typeface="Helvetica" charset="0"/>
                <a:ea typeface="Helvetica" charset="0"/>
                <a:cs typeface="Helvetica" charset="0"/>
                <a:sym typeface="Helvetica" charset="0"/>
              </a:rPr>
              <a:t>Ask the speaker to repeat </a:t>
            </a:r>
            <a:br>
              <a:rPr lang="en-US" sz="2200" dirty="0" smtClean="0">
                <a:latin typeface="Helvetica" charset="0"/>
                <a:ea typeface="Helvetica" charset="0"/>
                <a:cs typeface="Helvetica" charset="0"/>
                <a:sym typeface="Helvetica" charset="0"/>
              </a:rPr>
            </a:br>
            <a:r>
              <a:rPr lang="en-US" sz="2200" dirty="0" smtClean="0">
                <a:latin typeface="Helvetica" charset="0"/>
                <a:ea typeface="Helvetica" charset="0"/>
                <a:cs typeface="Helvetica" charset="0"/>
                <a:sym typeface="Helvetica" charset="0"/>
              </a:rPr>
              <a:t>what they said</a:t>
            </a:r>
            <a:endParaRPr lang="en-US" sz="2200" dirty="0" smtClean="0">
              <a:latin typeface="Helvetica" charset="0"/>
              <a:sym typeface="Helvetica" charset="0"/>
            </a:endParaRPr>
          </a:p>
          <a:p>
            <a:pPr marL="360363" indent="-360363" eaLnBrk="1" hangingPunct="1">
              <a:lnSpc>
                <a:spcPct val="120000"/>
              </a:lnSpc>
              <a:spcBef>
                <a:spcPts val="600"/>
              </a:spcBef>
              <a:spcAft>
                <a:spcPts val="600"/>
              </a:spcAft>
            </a:pPr>
            <a:r>
              <a:rPr lang="en-US" sz="2200" dirty="0" smtClean="0">
                <a:latin typeface="Helvetica" charset="0"/>
                <a:ea typeface="Helvetica" charset="0"/>
                <a:cs typeface="Helvetica" charset="0"/>
                <a:sym typeface="Helvetica" charset="0"/>
              </a:rPr>
              <a:t>Ask a relevant question  </a:t>
            </a:r>
            <a:endParaRPr lang="en-US" sz="2200" dirty="0" smtClean="0">
              <a:latin typeface="Helvetica" charset="0"/>
              <a:sym typeface="Helvetica" charset="0"/>
            </a:endParaRPr>
          </a:p>
        </p:txBody>
      </p:sp>
      <p:sp>
        <p:nvSpPr>
          <p:cNvPr id="36868"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FD500957-9C34-4B50-91BE-0174FF321D90}" type="slidenum">
              <a:rPr lang="en-US" sz="1000">
                <a:solidFill>
                  <a:srgbClr val="374150"/>
                </a:solidFill>
                <a:latin typeface="Helvetica" charset="0"/>
                <a:cs typeface="Arial" charset="0"/>
              </a:rPr>
              <a:pPr algn="r"/>
              <a:t>33</a:t>
            </a:fld>
            <a:endParaRPr lang="en-US" sz="1000">
              <a:solidFill>
                <a:srgbClr val="374150"/>
              </a:solidFill>
              <a:latin typeface="Helvetica" charset="0"/>
              <a:cs typeface="Arial" charset="0"/>
            </a:endParaRPr>
          </a:p>
        </p:txBody>
      </p:sp>
      <p:graphicFrame>
        <p:nvGraphicFramePr>
          <p:cNvPr id="7" name="Diagram 6"/>
          <p:cNvGraphicFramePr/>
          <p:nvPr/>
        </p:nvGraphicFramePr>
        <p:xfrm>
          <a:off x="5004048" y="1844824"/>
          <a:ext cx="3456384" cy="35283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Grp="1" noChangeArrowheads="1"/>
          </p:cNvSpPr>
          <p:nvPr>
            <p:ph type="title"/>
          </p:nvPr>
        </p:nvSpPr>
        <p:spPr>
          <a:xfrm>
            <a:off x="611188" y="323850"/>
            <a:ext cx="7632700" cy="1089025"/>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Question and confirm assignment instructions and/or directions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37891" name="Rectangle 5"/>
          <p:cNvSpPr>
            <a:spLocks noGrp="1" noChangeArrowheads="1"/>
          </p:cNvSpPr>
          <p:nvPr>
            <p:ph idx="1"/>
          </p:nvPr>
        </p:nvSpPr>
        <p:spPr>
          <a:xfrm>
            <a:off x="611188" y="1558925"/>
            <a:ext cx="7777162" cy="4246563"/>
          </a:xfrm>
        </p:spPr>
        <p:txBody>
          <a:bodyPr rIns="132080"/>
          <a:lstStyle/>
          <a:p>
            <a:pPr marL="39688" indent="0" eaLnBrk="1" hangingPunct="1">
              <a:lnSpc>
                <a:spcPct val="120000"/>
              </a:lnSpc>
              <a:spcBef>
                <a:spcPts val="600"/>
              </a:spcBef>
              <a:spcAft>
                <a:spcPts val="600"/>
              </a:spcAft>
              <a:buFont typeface="Wingdings 2" charset="2"/>
              <a:buNone/>
            </a:pPr>
            <a:r>
              <a:rPr lang="en-US" sz="2200" dirty="0" smtClean="0">
                <a:latin typeface="Helvetica" charset="0"/>
                <a:ea typeface="Helvetica" charset="0"/>
                <a:cs typeface="Helvetica" charset="0"/>
                <a:sym typeface="Helvetica" charset="0"/>
              </a:rPr>
              <a:t>As well as knowing how to ask the right questions to the appropriate people, it is also important to question documents and instructions themselves in order to create more understanding of your task for yourself. </a:t>
            </a:r>
            <a:br>
              <a:rPr lang="en-US" sz="2200" dirty="0" smtClean="0">
                <a:latin typeface="Helvetica" charset="0"/>
                <a:ea typeface="Helvetica" charset="0"/>
                <a:cs typeface="Helvetica" charset="0"/>
                <a:sym typeface="Helvetica" charset="0"/>
              </a:rPr>
            </a:br>
            <a:r>
              <a:rPr lang="en-US" sz="2200" dirty="0" smtClean="0">
                <a:latin typeface="Helvetica" charset="0"/>
                <a:ea typeface="Helvetica" charset="0"/>
                <a:cs typeface="Helvetica" charset="0"/>
                <a:sym typeface="Helvetica" charset="0"/>
              </a:rPr>
              <a:t>Sometimes, skimming or scanning a </a:t>
            </a:r>
            <a:br>
              <a:rPr lang="en-US" sz="2200" dirty="0" smtClean="0">
                <a:latin typeface="Helvetica" charset="0"/>
                <a:ea typeface="Helvetica" charset="0"/>
                <a:cs typeface="Helvetica" charset="0"/>
                <a:sym typeface="Helvetica" charset="0"/>
              </a:rPr>
            </a:br>
            <a:r>
              <a:rPr lang="en-US" sz="2200" dirty="0" smtClean="0">
                <a:latin typeface="Helvetica" charset="0"/>
                <a:ea typeface="Helvetica" charset="0"/>
                <a:cs typeface="Helvetica" charset="0"/>
                <a:sym typeface="Helvetica" charset="0"/>
              </a:rPr>
              <a:t>document is not enough to reach </a:t>
            </a:r>
            <a:br>
              <a:rPr lang="en-US" sz="2200" dirty="0" smtClean="0">
                <a:latin typeface="Helvetica" charset="0"/>
                <a:ea typeface="Helvetica" charset="0"/>
                <a:cs typeface="Helvetica" charset="0"/>
                <a:sym typeface="Helvetica" charset="0"/>
              </a:rPr>
            </a:br>
            <a:r>
              <a:rPr lang="en-US" sz="2200" dirty="0" smtClean="0">
                <a:latin typeface="Helvetica" charset="0"/>
                <a:ea typeface="Helvetica" charset="0"/>
                <a:cs typeface="Helvetica" charset="0"/>
                <a:sym typeface="Helvetica" charset="0"/>
              </a:rPr>
              <a:t>understanding, and it becomes necessary </a:t>
            </a:r>
            <a:br>
              <a:rPr lang="en-US" sz="2200" dirty="0" smtClean="0">
                <a:latin typeface="Helvetica" charset="0"/>
                <a:ea typeface="Helvetica" charset="0"/>
                <a:cs typeface="Helvetica" charset="0"/>
                <a:sym typeface="Helvetica" charset="0"/>
              </a:rPr>
            </a:br>
            <a:r>
              <a:rPr lang="en-US" sz="2200" dirty="0" smtClean="0">
                <a:latin typeface="Helvetica" charset="0"/>
                <a:ea typeface="Helvetica" charset="0"/>
                <a:cs typeface="Helvetica" charset="0"/>
                <a:sym typeface="Helvetica" charset="0"/>
              </a:rPr>
              <a:t>for us to question and confirm details for </a:t>
            </a:r>
            <a:br>
              <a:rPr lang="en-US" sz="2200" dirty="0" smtClean="0">
                <a:latin typeface="Helvetica" charset="0"/>
                <a:ea typeface="Helvetica" charset="0"/>
                <a:cs typeface="Helvetica" charset="0"/>
                <a:sym typeface="Helvetica" charset="0"/>
              </a:rPr>
            </a:br>
            <a:r>
              <a:rPr lang="en-US" sz="2200" dirty="0" smtClean="0">
                <a:latin typeface="Helvetica" charset="0"/>
                <a:ea typeface="Helvetica" charset="0"/>
                <a:cs typeface="Helvetica" charset="0"/>
                <a:sym typeface="Helvetica" charset="0"/>
              </a:rPr>
              <a:t>ourselves.</a:t>
            </a:r>
            <a:endParaRPr lang="en-US" sz="2200" dirty="0" smtClean="0">
              <a:latin typeface="Helvetica" charset="0"/>
              <a:sym typeface="Helvetica" charset="0"/>
            </a:endParaRPr>
          </a:p>
        </p:txBody>
      </p:sp>
      <p:sp>
        <p:nvSpPr>
          <p:cNvPr id="37892"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26AA5C9F-7770-4C87-A021-C95A1E68E536}" type="slidenum">
              <a:rPr lang="en-US" sz="1000">
                <a:solidFill>
                  <a:srgbClr val="374150"/>
                </a:solidFill>
                <a:latin typeface="Helvetica" charset="0"/>
                <a:cs typeface="Arial" charset="0"/>
              </a:rPr>
              <a:pPr algn="r"/>
              <a:t>34</a:t>
            </a:fld>
            <a:endParaRPr lang="en-US" sz="1000">
              <a:solidFill>
                <a:srgbClr val="374150"/>
              </a:solidFill>
              <a:latin typeface="Helvetica" charset="0"/>
              <a:cs typeface="Arial" charset="0"/>
            </a:endParaRPr>
          </a:p>
        </p:txBody>
      </p:sp>
      <p:pic>
        <p:nvPicPr>
          <p:cNvPr id="37893" name="Picture 7"/>
          <p:cNvPicPr>
            <a:picLocks noChangeArrowheads="1"/>
          </p:cNvPicPr>
          <p:nvPr/>
        </p:nvPicPr>
        <p:blipFill>
          <a:blip r:embed="rId3" cstate="print"/>
          <a:srcRect/>
          <a:stretch>
            <a:fillRect/>
          </a:stretch>
        </p:blipFill>
        <p:spPr bwMode="auto">
          <a:xfrm>
            <a:off x="6372200" y="3284984"/>
            <a:ext cx="1992312" cy="1981200"/>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a:spLocks noGrp="1" noChangeArrowheads="1"/>
          </p:cNvSpPr>
          <p:nvPr>
            <p:ph type="title"/>
          </p:nvPr>
        </p:nvSpPr>
        <p:spPr>
          <a:xfrm>
            <a:off x="611188" y="323850"/>
            <a:ext cx="7467600" cy="1017588"/>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Question and confirm assignment instructions and/or directions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38915" name="Rectangle 5"/>
          <p:cNvSpPr>
            <a:spLocks noGrp="1" noChangeArrowheads="1"/>
          </p:cNvSpPr>
          <p:nvPr>
            <p:ph idx="1"/>
          </p:nvPr>
        </p:nvSpPr>
        <p:spPr>
          <a:xfrm>
            <a:off x="611188" y="1557338"/>
            <a:ext cx="7848600" cy="4751387"/>
          </a:xfrm>
        </p:spPr>
        <p:txBody>
          <a:bodyPr rIns="132080"/>
          <a:lstStyle/>
          <a:p>
            <a:pPr marL="39688" indent="0" eaLnBrk="1" hangingPunct="1">
              <a:lnSpc>
                <a:spcPct val="120000"/>
              </a:lnSpc>
              <a:spcBef>
                <a:spcPts val="600"/>
              </a:spcBef>
              <a:spcAft>
                <a:spcPts val="600"/>
              </a:spcAft>
              <a:buFont typeface="Wingdings 2" charset="2"/>
              <a:buNone/>
            </a:pPr>
            <a:r>
              <a:rPr lang="en-US" sz="2000" b="1" dirty="0" smtClean="0">
                <a:latin typeface="Helvetica" charset="0"/>
                <a:ea typeface="Helvetica" charset="0"/>
                <a:cs typeface="Helvetica" charset="0"/>
                <a:sym typeface="Helvetica" charset="0"/>
              </a:rPr>
              <a:t>What questions should be asked in this scenario? </a:t>
            </a:r>
            <a:endParaRPr lang="en-US" sz="2000" b="1" dirty="0" smtClean="0">
              <a:latin typeface="Helvetica" charset="0"/>
              <a:ea typeface="ヒラギノ角ゴ ProN W6" charset="0"/>
              <a:cs typeface="ヒラギノ角ゴ ProN W6" charset="0"/>
              <a:sym typeface="Helvetica" charset="0"/>
            </a:endParaRPr>
          </a:p>
          <a:p>
            <a:pPr marL="39688" indent="0" eaLnBrk="1" hangingPunct="1">
              <a:lnSpc>
                <a:spcPct val="120000"/>
              </a:lnSpc>
              <a:spcBef>
                <a:spcPts val="600"/>
              </a:spcBef>
              <a:spcAft>
                <a:spcPts val="600"/>
              </a:spcAft>
              <a:buFont typeface="Wingdings 2" charset="2"/>
              <a:buNone/>
            </a:pPr>
            <a:r>
              <a:rPr lang="en-US" sz="2000" dirty="0" smtClean="0">
                <a:latin typeface="Helvetica" charset="0"/>
                <a:ea typeface="Helvetica" charset="0"/>
                <a:cs typeface="Helvetica" charset="0"/>
                <a:sym typeface="Helvetica" charset="0"/>
              </a:rPr>
              <a:t>Good morning Julie!</a:t>
            </a:r>
            <a:endParaRPr lang="en-US" sz="2000" dirty="0" smtClean="0">
              <a:latin typeface="Helvetica" charset="0"/>
              <a:sym typeface="Helvetica" charset="0"/>
            </a:endParaRPr>
          </a:p>
          <a:p>
            <a:pPr marL="39688" indent="0" eaLnBrk="1" hangingPunct="1">
              <a:lnSpc>
                <a:spcPct val="120000"/>
              </a:lnSpc>
              <a:spcBef>
                <a:spcPts val="600"/>
              </a:spcBef>
              <a:spcAft>
                <a:spcPts val="600"/>
              </a:spcAft>
              <a:buFont typeface="Wingdings 2" charset="2"/>
              <a:buNone/>
            </a:pPr>
            <a:r>
              <a:rPr lang="en-US" sz="2000" dirty="0" smtClean="0">
                <a:latin typeface="Helvetica" charset="0"/>
                <a:ea typeface="Helvetica" charset="0"/>
                <a:cs typeface="Helvetica" charset="0"/>
                <a:sym typeface="Helvetica" charset="0"/>
              </a:rPr>
              <a:t>The Gala Ball is on tonight at the Regency Hotel. I want to wear the red Christian Dior gown in the closet, but it has a tear in the right armpit and badly needs dry cleaning. Could you please take it to a seamstress and then on to the dry cleaner?</a:t>
            </a:r>
            <a:endParaRPr lang="en-US" sz="2000" dirty="0" smtClean="0">
              <a:latin typeface="Helvetica" charset="0"/>
              <a:sym typeface="Helvetica" charset="0"/>
            </a:endParaRPr>
          </a:p>
          <a:p>
            <a:pPr marL="39688" indent="0" eaLnBrk="1" hangingPunct="1">
              <a:lnSpc>
                <a:spcPct val="120000"/>
              </a:lnSpc>
              <a:spcBef>
                <a:spcPts val="600"/>
              </a:spcBef>
              <a:spcAft>
                <a:spcPts val="600"/>
              </a:spcAft>
              <a:buFont typeface="Wingdings 2" charset="2"/>
              <a:buNone/>
            </a:pPr>
            <a:r>
              <a:rPr lang="en-US" sz="2000" dirty="0" smtClean="0">
                <a:latin typeface="Helvetica" charset="0"/>
                <a:ea typeface="Helvetica" charset="0"/>
                <a:cs typeface="Helvetica" charset="0"/>
                <a:sym typeface="Helvetica" charset="0"/>
              </a:rPr>
              <a:t>My makeup and hair lady comes at 4pm, and I want to leave by 6pm.</a:t>
            </a:r>
            <a:endParaRPr lang="en-US" sz="2000" dirty="0" smtClean="0">
              <a:latin typeface="Helvetica" charset="0"/>
              <a:sym typeface="Helvetica" charset="0"/>
            </a:endParaRPr>
          </a:p>
          <a:p>
            <a:pPr marL="39688" indent="0" eaLnBrk="1" hangingPunct="1">
              <a:lnSpc>
                <a:spcPct val="120000"/>
              </a:lnSpc>
              <a:spcBef>
                <a:spcPts val="600"/>
              </a:spcBef>
              <a:spcAft>
                <a:spcPts val="600"/>
              </a:spcAft>
              <a:buFont typeface="Wingdings 2" charset="2"/>
              <a:buNone/>
            </a:pPr>
            <a:r>
              <a:rPr lang="en-US" sz="2000" dirty="0" smtClean="0">
                <a:latin typeface="Helvetica" charset="0"/>
                <a:ea typeface="Helvetica" charset="0"/>
                <a:cs typeface="Helvetica" charset="0"/>
                <a:sym typeface="Helvetica" charset="0"/>
              </a:rPr>
              <a:t>Thank you,</a:t>
            </a:r>
            <a:endParaRPr lang="en-US" sz="2000" dirty="0" smtClean="0">
              <a:latin typeface="Helvetica" charset="0"/>
              <a:sym typeface="Helvetica" charset="0"/>
            </a:endParaRPr>
          </a:p>
          <a:p>
            <a:pPr marL="39688" indent="0" eaLnBrk="1" hangingPunct="1">
              <a:lnSpc>
                <a:spcPct val="120000"/>
              </a:lnSpc>
              <a:spcBef>
                <a:spcPts val="600"/>
              </a:spcBef>
              <a:spcAft>
                <a:spcPts val="600"/>
              </a:spcAft>
              <a:buFont typeface="Wingdings 2" charset="2"/>
              <a:buNone/>
            </a:pPr>
            <a:r>
              <a:rPr lang="en-US" sz="2000" dirty="0" smtClean="0">
                <a:latin typeface="Helvetica" charset="0"/>
                <a:ea typeface="Helvetica" charset="0"/>
                <a:cs typeface="Helvetica" charset="0"/>
                <a:sym typeface="Helvetica" charset="0"/>
              </a:rPr>
              <a:t>Mrs. White</a:t>
            </a:r>
            <a:endParaRPr lang="en-US" sz="2000" dirty="0" smtClean="0">
              <a:latin typeface="Helvetica" charset="0"/>
              <a:sym typeface="Helvetica" charset="0"/>
            </a:endParaRPr>
          </a:p>
        </p:txBody>
      </p:sp>
      <p:sp>
        <p:nvSpPr>
          <p:cNvPr id="38916"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E0D2B1E1-5009-4892-B4AA-EBA557290CFF}" type="slidenum">
              <a:rPr lang="en-US" sz="1000">
                <a:solidFill>
                  <a:srgbClr val="374150"/>
                </a:solidFill>
                <a:latin typeface="Helvetica" charset="0"/>
                <a:cs typeface="Arial" charset="0"/>
              </a:rPr>
              <a:pPr algn="r"/>
              <a:t>35</a:t>
            </a:fld>
            <a:endParaRPr lang="en-US" sz="1000">
              <a:solidFill>
                <a:srgbClr val="374150"/>
              </a:solidFill>
              <a:latin typeface="Helvetica" charset="0"/>
              <a:cs typeface="Arial" charset="0"/>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Grp="1" noChangeArrowheads="1"/>
          </p:cNvSpPr>
          <p:nvPr>
            <p:ph type="title"/>
          </p:nvPr>
        </p:nvSpPr>
        <p:spPr>
          <a:xfrm>
            <a:off x="611188" y="323850"/>
            <a:ext cx="7921625" cy="944563"/>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Comply with directions and or instructions within designated timelines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39939" name="Rectangle 5"/>
          <p:cNvSpPr>
            <a:spLocks noGrp="1" noChangeArrowheads="1"/>
          </p:cNvSpPr>
          <p:nvPr>
            <p:ph idx="1"/>
          </p:nvPr>
        </p:nvSpPr>
        <p:spPr>
          <a:xfrm>
            <a:off x="611188" y="1482725"/>
            <a:ext cx="7777162" cy="4610100"/>
          </a:xfrm>
        </p:spPr>
        <p:txBody>
          <a:bodyPr rIns="132080"/>
          <a:lstStyle/>
          <a:p>
            <a:pPr marL="39688" indent="0" eaLnBrk="1" hangingPunct="1">
              <a:lnSpc>
                <a:spcPct val="120000"/>
              </a:lnSpc>
              <a:spcBef>
                <a:spcPts val="600"/>
              </a:spcBef>
              <a:spcAft>
                <a:spcPts val="600"/>
              </a:spcAft>
              <a:buFont typeface="Wingdings 2" charset="2"/>
              <a:buNone/>
            </a:pPr>
            <a:r>
              <a:rPr lang="en-US" sz="2200" dirty="0" smtClean="0">
                <a:latin typeface="Helvetica" charset="0"/>
                <a:ea typeface="Helvetica" charset="0"/>
                <a:cs typeface="Helvetica" charset="0"/>
                <a:sym typeface="Helvetica" charset="0"/>
              </a:rPr>
              <a:t>Once you have determined and confirmed your assignment instruction, asked questions and determined all necessary information, the very next step is to complete your task by the due date. </a:t>
            </a:r>
            <a:endParaRPr lang="en-US" sz="2200" dirty="0" smtClean="0">
              <a:latin typeface="Helvetica" charset="0"/>
              <a:sym typeface="Helvetica" charset="0"/>
            </a:endParaRPr>
          </a:p>
        </p:txBody>
      </p:sp>
      <p:sp>
        <p:nvSpPr>
          <p:cNvPr id="39940"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695F6D78-4348-447D-928C-7C842D562722}" type="slidenum">
              <a:rPr lang="en-US" sz="1000">
                <a:solidFill>
                  <a:srgbClr val="374150"/>
                </a:solidFill>
                <a:latin typeface="Helvetica" charset="0"/>
                <a:cs typeface="Arial" charset="0"/>
              </a:rPr>
              <a:pPr algn="r"/>
              <a:t>36</a:t>
            </a:fld>
            <a:endParaRPr lang="en-US" sz="1000">
              <a:solidFill>
                <a:srgbClr val="374150"/>
              </a:solidFill>
              <a:latin typeface="Helvetica" charset="0"/>
              <a:cs typeface="Arial" charset="0"/>
            </a:endParaRPr>
          </a:p>
        </p:txBody>
      </p:sp>
      <p:pic>
        <p:nvPicPr>
          <p:cNvPr id="39941" name="Picture 7"/>
          <p:cNvPicPr>
            <a:picLocks noChangeArrowheads="1"/>
          </p:cNvPicPr>
          <p:nvPr/>
        </p:nvPicPr>
        <p:blipFill>
          <a:blip r:embed="rId3" cstate="print"/>
          <a:srcRect/>
          <a:stretch>
            <a:fillRect/>
          </a:stretch>
        </p:blipFill>
        <p:spPr bwMode="auto">
          <a:xfrm>
            <a:off x="2483768" y="3284984"/>
            <a:ext cx="3127375" cy="2070100"/>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Grp="1" noChangeArrowheads="1"/>
          </p:cNvSpPr>
          <p:nvPr>
            <p:ph type="title"/>
          </p:nvPr>
        </p:nvSpPr>
        <p:spPr>
          <a:xfrm>
            <a:off x="611188" y="323850"/>
            <a:ext cx="7848600" cy="1017588"/>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Comply with directions and or instructions within designated timelines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40963" name="Rectangle 5"/>
          <p:cNvSpPr>
            <a:spLocks noGrp="1" noChangeArrowheads="1"/>
          </p:cNvSpPr>
          <p:nvPr>
            <p:ph idx="1"/>
          </p:nvPr>
        </p:nvSpPr>
        <p:spPr>
          <a:xfrm>
            <a:off x="611188" y="1557338"/>
            <a:ext cx="7467600" cy="4824412"/>
          </a:xfrm>
        </p:spPr>
        <p:txBody>
          <a:bodyPr rIns="132080"/>
          <a:lstStyle/>
          <a:p>
            <a:pPr marL="360363" indent="-360363" eaLnBrk="1" hangingPunct="1">
              <a:spcBef>
                <a:spcPct val="0"/>
              </a:spcBef>
              <a:buFont typeface="Wingdings 2" charset="2"/>
              <a:buNone/>
            </a:pPr>
            <a:r>
              <a:rPr lang="en-US" sz="2200" smtClean="0">
                <a:latin typeface="Helvetica" charset="0"/>
                <a:ea typeface="Helvetica" charset="0"/>
                <a:cs typeface="Helvetica" charset="0"/>
                <a:sym typeface="Helvetica" charset="0"/>
              </a:rPr>
              <a:t>Time Management:</a:t>
            </a:r>
            <a:endParaRPr lang="en-US" sz="2200" smtClean="0">
              <a:latin typeface="Helvetica" charset="0"/>
              <a:sym typeface="Helvetica" charset="0"/>
            </a:endParaRPr>
          </a:p>
          <a:p>
            <a:pPr marL="360363" indent="-360363" eaLnBrk="1" hangingPunct="1">
              <a:spcBef>
                <a:spcPts val="1200"/>
              </a:spcBef>
            </a:pPr>
            <a:r>
              <a:rPr lang="en-US" sz="2200" smtClean="0">
                <a:latin typeface="Helvetica" charset="0"/>
                <a:ea typeface="Helvetica" charset="0"/>
                <a:cs typeface="Helvetica" charset="0"/>
                <a:sym typeface="Helvetica" charset="0"/>
              </a:rPr>
              <a:t>Is a technique used by many professionals around the world as a key to completing their tasks in a timely and organised fashion</a:t>
            </a:r>
            <a:endParaRPr lang="en-US" sz="2200" smtClean="0">
              <a:latin typeface="Helvetica" charset="0"/>
              <a:sym typeface="Helvetica" charset="0"/>
            </a:endParaRPr>
          </a:p>
        </p:txBody>
      </p:sp>
      <p:sp>
        <p:nvSpPr>
          <p:cNvPr id="40964"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78685E39-79E4-4236-8627-CFBECD0D37DC}" type="slidenum">
              <a:rPr lang="en-US" sz="1000">
                <a:solidFill>
                  <a:srgbClr val="374150"/>
                </a:solidFill>
                <a:latin typeface="Helvetica" charset="0"/>
                <a:cs typeface="Arial" charset="0"/>
              </a:rPr>
              <a:pPr algn="r"/>
              <a:t>37</a:t>
            </a:fld>
            <a:endParaRPr lang="en-US" sz="1000">
              <a:solidFill>
                <a:srgbClr val="374150"/>
              </a:solidFill>
              <a:latin typeface="Helvetica" charset="0"/>
              <a:cs typeface="Arial" charset="0"/>
            </a:endParaRPr>
          </a:p>
        </p:txBody>
      </p:sp>
      <p:pic>
        <p:nvPicPr>
          <p:cNvPr id="40965" name="Picture 7"/>
          <p:cNvPicPr>
            <a:picLocks noChangeArrowheads="1"/>
          </p:cNvPicPr>
          <p:nvPr/>
        </p:nvPicPr>
        <p:blipFill>
          <a:blip r:embed="rId3" cstate="print"/>
          <a:srcRect/>
          <a:stretch>
            <a:fillRect/>
          </a:stretch>
        </p:blipFill>
        <p:spPr bwMode="auto">
          <a:xfrm>
            <a:off x="2339752" y="3501008"/>
            <a:ext cx="2809875" cy="2108200"/>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Grp="1" noChangeArrowheads="1"/>
          </p:cNvSpPr>
          <p:nvPr>
            <p:ph type="title"/>
          </p:nvPr>
        </p:nvSpPr>
        <p:spPr>
          <a:xfrm>
            <a:off x="611188" y="323850"/>
            <a:ext cx="7848600" cy="1017588"/>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Comply with directions and or instructions within designated timelines</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41987" name="Rectangle 5"/>
          <p:cNvSpPr>
            <a:spLocks noGrp="1" noChangeArrowheads="1"/>
          </p:cNvSpPr>
          <p:nvPr>
            <p:ph idx="1"/>
          </p:nvPr>
        </p:nvSpPr>
        <p:spPr>
          <a:xfrm>
            <a:off x="611188" y="1557338"/>
            <a:ext cx="7467600" cy="4751387"/>
          </a:xfrm>
        </p:spPr>
        <p:txBody>
          <a:bodyPr rIns="132080"/>
          <a:lstStyle/>
          <a:p>
            <a:pPr marL="360363" indent="-360363" eaLnBrk="1" hangingPunct="1">
              <a:spcBef>
                <a:spcPct val="0"/>
              </a:spcBef>
              <a:buFont typeface="Wingdings 2" charset="2"/>
              <a:buNone/>
            </a:pPr>
            <a:r>
              <a:rPr lang="en-US" sz="2200" smtClean="0">
                <a:latin typeface="Helvetica" charset="0"/>
                <a:ea typeface="Helvetica" charset="0"/>
                <a:cs typeface="Helvetica" charset="0"/>
                <a:sym typeface="Helvetica" charset="0"/>
              </a:rPr>
              <a:t>Elements of Time Management:</a:t>
            </a:r>
            <a:endParaRPr lang="en-US" sz="2200" smtClean="0">
              <a:latin typeface="Helvetica" charset="0"/>
              <a:sym typeface="Helvetica" charset="0"/>
            </a:endParaRPr>
          </a:p>
          <a:p>
            <a:pPr marL="360363" indent="-360363" eaLnBrk="1" hangingPunct="1">
              <a:spcBef>
                <a:spcPts val="1200"/>
              </a:spcBef>
            </a:pPr>
            <a:r>
              <a:rPr lang="en-US" sz="2200" smtClean="0">
                <a:latin typeface="Helvetica" charset="0"/>
                <a:ea typeface="Helvetica" charset="0"/>
                <a:cs typeface="Helvetica" charset="0"/>
                <a:sym typeface="Helvetica" charset="0"/>
              </a:rPr>
              <a:t> Prioritisation </a:t>
            </a:r>
            <a:endParaRPr lang="en-US" sz="2200" smtClean="0">
              <a:latin typeface="Helvetica" charset="0"/>
              <a:sym typeface="Helvetica" charset="0"/>
            </a:endParaRPr>
          </a:p>
          <a:p>
            <a:pPr marL="360363" indent="-360363" eaLnBrk="1" hangingPunct="1">
              <a:spcBef>
                <a:spcPts val="1200"/>
              </a:spcBef>
            </a:pPr>
            <a:r>
              <a:rPr lang="en-US" sz="2200" smtClean="0">
                <a:latin typeface="Helvetica" charset="0"/>
                <a:ea typeface="Helvetica" charset="0"/>
                <a:cs typeface="Helvetica" charset="0"/>
                <a:sym typeface="Helvetica" charset="0"/>
              </a:rPr>
              <a:t> Scheduling</a:t>
            </a:r>
            <a:endParaRPr lang="en-US" sz="2200" smtClean="0">
              <a:latin typeface="Helvetica" charset="0"/>
              <a:sym typeface="Helvetica" charset="0"/>
            </a:endParaRPr>
          </a:p>
          <a:p>
            <a:pPr marL="360363" indent="-360363" eaLnBrk="1" hangingPunct="1">
              <a:spcBef>
                <a:spcPts val="1200"/>
              </a:spcBef>
            </a:pPr>
            <a:r>
              <a:rPr lang="en-US" sz="2200" smtClean="0">
                <a:latin typeface="Helvetica" charset="0"/>
                <a:ea typeface="Helvetica" charset="0"/>
                <a:cs typeface="Helvetica" charset="0"/>
                <a:sym typeface="Helvetica" charset="0"/>
              </a:rPr>
              <a:t> Concentration and Focus</a:t>
            </a:r>
            <a:endParaRPr lang="en-US" sz="2200" smtClean="0">
              <a:latin typeface="Helvetica" charset="0"/>
              <a:sym typeface="Helvetica" charset="0"/>
            </a:endParaRPr>
          </a:p>
          <a:p>
            <a:pPr marL="360363" indent="-360363" eaLnBrk="1" hangingPunct="1">
              <a:spcBef>
                <a:spcPts val="1200"/>
              </a:spcBef>
            </a:pPr>
            <a:r>
              <a:rPr lang="en-US" sz="2200" smtClean="0">
                <a:latin typeface="Helvetica" charset="0"/>
                <a:ea typeface="Helvetica" charset="0"/>
                <a:cs typeface="Helvetica" charset="0"/>
                <a:sym typeface="Helvetica" charset="0"/>
              </a:rPr>
              <a:t> Self Motivation</a:t>
            </a:r>
            <a:endParaRPr lang="en-US" sz="2200" smtClean="0">
              <a:latin typeface="Helvetica" charset="0"/>
              <a:sym typeface="Helvetica" charset="0"/>
            </a:endParaRPr>
          </a:p>
        </p:txBody>
      </p:sp>
      <p:sp>
        <p:nvSpPr>
          <p:cNvPr id="41988"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6CA95DF7-EB06-48AC-8DFD-CF356BEF930B}" type="slidenum">
              <a:rPr lang="en-US" sz="1000">
                <a:solidFill>
                  <a:srgbClr val="374150"/>
                </a:solidFill>
                <a:latin typeface="Helvetica" charset="0"/>
                <a:cs typeface="Arial" charset="0"/>
              </a:rPr>
              <a:pPr algn="r"/>
              <a:t>38</a:t>
            </a:fld>
            <a:endParaRPr lang="en-US" sz="1000">
              <a:solidFill>
                <a:srgbClr val="374150"/>
              </a:solidFill>
              <a:latin typeface="Helvetica" charset="0"/>
              <a:cs typeface="Arial" charset="0"/>
            </a:endParaRPr>
          </a:p>
        </p:txBody>
      </p:sp>
      <p:pic>
        <p:nvPicPr>
          <p:cNvPr id="5" name="Picture 4" descr="shutterstock_92731135.jpg"/>
          <p:cNvPicPr>
            <a:picLocks noChangeAspect="1"/>
          </p:cNvPicPr>
          <p:nvPr/>
        </p:nvPicPr>
        <p:blipFill>
          <a:blip r:embed="rId3" cstate="print"/>
          <a:stretch>
            <a:fillRect/>
          </a:stretch>
        </p:blipFill>
        <p:spPr>
          <a:xfrm>
            <a:off x="5076056" y="2348880"/>
            <a:ext cx="3048000" cy="2654808"/>
          </a:xfrm>
          <a:prstGeom prst="rect">
            <a:avLst/>
          </a:prstGeom>
        </p:spPr>
      </p:pic>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Grp="1" noChangeArrowheads="1"/>
          </p:cNvSpPr>
          <p:nvPr>
            <p:ph type="title"/>
          </p:nvPr>
        </p:nvSpPr>
        <p:spPr>
          <a:xfrm>
            <a:off x="611188" y="323850"/>
            <a:ext cx="7467600" cy="584200"/>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Obtain feedback</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43011" name="Rectangle 5"/>
          <p:cNvSpPr>
            <a:spLocks noGrp="1" noChangeArrowheads="1"/>
          </p:cNvSpPr>
          <p:nvPr>
            <p:ph idx="1"/>
          </p:nvPr>
        </p:nvSpPr>
        <p:spPr>
          <a:xfrm>
            <a:off x="611188" y="1196975"/>
            <a:ext cx="7848600" cy="5111750"/>
          </a:xfrm>
        </p:spPr>
        <p:txBody>
          <a:bodyPr rIns="132080"/>
          <a:lstStyle/>
          <a:p>
            <a:pPr marL="39688" indent="0" eaLnBrk="1" hangingPunct="1">
              <a:spcBef>
                <a:spcPct val="0"/>
              </a:spcBef>
              <a:buFont typeface="Wingdings 2" charset="2"/>
              <a:buNone/>
            </a:pPr>
            <a:r>
              <a:rPr lang="en-US" sz="2200" dirty="0" smtClean="0">
                <a:latin typeface="Helvetica" charset="0"/>
                <a:ea typeface="Helvetica" charset="0"/>
                <a:cs typeface="Helvetica" charset="0"/>
                <a:sym typeface="Helvetica" charset="0"/>
              </a:rPr>
              <a:t>Feedback is a response from people – professional, colleagues, management, peers etc. about how good you are at the job that you do. Sometimes it’s difficult to accept feedback. Praise is wonderful and everyone loves that, but often there is room for improvement, some unsatisfactory opinions, and occasionally, you can be told that your work is disappointing.  </a:t>
            </a:r>
            <a:endParaRPr lang="en-US" sz="2200" dirty="0" smtClean="0">
              <a:latin typeface="Helvetica" charset="0"/>
              <a:sym typeface="Helvetica" charset="0"/>
            </a:endParaRPr>
          </a:p>
        </p:txBody>
      </p:sp>
      <p:sp>
        <p:nvSpPr>
          <p:cNvPr id="43012" name="Rectangle 6"/>
          <p:cNvSpPr>
            <a:spLocks/>
          </p:cNvSpPr>
          <p:nvPr/>
        </p:nvSpPr>
        <p:spPr bwMode="auto">
          <a:xfrm>
            <a:off x="8153400" y="6646863"/>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A25C9FE6-F471-497B-AC3D-7B0B67D1C29E}" type="slidenum">
              <a:rPr lang="en-US" sz="1000">
                <a:solidFill>
                  <a:srgbClr val="374150"/>
                </a:solidFill>
                <a:latin typeface="Helvetica" charset="0"/>
                <a:cs typeface="Arial" charset="0"/>
              </a:rPr>
              <a:pPr algn="r"/>
              <a:t>39</a:t>
            </a:fld>
            <a:endParaRPr lang="en-US" sz="1000">
              <a:solidFill>
                <a:srgbClr val="374150"/>
              </a:solidFill>
              <a:latin typeface="Helvetica" charset="0"/>
              <a:cs typeface="Arial" charset="0"/>
            </a:endParaRPr>
          </a:p>
        </p:txBody>
      </p:sp>
      <p:pic>
        <p:nvPicPr>
          <p:cNvPr id="5" name="Picture 4" descr="feedback_form_excellent.jpg"/>
          <p:cNvPicPr>
            <a:picLocks noChangeAspect="1"/>
          </p:cNvPicPr>
          <p:nvPr/>
        </p:nvPicPr>
        <p:blipFill>
          <a:blip r:embed="rId3" cstate="print"/>
          <a:stretch>
            <a:fillRect/>
          </a:stretch>
        </p:blipFill>
        <p:spPr>
          <a:xfrm>
            <a:off x="3275856" y="3646443"/>
            <a:ext cx="2269697" cy="2278597"/>
          </a:xfrm>
          <a:prstGeom prst="rect">
            <a:avLst/>
          </a:prstGeom>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Grp="1" noChangeArrowheads="1"/>
          </p:cNvSpPr>
          <p:nvPr>
            <p:ph type="title"/>
          </p:nvPr>
        </p:nvSpPr>
        <p:spPr>
          <a:xfrm>
            <a:off x="611188" y="252413"/>
            <a:ext cx="7467600" cy="655637"/>
          </a:xfrm>
        </p:spPr>
        <p:txBody>
          <a:bodyPr rIns="40640"/>
          <a:lstStyle/>
          <a:p>
            <a:pPr eaLnBrk="1" hangingPunct="1"/>
            <a:r>
              <a:rPr lang="en-US" sz="3400" b="1" smtClean="0">
                <a:solidFill>
                  <a:srgbClr val="FF6600"/>
                </a:solidFill>
                <a:latin typeface="Helvetica" charset="0"/>
                <a:ea typeface="Helvetica" charset="0"/>
                <a:cs typeface="Helvetica" charset="0"/>
                <a:sym typeface="Helvetica" charset="0"/>
              </a:rPr>
              <a:t>Obtain feedback</a:t>
            </a:r>
            <a:endParaRPr lang="en-US" sz="3400" b="1" smtClean="0">
              <a:solidFill>
                <a:srgbClr val="FF6600"/>
              </a:solidFill>
              <a:latin typeface="Helvetica" charset="0"/>
              <a:ea typeface="ヒラギノ角ゴ ProN W6" charset="0"/>
              <a:cs typeface="ヒラギノ角ゴ ProN W6" charset="0"/>
              <a:sym typeface="Helvetica" charset="0"/>
            </a:endParaRPr>
          </a:p>
        </p:txBody>
      </p:sp>
      <p:sp>
        <p:nvSpPr>
          <p:cNvPr id="44035" name="Rectangle 5"/>
          <p:cNvSpPr>
            <a:spLocks noGrp="1" noChangeArrowheads="1"/>
          </p:cNvSpPr>
          <p:nvPr>
            <p:ph idx="1"/>
          </p:nvPr>
        </p:nvSpPr>
        <p:spPr>
          <a:xfrm>
            <a:off x="611188" y="1125538"/>
            <a:ext cx="7467600" cy="5183187"/>
          </a:xfrm>
        </p:spPr>
        <p:txBody>
          <a:bodyPr rIns="132080"/>
          <a:lstStyle/>
          <a:p>
            <a:pPr marL="360363" indent="-360363" eaLnBrk="1" hangingPunct="1">
              <a:spcBef>
                <a:spcPct val="0"/>
              </a:spcBef>
              <a:buFont typeface="Wingdings 2" charset="2"/>
              <a:buNone/>
            </a:pPr>
            <a:r>
              <a:rPr lang="en-US" sz="2200" smtClean="0">
                <a:latin typeface="Helvetica" charset="0"/>
                <a:ea typeface="Helvetica" charset="0"/>
                <a:cs typeface="Helvetica" charset="0"/>
                <a:sym typeface="Helvetica" charset="0"/>
              </a:rPr>
              <a:t>Formal Feedback includes:</a:t>
            </a:r>
            <a:endParaRPr lang="en-US" sz="2200" smtClean="0">
              <a:latin typeface="Helvetica" charset="0"/>
              <a:sym typeface="Helvetica" charset="0"/>
            </a:endParaRPr>
          </a:p>
          <a:p>
            <a:pPr marL="360363" indent="-360363" eaLnBrk="1" hangingPunct="1">
              <a:spcBef>
                <a:spcPts val="1200"/>
              </a:spcBef>
            </a:pPr>
            <a:r>
              <a:rPr lang="en-US" sz="2200" smtClean="0">
                <a:latin typeface="Helvetica" charset="0"/>
                <a:ea typeface="Helvetica" charset="0"/>
                <a:cs typeface="Helvetica" charset="0"/>
                <a:sym typeface="Helvetica" charset="0"/>
              </a:rPr>
              <a:t>360 degree assessment</a:t>
            </a:r>
            <a:endParaRPr lang="en-US" sz="2200" smtClean="0">
              <a:latin typeface="Helvetica" charset="0"/>
              <a:sym typeface="Helvetica" charset="0"/>
            </a:endParaRPr>
          </a:p>
          <a:p>
            <a:pPr marL="360363" indent="-360363" eaLnBrk="1" hangingPunct="1">
              <a:spcBef>
                <a:spcPts val="1200"/>
              </a:spcBef>
            </a:pPr>
            <a:r>
              <a:rPr lang="en-US" sz="2200" smtClean="0">
                <a:latin typeface="Helvetica" charset="0"/>
                <a:ea typeface="Helvetica" charset="0"/>
                <a:cs typeface="Helvetica" charset="0"/>
                <a:sym typeface="Helvetica" charset="0"/>
              </a:rPr>
              <a:t>Customer satisfaction surveys/forms</a:t>
            </a:r>
            <a:endParaRPr lang="en-US" sz="2200" smtClean="0">
              <a:latin typeface="Helvetica" charset="0"/>
              <a:sym typeface="Helvetica" charset="0"/>
            </a:endParaRPr>
          </a:p>
          <a:p>
            <a:pPr marL="360363" indent="-360363" eaLnBrk="1" hangingPunct="1">
              <a:spcBef>
                <a:spcPts val="1200"/>
              </a:spcBef>
            </a:pPr>
            <a:r>
              <a:rPr lang="en-US" sz="2200" smtClean="0">
                <a:latin typeface="Helvetica" charset="0"/>
                <a:ea typeface="Helvetica" charset="0"/>
                <a:cs typeface="Helvetica" charset="0"/>
                <a:sym typeface="Helvetica" charset="0"/>
              </a:rPr>
              <a:t>Team evaluations</a:t>
            </a:r>
            <a:endParaRPr lang="en-US" sz="2200" smtClean="0">
              <a:latin typeface="Helvetica" charset="0"/>
              <a:sym typeface="Helvetica" charset="0"/>
            </a:endParaRPr>
          </a:p>
          <a:p>
            <a:pPr marL="360363" indent="-360363" eaLnBrk="1" hangingPunct="1">
              <a:spcBef>
                <a:spcPts val="1200"/>
              </a:spcBef>
            </a:pPr>
            <a:r>
              <a:rPr lang="en-US" sz="2200" smtClean="0">
                <a:latin typeface="Helvetica" charset="0"/>
                <a:ea typeface="Helvetica" charset="0"/>
                <a:cs typeface="Helvetica" charset="0"/>
                <a:sym typeface="Helvetica" charset="0"/>
              </a:rPr>
              <a:t>Performance reviews/appraisals</a:t>
            </a:r>
            <a:endParaRPr lang="en-US" sz="2200" smtClean="0">
              <a:latin typeface="Helvetica" charset="0"/>
              <a:sym typeface="Helvetica" charset="0"/>
            </a:endParaRPr>
          </a:p>
          <a:p>
            <a:pPr marL="360363" indent="-360363" eaLnBrk="1" hangingPunct="1">
              <a:spcBef>
                <a:spcPts val="1200"/>
              </a:spcBef>
            </a:pPr>
            <a:r>
              <a:rPr lang="en-US" sz="2200" smtClean="0">
                <a:latin typeface="Helvetica" charset="0"/>
                <a:ea typeface="Helvetica" charset="0"/>
                <a:cs typeface="Helvetica" charset="0"/>
                <a:sym typeface="Helvetica" charset="0"/>
              </a:rPr>
              <a:t>Workplace assessment</a:t>
            </a:r>
            <a:endParaRPr lang="en-US" sz="2200" smtClean="0">
              <a:latin typeface="Helvetica" charset="0"/>
              <a:sym typeface="Helvetica" charset="0"/>
            </a:endParaRPr>
          </a:p>
        </p:txBody>
      </p:sp>
      <p:sp>
        <p:nvSpPr>
          <p:cNvPr id="44036"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B6187FBA-E0DC-439B-8DA1-8137847FD73B}" type="slidenum">
              <a:rPr lang="en-US" sz="1000">
                <a:solidFill>
                  <a:srgbClr val="374150"/>
                </a:solidFill>
                <a:latin typeface="Helvetica" charset="0"/>
                <a:cs typeface="Arial" charset="0"/>
              </a:rPr>
              <a:pPr algn="r"/>
              <a:t>40</a:t>
            </a:fld>
            <a:endParaRPr lang="en-US" sz="1000">
              <a:solidFill>
                <a:srgbClr val="374150"/>
              </a:solidFill>
              <a:latin typeface="Helvetica" charset="0"/>
              <a:cs typeface="Arial" charset="0"/>
            </a:endParaRPr>
          </a:p>
        </p:txBody>
      </p:sp>
      <p:pic>
        <p:nvPicPr>
          <p:cNvPr id="44037" name="Picture 7"/>
          <p:cNvPicPr>
            <a:picLocks noChangeArrowheads="1"/>
          </p:cNvPicPr>
          <p:nvPr/>
        </p:nvPicPr>
        <p:blipFill>
          <a:blip r:embed="rId3" cstate="print"/>
          <a:srcRect/>
          <a:stretch>
            <a:fillRect/>
          </a:stretch>
        </p:blipFill>
        <p:spPr bwMode="auto">
          <a:xfrm>
            <a:off x="6084888" y="2420938"/>
            <a:ext cx="2232025" cy="2578100"/>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Grp="1" noChangeArrowheads="1"/>
          </p:cNvSpPr>
          <p:nvPr>
            <p:ph type="title"/>
          </p:nvPr>
        </p:nvSpPr>
        <p:spPr>
          <a:xfrm>
            <a:off x="611188" y="323850"/>
            <a:ext cx="7467600" cy="728663"/>
          </a:xfrm>
        </p:spPr>
        <p:txBody>
          <a:bodyPr rIns="40640"/>
          <a:lstStyle/>
          <a:p>
            <a:pPr eaLnBrk="1" hangingPunct="1"/>
            <a:r>
              <a:rPr lang="en-US" sz="3200" b="1" smtClean="0">
                <a:solidFill>
                  <a:srgbClr val="FF6600"/>
                </a:solidFill>
                <a:latin typeface="Helvetica" charset="0"/>
                <a:ea typeface="Helvetica" charset="0"/>
                <a:cs typeface="Helvetica" charset="0"/>
                <a:sym typeface="Helvetica" charset="0"/>
              </a:rPr>
              <a:t>Obtain feedback</a:t>
            </a:r>
            <a:endParaRPr lang="en-US" sz="3200" b="1" smtClean="0">
              <a:solidFill>
                <a:srgbClr val="FF6600"/>
              </a:solidFill>
              <a:latin typeface="Helvetica" charset="0"/>
              <a:ea typeface="ヒラギノ角ゴ ProN W6" charset="0"/>
              <a:cs typeface="ヒラギノ角ゴ ProN W6" charset="0"/>
              <a:sym typeface="Helvetica" charset="0"/>
            </a:endParaRPr>
          </a:p>
        </p:txBody>
      </p:sp>
      <p:sp>
        <p:nvSpPr>
          <p:cNvPr id="45059" name="Rectangle 5"/>
          <p:cNvSpPr>
            <a:spLocks noGrp="1" noChangeArrowheads="1"/>
          </p:cNvSpPr>
          <p:nvPr>
            <p:ph idx="1"/>
          </p:nvPr>
        </p:nvSpPr>
        <p:spPr>
          <a:xfrm>
            <a:off x="611188" y="1196975"/>
            <a:ext cx="7467600" cy="4752975"/>
          </a:xfrm>
        </p:spPr>
        <p:txBody>
          <a:bodyPr rIns="132080"/>
          <a:lstStyle/>
          <a:p>
            <a:pPr marL="360363" indent="-360363" eaLnBrk="1" hangingPunct="1">
              <a:spcBef>
                <a:spcPct val="0"/>
              </a:spcBef>
              <a:buFont typeface="Wingdings 2" charset="2"/>
              <a:buNone/>
            </a:pPr>
            <a:r>
              <a:rPr lang="en-AU" sz="2200" dirty="0" smtClean="0">
                <a:latin typeface="Helvetica" charset="0"/>
                <a:ea typeface="Helvetica" charset="0"/>
                <a:cs typeface="Helvetica" charset="0"/>
                <a:sym typeface="Helvetica" charset="0"/>
              </a:rPr>
              <a:t>Informal Feedback includes:</a:t>
            </a:r>
            <a:endParaRPr lang="en-AU" sz="2200" dirty="0" smtClean="0">
              <a:latin typeface="Helvetica" charset="0"/>
              <a:sym typeface="Helvetica" charset="0"/>
            </a:endParaRPr>
          </a:p>
          <a:p>
            <a:pPr marL="360363" indent="-360363" eaLnBrk="1" hangingPunct="1">
              <a:spcBef>
                <a:spcPts val="1200"/>
              </a:spcBef>
            </a:pPr>
            <a:r>
              <a:rPr lang="en-AU" sz="2200" dirty="0" smtClean="0">
                <a:latin typeface="Helvetica" charset="0"/>
                <a:ea typeface="Helvetica" charset="0"/>
                <a:cs typeface="Helvetica" charset="0"/>
                <a:sym typeface="Helvetica" charset="0"/>
              </a:rPr>
              <a:t>Critical incident reviews </a:t>
            </a:r>
            <a:endParaRPr lang="en-AU" sz="2200" dirty="0" smtClean="0">
              <a:latin typeface="Helvetica" charset="0"/>
              <a:sym typeface="Helvetica" charset="0"/>
            </a:endParaRPr>
          </a:p>
          <a:p>
            <a:pPr marL="360363" indent="-360363" eaLnBrk="1" hangingPunct="1">
              <a:spcBef>
                <a:spcPts val="1200"/>
              </a:spcBef>
            </a:pPr>
            <a:r>
              <a:rPr lang="en-AU" sz="2200" dirty="0" smtClean="0">
                <a:latin typeface="Helvetica" charset="0"/>
                <a:ea typeface="Helvetica" charset="0"/>
                <a:cs typeface="Helvetica" charset="0"/>
                <a:sym typeface="Helvetica" charset="0"/>
              </a:rPr>
              <a:t>Impromptu questioning of customers to obtain view of products and/or service provided</a:t>
            </a:r>
            <a:endParaRPr lang="en-AU" sz="2200" dirty="0" smtClean="0">
              <a:latin typeface="Helvetica" charset="0"/>
              <a:sym typeface="Helvetica" charset="0"/>
            </a:endParaRPr>
          </a:p>
          <a:p>
            <a:pPr marL="360363" indent="-360363" eaLnBrk="1" hangingPunct="1">
              <a:spcBef>
                <a:spcPts val="1200"/>
              </a:spcBef>
            </a:pPr>
            <a:r>
              <a:rPr lang="en-AU" sz="2200" dirty="0" smtClean="0">
                <a:latin typeface="Helvetica" charset="0"/>
                <a:ea typeface="Helvetica" charset="0"/>
                <a:cs typeface="Helvetica" charset="0"/>
                <a:sym typeface="Helvetica" charset="0"/>
              </a:rPr>
              <a:t>Chance discussions with customers</a:t>
            </a:r>
            <a:endParaRPr lang="en-AU" sz="2200" dirty="0" smtClean="0">
              <a:latin typeface="Helvetica" charset="0"/>
              <a:sym typeface="Helvetica" charset="0"/>
            </a:endParaRPr>
          </a:p>
          <a:p>
            <a:pPr marL="360363" indent="-360363" eaLnBrk="1" hangingPunct="1">
              <a:spcBef>
                <a:spcPts val="1200"/>
              </a:spcBef>
            </a:pPr>
            <a:r>
              <a:rPr lang="en-AU" sz="2200" dirty="0" smtClean="0">
                <a:latin typeface="Helvetica" charset="0"/>
                <a:ea typeface="Helvetica" charset="0"/>
                <a:cs typeface="Helvetica" charset="0"/>
                <a:sym typeface="Helvetica" charset="0"/>
              </a:rPr>
              <a:t>Coaching and mentoring</a:t>
            </a:r>
            <a:endParaRPr lang="en-AU" sz="2200" dirty="0" smtClean="0">
              <a:latin typeface="Helvetica" charset="0"/>
              <a:sym typeface="Helvetica" charset="0"/>
            </a:endParaRPr>
          </a:p>
          <a:p>
            <a:pPr marL="360363" indent="-360363" eaLnBrk="1" hangingPunct="1">
              <a:spcBef>
                <a:spcPts val="1200"/>
              </a:spcBef>
            </a:pPr>
            <a:r>
              <a:rPr lang="en-AU" sz="2200" dirty="0" smtClean="0">
                <a:latin typeface="Helvetica" charset="0"/>
                <a:ea typeface="Helvetica" charset="0"/>
                <a:cs typeface="Helvetica" charset="0"/>
                <a:sym typeface="Helvetica" charset="0"/>
              </a:rPr>
              <a:t>Seeking the opinions of others</a:t>
            </a:r>
            <a:endParaRPr lang="en-AU" sz="2200" dirty="0" smtClean="0">
              <a:latin typeface="Helvetica" charset="0"/>
              <a:sym typeface="Helvetica" charset="0"/>
            </a:endParaRPr>
          </a:p>
          <a:p>
            <a:pPr marL="360363" indent="-360363" eaLnBrk="1" hangingPunct="1">
              <a:spcBef>
                <a:spcPts val="1200"/>
              </a:spcBef>
            </a:pPr>
            <a:r>
              <a:rPr lang="en-AU" sz="2200" dirty="0" smtClean="0">
                <a:latin typeface="Helvetica" charset="0"/>
                <a:ea typeface="Helvetica" charset="0"/>
                <a:cs typeface="Helvetica" charset="0"/>
                <a:sym typeface="Helvetica" charset="0"/>
              </a:rPr>
              <a:t>Comments from supervisors, colleagues or clients</a:t>
            </a:r>
            <a:endParaRPr lang="en-AU" sz="2200" dirty="0" smtClean="0">
              <a:latin typeface="Helvetica" charset="0"/>
              <a:sym typeface="Helvetica" charset="0"/>
            </a:endParaRPr>
          </a:p>
          <a:p>
            <a:pPr marL="360363" indent="-360363" eaLnBrk="1" hangingPunct="1">
              <a:spcBef>
                <a:spcPts val="1200"/>
              </a:spcBef>
            </a:pPr>
            <a:r>
              <a:rPr lang="en-AU" sz="2200" dirty="0" smtClean="0">
                <a:latin typeface="Helvetica" charset="0"/>
                <a:ea typeface="Helvetica" charset="0"/>
                <a:cs typeface="Helvetica" charset="0"/>
                <a:sym typeface="Helvetica" charset="0"/>
              </a:rPr>
              <a:t>Personal, reflective behaviour strategies</a:t>
            </a:r>
            <a:endParaRPr lang="en-AU" sz="2200" dirty="0" smtClean="0">
              <a:latin typeface="Helvetica" charset="0"/>
              <a:sym typeface="Helvetica" charset="0"/>
            </a:endParaRPr>
          </a:p>
        </p:txBody>
      </p:sp>
      <p:sp>
        <p:nvSpPr>
          <p:cNvPr id="45060" name="Rectangle 6"/>
          <p:cNvSpPr>
            <a:spLocks/>
          </p:cNvSpPr>
          <p:nvPr/>
        </p:nvSpPr>
        <p:spPr bwMode="auto">
          <a:xfrm>
            <a:off x="8153400" y="6673850"/>
            <a:ext cx="774700" cy="139700"/>
          </a:xfrm>
          <a:prstGeom prst="rect">
            <a:avLst/>
          </a:prstGeom>
          <a:noFill/>
          <a:ln w="12700">
            <a:noFill/>
            <a:miter lim="800000"/>
            <a:headEnd/>
            <a:tailEnd/>
          </a:ln>
        </p:spPr>
        <p:txBody>
          <a:bodyPr lIns="0" tIns="0" rIns="0" bIns="0" anchor="b"/>
          <a:lstStyle/>
          <a:p>
            <a:pPr algn="r"/>
            <a:r>
              <a:rPr lang="en-US" sz="1000">
                <a:solidFill>
                  <a:srgbClr val="374150"/>
                </a:solidFill>
                <a:cs typeface="Arial" charset="0"/>
              </a:rPr>
              <a:t> </a:t>
            </a:r>
            <a:r>
              <a:rPr lang="en-US" sz="1000">
                <a:solidFill>
                  <a:srgbClr val="374150"/>
                </a:solidFill>
                <a:latin typeface="Helvetica" charset="0"/>
                <a:cs typeface="Arial" charset="0"/>
              </a:rPr>
              <a:t>Slide </a:t>
            </a:r>
            <a:fld id="{7293E8DA-CCDA-4F40-B296-FDB3E5344923}" type="slidenum">
              <a:rPr lang="en-US" sz="1000">
                <a:solidFill>
                  <a:srgbClr val="374150"/>
                </a:solidFill>
                <a:latin typeface="Helvetica" charset="0"/>
                <a:cs typeface="Arial" charset="0"/>
              </a:rPr>
              <a:pPr algn="r"/>
              <a:t>41</a:t>
            </a:fld>
            <a:endParaRPr lang="en-US" sz="1000">
              <a:solidFill>
                <a:srgbClr val="374150"/>
              </a:solidFill>
              <a:latin typeface="Helvetica" charset="0"/>
              <a:cs typeface="Arial" charset="0"/>
            </a:endParaRPr>
          </a:p>
        </p:txBody>
      </p:sp>
      <p:pic>
        <p:nvPicPr>
          <p:cNvPr id="45061" name="Picture 7"/>
          <p:cNvPicPr>
            <a:picLocks noChangeArrowheads="1"/>
          </p:cNvPicPr>
          <p:nvPr/>
        </p:nvPicPr>
        <p:blipFill>
          <a:blip r:embed="rId3" cstate="print"/>
          <a:srcRect/>
          <a:stretch>
            <a:fillRect/>
          </a:stretch>
        </p:blipFill>
        <p:spPr bwMode="auto">
          <a:xfrm rot="857647">
            <a:off x="5004938" y="825042"/>
            <a:ext cx="2942269" cy="959443"/>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3_PPT_Food_&amp;_Bev_template_250612">
  <a:themeElements>
    <a:clrScheme name="">
      <a:dk1>
        <a:srgbClr val="000000"/>
      </a:dk1>
      <a:lt1>
        <a:srgbClr val="FFFFFF"/>
      </a:lt1>
      <a:dk2>
        <a:srgbClr val="000000"/>
      </a:dk2>
      <a:lt2>
        <a:srgbClr val="808080"/>
      </a:lt2>
      <a:accent1>
        <a:srgbClr val="FFFFFF"/>
      </a:accent1>
      <a:accent2>
        <a:srgbClr val="333399"/>
      </a:accent2>
      <a:accent3>
        <a:srgbClr val="FFFFFF"/>
      </a:accent3>
      <a:accent4>
        <a:srgbClr val="000000"/>
      </a:accent4>
      <a:accent5>
        <a:srgbClr val="FFFFFF"/>
      </a:accent5>
      <a:accent6>
        <a:srgbClr val="2D2D8A"/>
      </a:accent6>
      <a:hlink>
        <a:srgbClr val="009999"/>
      </a:hlink>
      <a:folHlink>
        <a:srgbClr val="99CC00"/>
      </a:folHlink>
    </a:clrScheme>
    <a:fontScheme name="PPT_Food_&amp;_Bev_template_250612">
      <a:majorFont>
        <a:latin typeface="Lucida Grande"/>
        <a:ea typeface="ヒラギノ角ゴ ProN W3"/>
        <a:cs typeface="ヒラギノ角ゴ ProN W3"/>
      </a:majorFont>
      <a:minorFont>
        <a:latin typeface="Arial"/>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rgbClr val="000000"/>
            </a:solidFill>
            <a:effectLst/>
            <a:latin typeface="Arial" charset="0"/>
            <a:ea typeface="ヒラギノ角ゴ ProN W3" charset="0"/>
            <a:cs typeface="ヒラギノ角ゴ ProN W3" charset="0"/>
            <a:sym typeface="Arial" charset="0"/>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rgbClr val="000000"/>
            </a:solidFill>
            <a:effectLst/>
            <a:latin typeface="Arial" charset="0"/>
            <a:ea typeface="ヒラギノ角ゴ ProN W3" charset="0"/>
            <a:cs typeface="ヒラギノ角ゴ ProN W3" charset="0"/>
            <a:sym typeface="Arial" charset="0"/>
          </a:defRPr>
        </a:defPPr>
      </a:lstStyle>
    </a:lnDef>
  </a:objectDefaults>
  <a:extraClrSchemeLst>
    <a:extraClrScheme>
      <a:clrScheme name="PPT_Food_&amp;_Bev_template_25061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4_PPT_Food_&amp;_Bev_template_250612">
  <a:themeElements>
    <a:clrScheme name="">
      <a:dk1>
        <a:srgbClr val="000000"/>
      </a:dk1>
      <a:lt1>
        <a:srgbClr val="FFFFFF"/>
      </a:lt1>
      <a:dk2>
        <a:srgbClr val="000000"/>
      </a:dk2>
      <a:lt2>
        <a:srgbClr val="000000"/>
      </a:lt2>
      <a:accent1>
        <a:srgbClr val="FFFFFF"/>
      </a:accent1>
      <a:accent2>
        <a:srgbClr val="333399"/>
      </a:accent2>
      <a:accent3>
        <a:srgbClr val="FFFFFF"/>
      </a:accent3>
      <a:accent4>
        <a:srgbClr val="000000"/>
      </a:accent4>
      <a:accent5>
        <a:srgbClr val="FFFFFF"/>
      </a:accent5>
      <a:accent6>
        <a:srgbClr val="2D2D8A"/>
      </a:accent6>
      <a:hlink>
        <a:srgbClr val="009999"/>
      </a:hlink>
      <a:folHlink>
        <a:srgbClr val="99CC00"/>
      </a:folHlink>
    </a:clrScheme>
    <a:fontScheme name="PPT_Food_&amp;_Bev_template_250612">
      <a:majorFont>
        <a:latin typeface="Lucida Grande"/>
        <a:ea typeface="ヒラギノ角ゴ ProN W3"/>
        <a:cs typeface="ヒラギノ角ゴ ProN W3"/>
      </a:majorFont>
      <a:minorFont>
        <a:latin typeface="Arial"/>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rgbClr val="000000"/>
            </a:solidFill>
            <a:effectLst/>
            <a:latin typeface="Arial" charset="0"/>
            <a:ea typeface="ヒラギノ角ゴ ProN W3" charset="0"/>
            <a:cs typeface="ヒラギノ角ゴ ProN W3" charset="0"/>
            <a:sym typeface="Arial" charset="0"/>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rgbClr val="000000"/>
            </a:solidFill>
            <a:effectLst/>
            <a:latin typeface="Arial" charset="0"/>
            <a:ea typeface="ヒラギノ角ゴ ProN W3" charset="0"/>
            <a:cs typeface="ヒラギノ角ゴ ProN W3" charset="0"/>
            <a:sym typeface="Arial" charset="0"/>
          </a:defRPr>
        </a:defPPr>
      </a:lstStyle>
    </a:lnDef>
  </a:objectDefaults>
  <a:extraClrSchemeLst>
    <a:extraClrScheme>
      <a:clrScheme name="PPT_Food_&amp;_Bev_template_25061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5_PPT_Food_&amp;_Bev_template_250612">
  <a:themeElements>
    <a:clrScheme name="">
      <a:dk1>
        <a:srgbClr val="000000"/>
      </a:dk1>
      <a:lt1>
        <a:srgbClr val="FFFFFF"/>
      </a:lt1>
      <a:dk2>
        <a:srgbClr val="000000"/>
      </a:dk2>
      <a:lt2>
        <a:srgbClr val="808080"/>
      </a:lt2>
      <a:accent1>
        <a:srgbClr val="FFFFFF"/>
      </a:accent1>
      <a:accent2>
        <a:srgbClr val="333399"/>
      </a:accent2>
      <a:accent3>
        <a:srgbClr val="FFFFFF"/>
      </a:accent3>
      <a:accent4>
        <a:srgbClr val="000000"/>
      </a:accent4>
      <a:accent5>
        <a:srgbClr val="FFFFFF"/>
      </a:accent5>
      <a:accent6>
        <a:srgbClr val="2D2D8A"/>
      </a:accent6>
      <a:hlink>
        <a:srgbClr val="009999"/>
      </a:hlink>
      <a:folHlink>
        <a:srgbClr val="99CC00"/>
      </a:folHlink>
    </a:clrScheme>
    <a:fontScheme name="PPT_Food_&amp;_Bev_template_250612">
      <a:majorFont>
        <a:latin typeface="Lucida Grande"/>
        <a:ea typeface="ヒラギノ角ゴ ProN W3"/>
        <a:cs typeface="ヒラギノ角ゴ ProN W3"/>
      </a:majorFont>
      <a:minorFont>
        <a:latin typeface="Arial"/>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rgbClr val="000000"/>
            </a:solidFill>
            <a:effectLst/>
            <a:latin typeface="Arial" charset="0"/>
            <a:ea typeface="ヒラギノ角ゴ ProN W3" charset="0"/>
            <a:cs typeface="ヒラギノ角ゴ ProN W3" charset="0"/>
            <a:sym typeface="Arial" charset="0"/>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rgbClr val="000000"/>
            </a:solidFill>
            <a:effectLst/>
            <a:latin typeface="Arial" charset="0"/>
            <a:ea typeface="ヒラギノ角ゴ ProN W3" charset="0"/>
            <a:cs typeface="ヒラギノ角ゴ ProN W3" charset="0"/>
            <a:sym typeface="Arial" charset="0"/>
          </a:defRPr>
        </a:defPPr>
      </a:lstStyle>
    </a:lnDef>
  </a:objectDefaults>
  <a:extraClrSchemeLst>
    <a:extraClrScheme>
      <a:clrScheme name="PPT_Food_&amp;_Bev_template_25061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606</TotalTime>
  <Pages>0</Pages>
  <Words>3546</Words>
  <Characters>0</Characters>
  <Application>Microsoft Office PowerPoint</Application>
  <PresentationFormat>On-screen Show (4:3)</PresentationFormat>
  <Lines>0</Lines>
  <Paragraphs>490</Paragraphs>
  <Slides>41</Slides>
  <Notes>41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41</vt:i4>
      </vt:variant>
    </vt:vector>
  </HeadingPairs>
  <TitlesOfParts>
    <vt:vector size="51" baseType="lpstr">
      <vt:lpstr>Arial</vt:lpstr>
      <vt:lpstr>Arial Bold</vt:lpstr>
      <vt:lpstr>Helvetica</vt:lpstr>
      <vt:lpstr>Lucida Grande</vt:lpstr>
      <vt:lpstr>Wingdings 2</vt:lpstr>
      <vt:lpstr>ヒラギノ角ゴ ProN W3</vt:lpstr>
      <vt:lpstr>ヒラギノ角ゴ ProN W6</vt:lpstr>
      <vt:lpstr>3_PPT_Food_&amp;_Bev_template_250612</vt:lpstr>
      <vt:lpstr>4_PPT_Food_&amp;_Bev_template_250612</vt:lpstr>
      <vt:lpstr>5_PPT_Food_&amp;_Bev_template_250612</vt:lpstr>
      <vt:lpstr>READ AND INTERPRET BASIC INSTRUCTIONS, DIRECTIONS AND/OR DIAGRAMS</vt:lpstr>
      <vt:lpstr>Read and interpret basic instructions, directions and/or diagrams</vt:lpstr>
      <vt:lpstr>Assessment</vt:lpstr>
      <vt:lpstr>Prepare for work</vt:lpstr>
      <vt:lpstr>Read and interpret job specifications</vt:lpstr>
      <vt:lpstr>Read and interpret job specifications</vt:lpstr>
      <vt:lpstr>Read and interpret job specifications</vt:lpstr>
      <vt:lpstr>Read and interpret procedures</vt:lpstr>
      <vt:lpstr>Read and interpret procedures</vt:lpstr>
      <vt:lpstr>Read and interpret procedures</vt:lpstr>
      <vt:lpstr>Read and interpret basic instructions, directions and/or diagrams</vt:lpstr>
      <vt:lpstr>Read and interpret basic instructions, directions and/or diagrams</vt:lpstr>
      <vt:lpstr>Read and interpret basic instructions, directions and/or diagrams</vt:lpstr>
      <vt:lpstr>Read and interpret work instructions</vt:lpstr>
      <vt:lpstr>Read and interpret work instructions </vt:lpstr>
      <vt:lpstr>Read and interpret work instructions</vt:lpstr>
      <vt:lpstr>Read and interpret information about routine tasks, processes or events</vt:lpstr>
      <vt:lpstr>Identify relevant sources of information</vt:lpstr>
      <vt:lpstr>Identify relevant sources of information</vt:lpstr>
      <vt:lpstr>Identify relevant sources of information</vt:lpstr>
      <vt:lpstr>Identify the purpose of instructions, directions and/or diagrams</vt:lpstr>
      <vt:lpstr>Identify the purpose of instructions, directions and/or diagrams</vt:lpstr>
      <vt:lpstr>Identify the purpose of instructions, directions and/or diagrams</vt:lpstr>
      <vt:lpstr>Ask questions from appropriate people</vt:lpstr>
      <vt:lpstr>Ask questions from appropriate people</vt:lpstr>
      <vt:lpstr>Ask questions from appropriate people</vt:lpstr>
      <vt:lpstr>Read and interpret relevant details</vt:lpstr>
      <vt:lpstr>Read and interpret relevant details</vt:lpstr>
      <vt:lpstr>Read and interpret relevant details</vt:lpstr>
      <vt:lpstr>Receive and respond to basic instructions and directions</vt:lpstr>
      <vt:lpstr>Receive, clarify and assess requirements of instructions and/or directions</vt:lpstr>
      <vt:lpstr>Receive, clarify and assess requirements of instructions and/or directions</vt:lpstr>
      <vt:lpstr>Receive, clarify and assess requirements of instructions and/or directions</vt:lpstr>
      <vt:lpstr>Question and confirm assignment instructions and/or directions</vt:lpstr>
      <vt:lpstr>Question and confirm assignment instructions and/or directions</vt:lpstr>
      <vt:lpstr>Comply with directions and or instructions within designated timelines</vt:lpstr>
      <vt:lpstr>Comply with directions and or instructions within designated timelines</vt:lpstr>
      <vt:lpstr>Comply with directions and or instructions within designated timelines</vt:lpstr>
      <vt:lpstr>Obtain feedback</vt:lpstr>
      <vt:lpstr>Obtain feedback</vt:lpstr>
      <vt:lpstr>Obtain feedback</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Administrator</dc:creator>
  <cp:lastModifiedBy>Carla Angelica Co</cp:lastModifiedBy>
  <cp:revision>60</cp:revision>
  <dcterms:modified xsi:type="dcterms:W3CDTF">2015-04-07T07:05:24Z</dcterms:modified>
</cp:coreProperties>
</file>