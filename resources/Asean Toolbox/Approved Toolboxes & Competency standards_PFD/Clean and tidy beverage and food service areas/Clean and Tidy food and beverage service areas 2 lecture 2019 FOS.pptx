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4" r:id="rId18"/>
    <p:sldId id="272" r:id="rId19"/>
    <p:sldId id="273" r:id="rId20"/>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81" d="100"/>
          <a:sy n="81" d="100"/>
        </p:scale>
        <p:origin x="-1056" y="-84"/>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0" name="Right Triangle 9"/>
          <p:cNvSpPr/>
          <p:nvPr/>
        </p:nvSpPr>
        <p:spPr>
          <a:xfrm>
            <a:off x="-2" y="4664147"/>
            <a:ext cx="9151089" cy="0"/>
          </a:xfrm>
          <a:prstGeom prst="rtTriangle">
            <a:avLst/>
          </a:prstGeom>
          <a:gradFill flip="none" rotWithShape="1">
            <a:gsLst>
              <a:gs pos="0">
                <a:schemeClr val="accent1">
                  <a:shade val="35000"/>
                  <a:satMod val="170000"/>
                  <a:alpha val="100000"/>
                </a:schemeClr>
              </a:gs>
              <a:gs pos="55000">
                <a:schemeClr val="accent1">
                  <a:tint val="90000"/>
                  <a:satMod val="150000"/>
                  <a:alpha val="100000"/>
                </a:schemeClr>
              </a:gs>
              <a:gs pos="100000">
                <a:schemeClr val="accent1">
                  <a:shade val="35000"/>
                  <a:satMod val="170000"/>
                  <a:alpha val="100000"/>
                </a:schemeClr>
              </a:gs>
            </a:gsLst>
            <a:lin ang="3000000" scaled="1"/>
            <a:tileRect/>
          </a:gradFill>
          <a:ln w="127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9" name="Title 8"/>
          <p:cNvSpPr>
            <a:spLocks noGrp="1"/>
          </p:cNvSpPr>
          <p:nvPr>
            <p:ph type="ctrTitle"/>
          </p:nvPr>
        </p:nvSpPr>
        <p:spPr>
          <a:xfrm>
            <a:off x="685800" y="1752601"/>
            <a:ext cx="7772400" cy="1829761"/>
          </a:xfrm>
        </p:spPr>
        <p:txBody>
          <a:bodyPr vert="horz" anchor="b">
            <a:normAutofit/>
            <a:scene3d>
              <a:camera prst="orthographicFront"/>
              <a:lightRig rig="soft" dir="t"/>
            </a:scene3d>
            <a:sp3d prstMaterial="softEdge">
              <a:bevelT w="25400" h="25400"/>
            </a:sp3d>
          </a:bodyPr>
          <a:lstStyle>
            <a:lvl1pPr algn="r">
              <a:defRPr sz="4800" b="1">
                <a:solidFill>
                  <a:schemeClr val="tx2"/>
                </a:solidFill>
                <a:effectLst>
                  <a:outerShdw blurRad="31750" dist="25400" dir="5400000" algn="tl" rotWithShape="0">
                    <a:srgbClr val="000000">
                      <a:alpha val="25000"/>
                    </a:srgbClr>
                  </a:outerShdw>
                </a:effectLst>
              </a:defRPr>
            </a:lvl1pPr>
            <a:extLst/>
          </a:lstStyle>
          <a:p>
            <a:r>
              <a:rPr kumimoji="0" lang="en-US" smtClean="0"/>
              <a:t>Click to edit Master title style</a:t>
            </a:r>
            <a:endParaRPr kumimoji="0" lang="en-US"/>
          </a:p>
        </p:txBody>
      </p:sp>
      <p:sp>
        <p:nvSpPr>
          <p:cNvPr id="17" name="Subtitle 16"/>
          <p:cNvSpPr>
            <a:spLocks noGrp="1"/>
          </p:cNvSpPr>
          <p:nvPr>
            <p:ph type="subTitle" idx="1"/>
          </p:nvPr>
        </p:nvSpPr>
        <p:spPr>
          <a:xfrm>
            <a:off x="685800" y="3611607"/>
            <a:ext cx="7772400" cy="1199704"/>
          </a:xfrm>
        </p:spPr>
        <p:txBody>
          <a:bodyPr lIns="45720" rIns="45720"/>
          <a:lstStyle>
            <a:lvl1pPr marL="0" marR="64008" indent="0" algn="r">
              <a:buNone/>
              <a:defRPr>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extLst/>
          </a:lstStyle>
          <a:p>
            <a:r>
              <a:rPr kumimoji="0" lang="en-US" smtClean="0"/>
              <a:t>Click to edit Master subtitle style</a:t>
            </a:r>
            <a:endParaRPr kumimoji="0" lang="en-US"/>
          </a:p>
        </p:txBody>
      </p:sp>
      <p:grpSp>
        <p:nvGrpSpPr>
          <p:cNvPr id="2" name="Group 1"/>
          <p:cNvGrpSpPr/>
          <p:nvPr/>
        </p:nvGrpSpPr>
        <p:grpSpPr>
          <a:xfrm>
            <a:off x="-3765" y="4953000"/>
            <a:ext cx="9147765" cy="1912088"/>
            <a:chOff x="-3765" y="4832896"/>
            <a:chExt cx="9147765" cy="2032192"/>
          </a:xfrm>
        </p:grpSpPr>
        <p:sp>
          <p:nvSpPr>
            <p:cNvPr id="7" name="Freeform 6"/>
            <p:cNvSpPr>
              <a:spLocks/>
            </p:cNvSpPr>
            <p:nvPr/>
          </p:nvSpPr>
          <p:spPr bwMode="auto">
            <a:xfrm>
              <a:off x="1687513" y="4832896"/>
              <a:ext cx="7456487" cy="518816"/>
            </a:xfrm>
            <a:custGeom>
              <a:avLst>
                <a:gd name="A1" fmla="val 0"/>
                <a:gd name="A2" fmla="val 0"/>
                <a:gd name="A3" fmla="val 0"/>
                <a:gd name="A4" fmla="val 0"/>
                <a:gd name="A5" fmla="val 0"/>
                <a:gd name="A6" fmla="val 0"/>
                <a:gd name="A7" fmla="val 0"/>
                <a:gd name="A8" fmla="val 0"/>
              </a:avLst>
              <a:gdLst/>
              <a:ahLst/>
              <a:cxnLst>
                <a:cxn ang="0">
                  <a:pos x="4697" y="0"/>
                </a:cxn>
                <a:cxn ang="0">
                  <a:pos x="4697" y="367"/>
                </a:cxn>
                <a:cxn ang="0">
                  <a:pos x="0" y="218"/>
                </a:cxn>
                <a:cxn ang="0">
                  <a:pos x="4697" y="0"/>
                </a:cxn>
              </a:cxnLst>
              <a:rect l="0" t="0" r="0" b="0"/>
              <a:pathLst>
                <a:path w="4697" h="367">
                  <a:moveTo>
                    <a:pt x="4697" y="0"/>
                  </a:moveTo>
                  <a:lnTo>
                    <a:pt x="4697" y="367"/>
                  </a:lnTo>
                  <a:lnTo>
                    <a:pt x="0" y="218"/>
                  </a:lnTo>
                  <a:lnTo>
                    <a:pt x="4697" y="0"/>
                  </a:lnTo>
                  <a:close/>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a:p>
          </p:txBody>
        </p:sp>
        <p:sp>
          <p:nvSpPr>
            <p:cNvPr id="8" name="Freeform 7"/>
            <p:cNvSpPr>
              <a:spLocks/>
            </p:cNvSpPr>
            <p:nvPr/>
          </p:nvSpPr>
          <p:spPr bwMode="auto">
            <a:xfrm>
              <a:off x="35443" y="5135526"/>
              <a:ext cx="9108557" cy="83820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0" y="0"/>
                  </a:moveTo>
                  <a:lnTo>
                    <a:pt x="5760" y="0"/>
                  </a:lnTo>
                  <a:lnTo>
                    <a:pt x="5760" y="528"/>
                  </a:lnTo>
                  <a:lnTo>
                    <a:pt x="48" y="0"/>
                  </a:lnTo>
                </a:path>
              </a:pathLst>
            </a:custGeom>
            <a:solidFill>
              <a:srgbClr val="000000">
                <a:alpha val="100000"/>
              </a:srgb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a:p>
          </p:txBody>
        </p:sp>
        <p:sp>
          <p:nvSpPr>
            <p:cNvPr id="11" name="Freeform 10"/>
            <p:cNvSpPr>
              <a:spLocks/>
            </p:cNvSpPr>
            <p:nvPr/>
          </p:nvSpPr>
          <p:spPr bwMode="auto">
            <a:xfrm>
              <a:off x="0" y="4883888"/>
              <a:ext cx="9144000" cy="1981200"/>
            </a:xfrm>
            <a:custGeom>
              <a:avLst>
                <a:gd name="A1" fmla="val 0"/>
                <a:gd name="A2" fmla="val 0"/>
                <a:gd name="A3" fmla="val 0"/>
                <a:gd name="A4" fmla="val 0"/>
                <a:gd name="A5" fmla="val 0"/>
                <a:gd name="A6" fmla="val 0"/>
                <a:gd name="A7" fmla="val 0"/>
                <a:gd name="A8" fmla="val 0"/>
              </a:avLst>
              <a:gdLst/>
              <a:ahLst/>
              <a:cxnLst>
                <a:cxn ang="0">
                  <a:pos x="0" y="0"/>
                </a:cxn>
                <a:cxn ang="0">
                  <a:pos x="0" y="1248"/>
                </a:cxn>
                <a:cxn ang="0">
                  <a:pos x="5760" y="1248"/>
                </a:cxn>
                <a:cxn ang="0">
                  <a:pos x="5760" y="528"/>
                </a:cxn>
                <a:cxn ang="0">
                  <a:pos x="0" y="0"/>
                </a:cxn>
              </a:cxnLst>
              <a:rect l="0" t="0" r="0" b="0"/>
              <a:pathLst>
                <a:path w="5760" h="1248">
                  <a:moveTo>
                    <a:pt x="0" y="0"/>
                  </a:moveTo>
                  <a:lnTo>
                    <a:pt x="0" y="1248"/>
                  </a:lnTo>
                  <a:lnTo>
                    <a:pt x="5760" y="1248"/>
                  </a:lnTo>
                  <a:lnTo>
                    <a:pt x="5760" y="528"/>
                  </a:lnTo>
                  <a:lnTo>
                    <a:pt x="0" y="0"/>
                  </a:lnTo>
                  <a:close/>
                </a:path>
              </a:pathLst>
            </a:custGeom>
            <a:blipFill>
              <a:blip r:embed="rId2">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vert="horz" wrap="square" lIns="91440" tIns="45720" rIns="91440" bIns="45720" anchor="ctr" compatLnSpc="1"/>
            <a:lstStyle>
              <a:extLst/>
            </a:lstStyle>
            <a:p>
              <a:pPr algn="ctr" eaLnBrk="1" latinLnBrk="0" hangingPunct="1"/>
              <a:endParaRPr kumimoji="0" lang="en-US"/>
            </a:p>
          </p:txBody>
        </p:sp>
        <p:cxnSp>
          <p:nvCxnSpPr>
            <p:cNvPr id="12" name="Straight Connector 11"/>
            <p:cNvCxnSpPr/>
            <p:nvPr/>
          </p:nvCxnSpPr>
          <p:spPr>
            <a:xfrm>
              <a:off x="-3765" y="4880373"/>
              <a:ext cx="9147765" cy="83994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grpSp>
      <p:sp>
        <p:nvSpPr>
          <p:cNvPr id="30" name="Date Placeholder 29"/>
          <p:cNvSpPr>
            <a:spLocks noGrp="1"/>
          </p:cNvSpPr>
          <p:nvPr>
            <p:ph type="dt" sz="half" idx="10"/>
          </p:nvPr>
        </p:nvSpPr>
        <p:spPr/>
        <p:txBody>
          <a:bodyPr/>
          <a:lstStyle>
            <a:lvl1pPr>
              <a:defRPr>
                <a:solidFill>
                  <a:srgbClr val="FFFFFF"/>
                </a:solidFill>
              </a:defRPr>
            </a:lvl1pPr>
            <a:extLst/>
          </a:lstStyle>
          <a:p>
            <a:fld id="{35D119BE-9170-4202-953A-759A03D2B043}" type="datetimeFigureOut">
              <a:rPr lang="en-PH" smtClean="0"/>
              <a:t>02/09/2019</a:t>
            </a:fld>
            <a:endParaRPr lang="en-PH"/>
          </a:p>
        </p:txBody>
      </p:sp>
      <p:sp>
        <p:nvSpPr>
          <p:cNvPr id="19" name="Footer Placeholder 18"/>
          <p:cNvSpPr>
            <a:spLocks noGrp="1"/>
          </p:cNvSpPr>
          <p:nvPr>
            <p:ph type="ftr" sz="quarter" idx="11"/>
          </p:nvPr>
        </p:nvSpPr>
        <p:spPr/>
        <p:txBody>
          <a:bodyPr/>
          <a:lstStyle>
            <a:lvl1pPr>
              <a:defRPr>
                <a:solidFill>
                  <a:schemeClr val="accent1">
                    <a:tint val="20000"/>
                  </a:schemeClr>
                </a:solidFill>
              </a:defRPr>
            </a:lvl1pPr>
            <a:extLst/>
          </a:lstStyle>
          <a:p>
            <a:endParaRPr lang="en-PH"/>
          </a:p>
        </p:txBody>
      </p:sp>
      <p:sp>
        <p:nvSpPr>
          <p:cNvPr id="27" name="Slide Number Placeholder 26"/>
          <p:cNvSpPr>
            <a:spLocks noGrp="1"/>
          </p:cNvSpPr>
          <p:nvPr>
            <p:ph type="sldNum" sz="quarter" idx="12"/>
          </p:nvPr>
        </p:nvSpPr>
        <p:spPr/>
        <p:txBody>
          <a:bodyPr/>
          <a:lstStyle>
            <a:lvl1pPr>
              <a:defRPr>
                <a:solidFill>
                  <a:srgbClr val="FFFFFF"/>
                </a:solidFill>
              </a:defRPr>
            </a:lvl1pPr>
            <a:extLst/>
          </a:lstStyle>
          <a:p>
            <a:fld id="{A75715C2-85D2-4A1B-8ECA-E9EF98E789B4}" type="slidenum">
              <a:rPr lang="en-PH" smtClean="0"/>
              <a:t>‹#›</a:t>
            </a:fld>
            <a:endParaRPr lang="en-PH"/>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extLst/>
          </a:lstStyle>
          <a:p>
            <a:fld id="{35D119BE-9170-4202-953A-759A03D2B043}" type="datetimeFigureOut">
              <a:rPr lang="en-PH" smtClean="0"/>
              <a:t>02/09/2019</a:t>
            </a:fld>
            <a:endParaRPr lang="en-PH"/>
          </a:p>
        </p:txBody>
      </p:sp>
      <p:sp>
        <p:nvSpPr>
          <p:cNvPr id="5" name="Footer Placeholder 4"/>
          <p:cNvSpPr>
            <a:spLocks noGrp="1"/>
          </p:cNvSpPr>
          <p:nvPr>
            <p:ph type="ftr" sz="quarter" idx="11"/>
          </p:nvPr>
        </p:nvSpPr>
        <p:spPr/>
        <p:txBody>
          <a:bodyPr/>
          <a:lstStyle>
            <a:extLst/>
          </a:lstStyle>
          <a:p>
            <a:endParaRPr lang="en-PH"/>
          </a:p>
        </p:txBody>
      </p:sp>
      <p:sp>
        <p:nvSpPr>
          <p:cNvPr id="6" name="Slide Number Placeholder 5"/>
          <p:cNvSpPr>
            <a:spLocks noGrp="1"/>
          </p:cNvSpPr>
          <p:nvPr>
            <p:ph type="sldNum" sz="quarter" idx="12"/>
          </p:nvPr>
        </p:nvSpPr>
        <p:spPr/>
        <p:txBody>
          <a:bodyPr/>
          <a:lstStyle>
            <a:extLst/>
          </a:lstStyle>
          <a:p>
            <a:fld id="{A75715C2-85D2-4A1B-8ECA-E9EF98E789B4}" type="slidenum">
              <a:rPr lang="en-PH" smtClean="0"/>
              <a:t>‹#›</a:t>
            </a:fld>
            <a:endParaRPr lang="en-PH"/>
          </a:p>
        </p:txBody>
      </p:sp>
      <p:sp>
        <p:nvSpPr>
          <p:cNvPr id="7" name="Title 6"/>
          <p:cNvSpPr>
            <a:spLocks noGrp="1"/>
          </p:cNvSpPr>
          <p:nvPr>
            <p:ph type="title"/>
          </p:nvPr>
        </p:nvSpPr>
        <p:spPr/>
        <p:txBody>
          <a:bodyPr rtlCol="0"/>
          <a:lstStyle>
            <a:extLst/>
          </a:lstStyle>
          <a:p>
            <a:r>
              <a:rPr kumimoji="0" lang="en-US" smtClean="0"/>
              <a:t>Click to edit Master title style</a:t>
            </a:r>
            <a:endParaRPr kumimoji="0"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Ref idx="1002">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722376" y="1059712"/>
            <a:ext cx="7772400" cy="1828800"/>
          </a:xfrm>
        </p:spPr>
        <p:txBody>
          <a:bodyPr vert="horz" anchor="b">
            <a:normAutofit/>
            <a:scene3d>
              <a:camera prst="orthographicFront"/>
              <a:lightRig rig="soft" dir="t"/>
            </a:scene3d>
            <a:sp3d prstMaterial="softEdge">
              <a:bevelT w="25400" h="25400"/>
            </a:sp3d>
          </a:bodyPr>
          <a:lstStyle>
            <a:lvl1pPr algn="r">
              <a:buNone/>
              <a:defRPr sz="4800" b="1" cap="none" baseline="0">
                <a:effectLst>
                  <a:outerShdw blurRad="31750" dist="25400" dir="5400000" algn="tl" rotWithShape="0">
                    <a:srgbClr val="000000">
                      <a:alpha val="25000"/>
                    </a:srgbClr>
                  </a:outerShdw>
                </a:effectLst>
              </a:defRPr>
            </a:lvl1pPr>
            <a:extLst/>
          </a:lstStyle>
          <a:p>
            <a:r>
              <a:rPr kumimoji="0" lang="en-US" smtClean="0"/>
              <a:t>Click to edit Master title style</a:t>
            </a:r>
            <a:endParaRPr kumimoji="0" lang="en-US"/>
          </a:p>
        </p:txBody>
      </p:sp>
      <p:sp>
        <p:nvSpPr>
          <p:cNvPr id="3" name="Text Placeholder 2"/>
          <p:cNvSpPr>
            <a:spLocks noGrp="1"/>
          </p:cNvSpPr>
          <p:nvPr>
            <p:ph type="body" idx="1"/>
          </p:nvPr>
        </p:nvSpPr>
        <p:spPr>
          <a:xfrm>
            <a:off x="3922713" y="2931712"/>
            <a:ext cx="4572000" cy="1454888"/>
          </a:xfrm>
        </p:spPr>
        <p:txBody>
          <a:bodyPr lIns="91440" rIns="91440" anchor="t"/>
          <a:lstStyle>
            <a:lvl1pPr marL="0" indent="0" algn="l">
              <a:buNone/>
              <a:defRPr sz="2300">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extLst/>
          </a:lstStyle>
          <a:p>
            <a:pPr lvl="0" eaLnBrk="1" latinLnBrk="0" hangingPunct="1"/>
            <a:r>
              <a:rPr kumimoji="0" lang="en-US" smtClean="0"/>
              <a:t>Click to edit Master text styles</a:t>
            </a:r>
          </a:p>
        </p:txBody>
      </p:sp>
      <p:sp>
        <p:nvSpPr>
          <p:cNvPr id="4" name="Date Placeholder 3"/>
          <p:cNvSpPr>
            <a:spLocks noGrp="1"/>
          </p:cNvSpPr>
          <p:nvPr>
            <p:ph type="dt" sz="half" idx="10"/>
          </p:nvPr>
        </p:nvSpPr>
        <p:spPr/>
        <p:txBody>
          <a:bodyPr/>
          <a:lstStyle>
            <a:extLst/>
          </a:lstStyle>
          <a:p>
            <a:fld id="{35D119BE-9170-4202-953A-759A03D2B043}" type="datetimeFigureOut">
              <a:rPr lang="en-PH" smtClean="0"/>
              <a:t>02/09/2019</a:t>
            </a:fld>
            <a:endParaRPr lang="en-PH"/>
          </a:p>
        </p:txBody>
      </p:sp>
      <p:sp>
        <p:nvSpPr>
          <p:cNvPr id="5" name="Footer Placeholder 4"/>
          <p:cNvSpPr>
            <a:spLocks noGrp="1"/>
          </p:cNvSpPr>
          <p:nvPr>
            <p:ph type="ftr" sz="quarter" idx="11"/>
          </p:nvPr>
        </p:nvSpPr>
        <p:spPr/>
        <p:txBody>
          <a:bodyPr/>
          <a:lstStyle>
            <a:extLst/>
          </a:lstStyle>
          <a:p>
            <a:endParaRPr lang="en-PH"/>
          </a:p>
        </p:txBody>
      </p:sp>
      <p:sp>
        <p:nvSpPr>
          <p:cNvPr id="6" name="Slide Number Placeholder 5"/>
          <p:cNvSpPr>
            <a:spLocks noGrp="1"/>
          </p:cNvSpPr>
          <p:nvPr>
            <p:ph type="sldNum" sz="quarter" idx="12"/>
          </p:nvPr>
        </p:nvSpPr>
        <p:spPr/>
        <p:txBody>
          <a:bodyPr/>
          <a:lstStyle>
            <a:extLst/>
          </a:lstStyle>
          <a:p>
            <a:fld id="{A75715C2-85D2-4A1B-8ECA-E9EF98E789B4}" type="slidenum">
              <a:rPr lang="en-PH" smtClean="0"/>
              <a:t>‹#›</a:t>
            </a:fld>
            <a:endParaRPr lang="en-PH"/>
          </a:p>
        </p:txBody>
      </p:sp>
      <p:sp>
        <p:nvSpPr>
          <p:cNvPr id="7" name="Chevron 6"/>
          <p:cNvSpPr/>
          <p:nvPr/>
        </p:nvSpPr>
        <p:spPr>
          <a:xfrm>
            <a:off x="3636680" y="3005472"/>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extLst/>
          </a:lstStyle>
          <a:p>
            <a:pPr algn="l" eaLnBrk="1" latinLnBrk="0" hangingPunct="1"/>
            <a:endParaRPr kumimoji="0" lang="en-US"/>
          </a:p>
        </p:txBody>
      </p:sp>
      <p:sp>
        <p:nvSpPr>
          <p:cNvPr id="8" name="Chevron 7"/>
          <p:cNvSpPr/>
          <p:nvPr/>
        </p:nvSpPr>
        <p:spPr>
          <a:xfrm>
            <a:off x="3450264" y="3005472"/>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extLst/>
          </a:lstStyle>
          <a:p>
            <a:pPr algn="l" eaLnBrk="1" latinLnBrk="0" hangingPunct="1"/>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bg>
      <p:bgRef idx="1002">
        <a:schemeClr val="bg1"/>
      </p:bgRef>
    </p:bg>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457200" y="1481328"/>
            <a:ext cx="4038600" cy="4525963"/>
          </a:xfrm>
        </p:spPr>
        <p:txBody>
          <a:bodyPr/>
          <a:lstStyle>
            <a:lvl1pPr>
              <a:defRPr sz="2800"/>
            </a:lvl1pPr>
            <a:lvl2pPr>
              <a:defRPr sz="2400"/>
            </a:lvl2pPr>
            <a:lvl3pPr>
              <a:defRPr sz="2000"/>
            </a:lvl3pPr>
            <a:lvl4pPr>
              <a:defRPr sz="1800"/>
            </a:lvl4pPr>
            <a:lvl5pPr>
              <a:defRPr sz="18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Content Placeholder 3"/>
          <p:cNvSpPr>
            <a:spLocks noGrp="1"/>
          </p:cNvSpPr>
          <p:nvPr>
            <p:ph sz="half" idx="2"/>
          </p:nvPr>
        </p:nvSpPr>
        <p:spPr>
          <a:xfrm>
            <a:off x="4648200" y="1481328"/>
            <a:ext cx="4038600" cy="4525963"/>
          </a:xfrm>
        </p:spPr>
        <p:txBody>
          <a:bodyPr/>
          <a:lstStyle>
            <a:lvl1pPr>
              <a:defRPr sz="2800"/>
            </a:lvl1pPr>
            <a:lvl2pPr>
              <a:defRPr sz="2400"/>
            </a:lvl2pPr>
            <a:lvl3pPr>
              <a:defRPr sz="2000"/>
            </a:lvl3pPr>
            <a:lvl4pPr>
              <a:defRPr sz="1800"/>
            </a:lvl4pPr>
            <a:lvl5pPr>
              <a:defRPr sz="18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extLst/>
          </a:lstStyle>
          <a:p>
            <a:fld id="{35D119BE-9170-4202-953A-759A03D2B043}" type="datetimeFigureOut">
              <a:rPr lang="en-PH" smtClean="0"/>
              <a:t>02/09/2019</a:t>
            </a:fld>
            <a:endParaRPr lang="en-PH"/>
          </a:p>
        </p:txBody>
      </p:sp>
      <p:sp>
        <p:nvSpPr>
          <p:cNvPr id="6" name="Footer Placeholder 5"/>
          <p:cNvSpPr>
            <a:spLocks noGrp="1"/>
          </p:cNvSpPr>
          <p:nvPr>
            <p:ph type="ftr" sz="quarter" idx="11"/>
          </p:nvPr>
        </p:nvSpPr>
        <p:spPr/>
        <p:txBody>
          <a:bodyPr/>
          <a:lstStyle>
            <a:extLst/>
          </a:lstStyle>
          <a:p>
            <a:endParaRPr lang="en-PH"/>
          </a:p>
        </p:txBody>
      </p:sp>
      <p:sp>
        <p:nvSpPr>
          <p:cNvPr id="7" name="Slide Number Placeholder 6"/>
          <p:cNvSpPr>
            <a:spLocks noGrp="1"/>
          </p:cNvSpPr>
          <p:nvPr>
            <p:ph type="sldNum" sz="quarter" idx="12"/>
          </p:nvPr>
        </p:nvSpPr>
        <p:spPr/>
        <p:txBody>
          <a:bodyPr/>
          <a:lstStyle>
            <a:extLst/>
          </a:lstStyle>
          <a:p>
            <a:fld id="{A75715C2-85D2-4A1B-8ECA-E9EF98E789B4}" type="slidenum">
              <a:rPr lang="en-PH" smtClean="0"/>
              <a:t>‹#›</a:t>
            </a:fld>
            <a:endParaRPr lang="en-PH"/>
          </a:p>
        </p:txBody>
      </p:sp>
      <p:sp>
        <p:nvSpPr>
          <p:cNvPr id="8" name="Title 7"/>
          <p:cNvSpPr>
            <a:spLocks noGrp="1"/>
          </p:cNvSpPr>
          <p:nvPr>
            <p:ph type="title"/>
          </p:nvPr>
        </p:nvSpPr>
        <p:spPr/>
        <p:txBody>
          <a:bodyPr rtlCol="0"/>
          <a:lstStyle>
            <a:extLst/>
          </a:lstStyle>
          <a:p>
            <a:r>
              <a:rPr kumimoji="0" lang="en-US" smtClean="0"/>
              <a:t>Click to edit Master title style</a:t>
            </a:r>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bg>
      <p:bgRef idx="1003">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8229600" cy="1143000"/>
          </a:xfrm>
        </p:spPr>
        <p:txBody>
          <a:bodyPr anchor="ctr"/>
          <a:lstStyle>
            <a:lvl1pPr>
              <a:defRPr/>
            </a:lvl1pPr>
            <a:extLst/>
          </a:lstStyle>
          <a:p>
            <a:r>
              <a:rPr kumimoji="0" lang="en-US" smtClean="0"/>
              <a:t>Click to edit Master title style</a:t>
            </a:r>
            <a:endParaRPr kumimoji="0" lang="en-US"/>
          </a:p>
        </p:txBody>
      </p:sp>
      <p:sp>
        <p:nvSpPr>
          <p:cNvPr id="3" name="Text Placeholder 2"/>
          <p:cNvSpPr>
            <a:spLocks noGrp="1"/>
          </p:cNvSpPr>
          <p:nvPr>
            <p:ph type="body" idx="1"/>
          </p:nvPr>
        </p:nvSpPr>
        <p:spPr>
          <a:xfrm>
            <a:off x="457200" y="5410200"/>
            <a:ext cx="4040188" cy="762000"/>
          </a:xfrm>
          <a:solidFill>
            <a:schemeClr val="accent1"/>
          </a:solidFill>
          <a:ln w="9652">
            <a:solidFill>
              <a:schemeClr val="accent1"/>
            </a:solidFill>
            <a:miter lim="800000"/>
          </a:ln>
        </p:spPr>
        <p:txBody>
          <a:bodyPr lIns="182880" anchor="ctr"/>
          <a:lstStyle>
            <a:lvl1pPr marL="0" indent="0">
              <a:buNone/>
              <a:defRPr sz="2400" b="0">
                <a:solidFill>
                  <a:schemeClr val="bg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smtClean="0"/>
              <a:t>Click to edit Master text styles</a:t>
            </a:r>
          </a:p>
        </p:txBody>
      </p:sp>
      <p:sp>
        <p:nvSpPr>
          <p:cNvPr id="4" name="Text Placeholder 3"/>
          <p:cNvSpPr>
            <a:spLocks noGrp="1"/>
          </p:cNvSpPr>
          <p:nvPr>
            <p:ph type="body" sz="half" idx="3"/>
          </p:nvPr>
        </p:nvSpPr>
        <p:spPr>
          <a:xfrm>
            <a:off x="4645026" y="5410200"/>
            <a:ext cx="4041775" cy="762000"/>
          </a:xfrm>
          <a:solidFill>
            <a:schemeClr val="accent1"/>
          </a:solidFill>
          <a:ln w="9652">
            <a:solidFill>
              <a:schemeClr val="accent1"/>
            </a:solidFill>
            <a:miter lim="800000"/>
          </a:ln>
        </p:spPr>
        <p:txBody>
          <a:bodyPr lIns="182880" anchor="ctr"/>
          <a:lstStyle>
            <a:lvl1pPr marL="0" indent="0">
              <a:buNone/>
              <a:defRPr sz="2400" b="0">
                <a:solidFill>
                  <a:schemeClr val="bg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smtClean="0"/>
              <a:t>Click to edit Master text styles</a:t>
            </a:r>
          </a:p>
        </p:txBody>
      </p:sp>
      <p:sp>
        <p:nvSpPr>
          <p:cNvPr id="5" name="Content Placeholder 4"/>
          <p:cNvSpPr>
            <a:spLocks noGrp="1"/>
          </p:cNvSpPr>
          <p:nvPr>
            <p:ph sz="quarter" idx="2"/>
          </p:nvPr>
        </p:nvSpPr>
        <p:spPr>
          <a:xfrm>
            <a:off x="457200" y="1444294"/>
            <a:ext cx="4040188" cy="3941763"/>
          </a:xfrm>
          <a:ln>
            <a:noFill/>
            <a:prstDash val="sysDash"/>
            <a:miter lim="800000"/>
          </a:ln>
        </p:spPr>
        <p:txBody>
          <a:bodyPr/>
          <a:lstStyle>
            <a:lvl1pPr>
              <a:defRPr sz="2400"/>
            </a:lvl1pPr>
            <a:lvl2pPr>
              <a:defRPr sz="2000"/>
            </a:lvl2pPr>
            <a:lvl3pPr>
              <a:defRPr sz="1800"/>
            </a:lvl3pPr>
            <a:lvl4pPr>
              <a:defRPr sz="1600"/>
            </a:lvl4pPr>
            <a:lvl5pPr>
              <a:defRPr sz="16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6" name="Content Placeholder 5"/>
          <p:cNvSpPr>
            <a:spLocks noGrp="1"/>
          </p:cNvSpPr>
          <p:nvPr>
            <p:ph sz="quarter" idx="4"/>
          </p:nvPr>
        </p:nvSpPr>
        <p:spPr>
          <a:xfrm>
            <a:off x="4645025" y="1444294"/>
            <a:ext cx="4041775" cy="3941763"/>
          </a:xfrm>
          <a:ln>
            <a:noFill/>
            <a:prstDash val="sysDash"/>
            <a:miter lim="800000"/>
          </a:ln>
        </p:spPr>
        <p:txBody>
          <a:bodyPr/>
          <a:lstStyle>
            <a:lvl1pPr>
              <a:spcBef>
                <a:spcPts val="0"/>
              </a:spcBef>
              <a:defRPr sz="2400"/>
            </a:lvl1pPr>
            <a:lvl2pPr>
              <a:defRPr sz="2000"/>
            </a:lvl2pPr>
            <a:lvl3pPr>
              <a:defRPr sz="1800"/>
            </a:lvl3pPr>
            <a:lvl4pPr>
              <a:defRPr sz="1600"/>
            </a:lvl4pPr>
            <a:lvl5pPr>
              <a:defRPr sz="16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7" name="Date Placeholder 6"/>
          <p:cNvSpPr>
            <a:spLocks noGrp="1"/>
          </p:cNvSpPr>
          <p:nvPr>
            <p:ph type="dt" sz="half" idx="10"/>
          </p:nvPr>
        </p:nvSpPr>
        <p:spPr/>
        <p:txBody>
          <a:bodyPr/>
          <a:lstStyle>
            <a:extLst/>
          </a:lstStyle>
          <a:p>
            <a:fld id="{35D119BE-9170-4202-953A-759A03D2B043}" type="datetimeFigureOut">
              <a:rPr lang="en-PH" smtClean="0"/>
              <a:t>02/09/2019</a:t>
            </a:fld>
            <a:endParaRPr lang="en-PH"/>
          </a:p>
        </p:txBody>
      </p:sp>
      <p:sp>
        <p:nvSpPr>
          <p:cNvPr id="8" name="Footer Placeholder 7"/>
          <p:cNvSpPr>
            <a:spLocks noGrp="1"/>
          </p:cNvSpPr>
          <p:nvPr>
            <p:ph type="ftr" sz="quarter" idx="11"/>
          </p:nvPr>
        </p:nvSpPr>
        <p:spPr/>
        <p:txBody>
          <a:bodyPr/>
          <a:lstStyle>
            <a:extLst/>
          </a:lstStyle>
          <a:p>
            <a:endParaRPr lang="en-PH"/>
          </a:p>
        </p:txBody>
      </p:sp>
      <p:sp>
        <p:nvSpPr>
          <p:cNvPr id="9" name="Slide Number Placeholder 8"/>
          <p:cNvSpPr>
            <a:spLocks noGrp="1"/>
          </p:cNvSpPr>
          <p:nvPr>
            <p:ph type="sldNum" sz="quarter" idx="12"/>
          </p:nvPr>
        </p:nvSpPr>
        <p:spPr/>
        <p:txBody>
          <a:bodyPr/>
          <a:lstStyle>
            <a:extLst/>
          </a:lstStyle>
          <a:p>
            <a:fld id="{A75715C2-85D2-4A1B-8ECA-E9EF98E789B4}" type="slidenum">
              <a:rPr lang="en-PH" smtClean="0"/>
              <a:t>‹#›</a:t>
            </a:fld>
            <a:endParaRPr lang="en-PH"/>
          </a:p>
        </p:txBody>
      </p:sp>
    </p:spTree>
  </p:cSld>
  <p:clrMapOvr>
    <a:overrideClrMapping bg1="lt1" tx1="dk1" bg2="lt2" tx2="dk2" accent1="accent1" accent2="accent2" accent3="accent3" accent4="accent4" accent5="accent5" accent6="accent6" hlink="hlink" folHlink="folHlink"/>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bg>
      <p:bgRef idx="1002">
        <a:schemeClr val="bg1"/>
      </p:bgRef>
    </p:bg>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extLst/>
          </a:lstStyle>
          <a:p>
            <a:fld id="{35D119BE-9170-4202-953A-759A03D2B043}" type="datetimeFigureOut">
              <a:rPr lang="en-PH" smtClean="0"/>
              <a:t>02/09/2019</a:t>
            </a:fld>
            <a:endParaRPr lang="en-PH"/>
          </a:p>
        </p:txBody>
      </p:sp>
      <p:sp>
        <p:nvSpPr>
          <p:cNvPr id="4" name="Footer Placeholder 3"/>
          <p:cNvSpPr>
            <a:spLocks noGrp="1"/>
          </p:cNvSpPr>
          <p:nvPr>
            <p:ph type="ftr" sz="quarter" idx="11"/>
          </p:nvPr>
        </p:nvSpPr>
        <p:spPr/>
        <p:txBody>
          <a:bodyPr/>
          <a:lstStyle>
            <a:extLst/>
          </a:lstStyle>
          <a:p>
            <a:endParaRPr lang="en-PH"/>
          </a:p>
        </p:txBody>
      </p:sp>
      <p:sp>
        <p:nvSpPr>
          <p:cNvPr id="5" name="Slide Number Placeholder 4"/>
          <p:cNvSpPr>
            <a:spLocks noGrp="1"/>
          </p:cNvSpPr>
          <p:nvPr>
            <p:ph type="sldNum" sz="quarter" idx="12"/>
          </p:nvPr>
        </p:nvSpPr>
        <p:spPr/>
        <p:txBody>
          <a:bodyPr/>
          <a:lstStyle>
            <a:extLst/>
          </a:lstStyle>
          <a:p>
            <a:fld id="{A75715C2-85D2-4A1B-8ECA-E9EF98E789B4}" type="slidenum">
              <a:rPr lang="en-PH" smtClean="0"/>
              <a:t>‹#›</a:t>
            </a:fld>
            <a:endParaRPr lang="en-PH"/>
          </a:p>
        </p:txBody>
      </p:sp>
      <p:sp>
        <p:nvSpPr>
          <p:cNvPr id="6" name="Title 5"/>
          <p:cNvSpPr>
            <a:spLocks noGrp="1"/>
          </p:cNvSpPr>
          <p:nvPr>
            <p:ph type="title"/>
          </p:nvPr>
        </p:nvSpPr>
        <p:spPr/>
        <p:txBody>
          <a:bodyPr rtlCol="0"/>
          <a:lstStyle>
            <a:extLst/>
          </a:lstStyle>
          <a:p>
            <a:r>
              <a:rPr kumimoji="0" lang="en-US" smtClean="0"/>
              <a:t>Click to edit Master title style</a:t>
            </a:r>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extLst/>
          </a:lstStyle>
          <a:p>
            <a:fld id="{35D119BE-9170-4202-953A-759A03D2B043}" type="datetimeFigureOut">
              <a:rPr lang="en-PH" smtClean="0"/>
              <a:t>02/09/2019</a:t>
            </a:fld>
            <a:endParaRPr lang="en-PH"/>
          </a:p>
        </p:txBody>
      </p:sp>
      <p:sp>
        <p:nvSpPr>
          <p:cNvPr id="3" name="Footer Placeholder 2"/>
          <p:cNvSpPr>
            <a:spLocks noGrp="1"/>
          </p:cNvSpPr>
          <p:nvPr>
            <p:ph type="ftr" sz="quarter" idx="11"/>
          </p:nvPr>
        </p:nvSpPr>
        <p:spPr/>
        <p:txBody>
          <a:bodyPr/>
          <a:lstStyle>
            <a:extLst/>
          </a:lstStyle>
          <a:p>
            <a:endParaRPr lang="en-PH"/>
          </a:p>
        </p:txBody>
      </p:sp>
      <p:sp>
        <p:nvSpPr>
          <p:cNvPr id="4" name="Slide Number Placeholder 3"/>
          <p:cNvSpPr>
            <a:spLocks noGrp="1"/>
          </p:cNvSpPr>
          <p:nvPr>
            <p:ph type="sldNum" sz="quarter" idx="12"/>
          </p:nvPr>
        </p:nvSpPr>
        <p:spPr/>
        <p:txBody>
          <a:bodyPr/>
          <a:lstStyle>
            <a:extLst/>
          </a:lstStyle>
          <a:p>
            <a:fld id="{A75715C2-85D2-4A1B-8ECA-E9EF98E789B4}" type="slidenum">
              <a:rPr lang="en-PH" smtClean="0"/>
              <a:t>‹#›</a:t>
            </a:fld>
            <a:endParaRPr lang="en-PH"/>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bg>
      <p:bgRef idx="1003">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914400" y="4876800"/>
            <a:ext cx="7481776" cy="457200"/>
          </a:xfrm>
        </p:spPr>
        <p:txBody>
          <a:bodyPr vert="horz" anchor="t">
            <a:noAutofit/>
            <a:sp3d prstMaterial="softEdge">
              <a:bevelT w="0" h="0"/>
            </a:sp3d>
          </a:bodyPr>
          <a:lstStyle>
            <a:lvl1pPr algn="r">
              <a:buNone/>
              <a:defRPr sz="2500" b="0">
                <a:solidFill>
                  <a:schemeClr val="accent1"/>
                </a:solidFill>
                <a:effectLst/>
              </a:defRPr>
            </a:lvl1pPr>
            <a:extLst/>
          </a:lstStyle>
          <a:p>
            <a:r>
              <a:rPr kumimoji="0" lang="en-US" smtClean="0"/>
              <a:t>Click to edit Master title style</a:t>
            </a:r>
            <a:endParaRPr kumimoji="0" lang="en-US"/>
          </a:p>
        </p:txBody>
      </p:sp>
      <p:sp>
        <p:nvSpPr>
          <p:cNvPr id="3" name="Text Placeholder 2"/>
          <p:cNvSpPr>
            <a:spLocks noGrp="1"/>
          </p:cNvSpPr>
          <p:nvPr>
            <p:ph type="body" idx="2"/>
          </p:nvPr>
        </p:nvSpPr>
        <p:spPr>
          <a:xfrm>
            <a:off x="4419600" y="5355102"/>
            <a:ext cx="3974592" cy="914400"/>
          </a:xfrm>
        </p:spPr>
        <p:txBody>
          <a:bodyPr/>
          <a:lstStyle>
            <a:lvl1pPr marL="0" indent="0" algn="r">
              <a:buNone/>
              <a:defRPr sz="1600"/>
            </a:lvl1pPr>
            <a:lvl2pPr>
              <a:buNone/>
              <a:defRPr sz="1200"/>
            </a:lvl2pPr>
            <a:lvl3pPr>
              <a:buNone/>
              <a:defRPr sz="1000"/>
            </a:lvl3pPr>
            <a:lvl4pPr>
              <a:buNone/>
              <a:defRPr sz="900"/>
            </a:lvl4pPr>
            <a:lvl5pPr>
              <a:buNone/>
              <a:defRPr sz="900"/>
            </a:lvl5pPr>
            <a:extLst/>
          </a:lstStyle>
          <a:p>
            <a:pPr lvl="0" eaLnBrk="1" latinLnBrk="0" hangingPunct="1"/>
            <a:r>
              <a:rPr kumimoji="0" lang="en-US" smtClean="0"/>
              <a:t>Click to edit Master text styles</a:t>
            </a:r>
          </a:p>
        </p:txBody>
      </p:sp>
      <p:sp>
        <p:nvSpPr>
          <p:cNvPr id="4" name="Content Placeholder 3"/>
          <p:cNvSpPr>
            <a:spLocks noGrp="1"/>
          </p:cNvSpPr>
          <p:nvPr>
            <p:ph sz="half" idx="1"/>
          </p:nvPr>
        </p:nvSpPr>
        <p:spPr>
          <a:xfrm>
            <a:off x="914400" y="274320"/>
            <a:ext cx="7479792" cy="4572000"/>
          </a:xfrm>
        </p:spPr>
        <p:txBody>
          <a:bodyPr/>
          <a:lstStyle>
            <a:lvl1pPr>
              <a:defRPr sz="3200"/>
            </a:lvl1pPr>
            <a:lvl2pPr>
              <a:defRPr sz="2800"/>
            </a:lvl2pPr>
            <a:lvl3pPr>
              <a:defRPr sz="2400"/>
            </a:lvl3pPr>
            <a:lvl4pPr>
              <a:defRPr sz="2000"/>
            </a:lvl4pPr>
            <a:lvl5pPr>
              <a:defRPr sz="20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a:xfrm>
            <a:off x="6727032" y="6407944"/>
            <a:ext cx="1920240" cy="365760"/>
          </a:xfrm>
        </p:spPr>
        <p:txBody>
          <a:bodyPr/>
          <a:lstStyle>
            <a:extLst/>
          </a:lstStyle>
          <a:p>
            <a:fld id="{35D119BE-9170-4202-953A-759A03D2B043}" type="datetimeFigureOut">
              <a:rPr lang="en-PH" smtClean="0"/>
              <a:t>02/09/2019</a:t>
            </a:fld>
            <a:endParaRPr lang="en-PH"/>
          </a:p>
        </p:txBody>
      </p:sp>
      <p:sp>
        <p:nvSpPr>
          <p:cNvPr id="6" name="Footer Placeholder 5"/>
          <p:cNvSpPr>
            <a:spLocks noGrp="1"/>
          </p:cNvSpPr>
          <p:nvPr>
            <p:ph type="ftr" sz="quarter" idx="11"/>
          </p:nvPr>
        </p:nvSpPr>
        <p:spPr/>
        <p:txBody>
          <a:bodyPr/>
          <a:lstStyle>
            <a:extLst/>
          </a:lstStyle>
          <a:p>
            <a:endParaRPr lang="en-PH"/>
          </a:p>
        </p:txBody>
      </p:sp>
      <p:sp>
        <p:nvSpPr>
          <p:cNvPr id="7" name="Slide Number Placeholder 6"/>
          <p:cNvSpPr>
            <a:spLocks noGrp="1"/>
          </p:cNvSpPr>
          <p:nvPr>
            <p:ph type="sldNum" sz="quarter" idx="12"/>
          </p:nvPr>
        </p:nvSpPr>
        <p:spPr/>
        <p:txBody>
          <a:bodyPr/>
          <a:lstStyle>
            <a:extLst/>
          </a:lstStyle>
          <a:p>
            <a:fld id="{A75715C2-85D2-4A1B-8ECA-E9EF98E789B4}" type="slidenum">
              <a:rPr lang="en-PH" smtClean="0"/>
              <a:t>‹#›</a:t>
            </a:fld>
            <a:endParaRPr lang="en-PH"/>
          </a:p>
        </p:txBody>
      </p:sp>
    </p:spTree>
  </p:cSld>
  <p:clrMapOvr>
    <a:overrideClrMapping bg1="lt1" tx1="dk1" bg2="lt2" tx2="dk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bg>
      <p:bgRef idx="1002">
        <a:schemeClr val="bg1"/>
      </p:bgRef>
    </p:bg>
    <p:spTree>
      <p:nvGrpSpPr>
        <p:cNvPr id="1" name=""/>
        <p:cNvGrpSpPr/>
        <p:nvPr/>
      </p:nvGrpSpPr>
      <p:grpSpPr>
        <a:xfrm>
          <a:off x="0" y="0"/>
          <a:ext cx="0" cy="0"/>
          <a:chOff x="0" y="0"/>
          <a:chExt cx="0" cy="0"/>
        </a:xfrm>
      </p:grpSpPr>
      <p:sp>
        <p:nvSpPr>
          <p:cNvPr id="4" name="Text Placeholder 3"/>
          <p:cNvSpPr>
            <a:spLocks noGrp="1"/>
          </p:cNvSpPr>
          <p:nvPr>
            <p:ph type="body" sz="half" idx="2"/>
          </p:nvPr>
        </p:nvSpPr>
        <p:spPr>
          <a:xfrm>
            <a:off x="1141232" y="5443402"/>
            <a:ext cx="7162800" cy="648232"/>
          </a:xfrm>
          <a:noFill/>
        </p:spPr>
        <p:txBody>
          <a:bodyPr lIns="91440" tIns="0" rIns="91440" anchor="t"/>
          <a:lstStyle>
            <a:lvl1pPr marL="0" marR="18288" indent="0" algn="r">
              <a:buNone/>
              <a:defRPr sz="1400"/>
            </a:lvl1pPr>
            <a:lvl2pPr>
              <a:defRPr sz="1200"/>
            </a:lvl2pPr>
            <a:lvl3pPr>
              <a:defRPr sz="1000"/>
            </a:lvl3pPr>
            <a:lvl4pPr>
              <a:defRPr sz="900"/>
            </a:lvl4pPr>
            <a:lvl5pPr>
              <a:defRPr sz="900"/>
            </a:lvl5pPr>
            <a:extLst/>
          </a:lstStyle>
          <a:p>
            <a:pPr lvl="0" eaLnBrk="1" latinLnBrk="0" hangingPunct="1"/>
            <a:r>
              <a:rPr kumimoji="0" lang="en-US" smtClean="0"/>
              <a:t>Click to edit Master text styles</a:t>
            </a:r>
          </a:p>
        </p:txBody>
      </p:sp>
      <p:sp>
        <p:nvSpPr>
          <p:cNvPr id="3" name="Picture Placeholder 2"/>
          <p:cNvSpPr>
            <a:spLocks noGrp="1"/>
          </p:cNvSpPr>
          <p:nvPr>
            <p:ph type="pic" idx="1"/>
          </p:nvPr>
        </p:nvSpPr>
        <p:spPr>
          <a:xfrm>
            <a:off x="228600" y="189968"/>
            <a:ext cx="8686800" cy="4389120"/>
          </a:xfrm>
          <a:prstGeom prst="rect">
            <a:avLst/>
          </a:prstGeom>
          <a:solidFill>
            <a:schemeClr val="bg2"/>
          </a:solidFill>
          <a:ln>
            <a:solidFill>
              <a:schemeClr val="bg1"/>
            </a:solidFill>
          </a:ln>
          <a:effectLst>
            <a:innerShdw blurRad="95250">
              <a:srgbClr val="000000"/>
            </a:innerShdw>
          </a:effectLst>
        </p:spPr>
        <p:txBody>
          <a:bodyPr/>
          <a:lstStyle>
            <a:lvl1pPr marL="0" indent="0">
              <a:buNone/>
              <a:defRPr sz="3200"/>
            </a:lvl1pPr>
            <a:extLst/>
          </a:lstStyle>
          <a:p>
            <a:r>
              <a:rPr kumimoji="0" lang="en-US" smtClean="0"/>
              <a:t>Click icon to add picture</a:t>
            </a:r>
            <a:endParaRPr kumimoji="0" lang="en-US" dirty="0"/>
          </a:p>
        </p:txBody>
      </p:sp>
      <p:sp>
        <p:nvSpPr>
          <p:cNvPr id="5" name="Date Placeholder 4"/>
          <p:cNvSpPr>
            <a:spLocks noGrp="1"/>
          </p:cNvSpPr>
          <p:nvPr>
            <p:ph type="dt" sz="half" idx="10"/>
          </p:nvPr>
        </p:nvSpPr>
        <p:spPr/>
        <p:txBody>
          <a:bodyPr/>
          <a:lstStyle>
            <a:lvl1pPr>
              <a:defRPr>
                <a:solidFill>
                  <a:schemeClr val="tx1"/>
                </a:solidFill>
              </a:defRPr>
            </a:lvl1pPr>
            <a:extLst/>
          </a:lstStyle>
          <a:p>
            <a:fld id="{35D119BE-9170-4202-953A-759A03D2B043}" type="datetimeFigureOut">
              <a:rPr lang="en-PH" smtClean="0"/>
              <a:t>02/09/2019</a:t>
            </a:fld>
            <a:endParaRPr lang="en-PH"/>
          </a:p>
        </p:txBody>
      </p:sp>
      <p:sp>
        <p:nvSpPr>
          <p:cNvPr id="6" name="Footer Placeholder 5"/>
          <p:cNvSpPr>
            <a:spLocks noGrp="1"/>
          </p:cNvSpPr>
          <p:nvPr>
            <p:ph type="ftr" sz="quarter" idx="11"/>
          </p:nvPr>
        </p:nvSpPr>
        <p:spPr>
          <a:xfrm>
            <a:off x="4380072" y="6407944"/>
            <a:ext cx="2350681" cy="365125"/>
          </a:xfrm>
        </p:spPr>
        <p:txBody>
          <a:bodyPr/>
          <a:lstStyle>
            <a:lvl1pPr>
              <a:defRPr>
                <a:solidFill>
                  <a:schemeClr val="tx1"/>
                </a:solidFill>
              </a:defRPr>
            </a:lvl1pPr>
            <a:extLst/>
          </a:lstStyle>
          <a:p>
            <a:endParaRPr lang="en-PH"/>
          </a:p>
        </p:txBody>
      </p:sp>
      <p:sp>
        <p:nvSpPr>
          <p:cNvPr id="7" name="Slide Number Placeholder 6"/>
          <p:cNvSpPr>
            <a:spLocks noGrp="1"/>
          </p:cNvSpPr>
          <p:nvPr>
            <p:ph type="sldNum" sz="quarter" idx="12"/>
          </p:nvPr>
        </p:nvSpPr>
        <p:spPr/>
        <p:txBody>
          <a:bodyPr/>
          <a:lstStyle>
            <a:lvl1pPr>
              <a:defRPr>
                <a:solidFill>
                  <a:schemeClr val="tx1"/>
                </a:solidFill>
              </a:defRPr>
            </a:lvl1pPr>
            <a:extLst/>
          </a:lstStyle>
          <a:p>
            <a:fld id="{A75715C2-85D2-4A1B-8ECA-E9EF98E789B4}" type="slidenum">
              <a:rPr lang="en-PH" smtClean="0"/>
              <a:t>‹#›</a:t>
            </a:fld>
            <a:endParaRPr lang="en-PH"/>
          </a:p>
        </p:txBody>
      </p:sp>
      <p:sp>
        <p:nvSpPr>
          <p:cNvPr id="2" name="Title 1"/>
          <p:cNvSpPr>
            <a:spLocks noGrp="1"/>
          </p:cNvSpPr>
          <p:nvPr>
            <p:ph type="title"/>
          </p:nvPr>
        </p:nvSpPr>
        <p:spPr>
          <a:xfrm>
            <a:off x="228600" y="4865122"/>
            <a:ext cx="8075432" cy="562672"/>
          </a:xfrm>
          <a:noFill/>
        </p:spPr>
        <p:txBody>
          <a:bodyPr anchor="t">
            <a:sp3d prstMaterial="softEdge"/>
          </a:bodyPr>
          <a:lstStyle>
            <a:lvl1pPr marR="0" algn="r">
              <a:buNone/>
              <a:defRPr sz="3000" b="0">
                <a:solidFill>
                  <a:schemeClr val="accent1"/>
                </a:solidFill>
                <a:effectLst>
                  <a:outerShdw blurRad="50800" dist="25000" dir="5400000" algn="t" rotWithShape="0">
                    <a:prstClr val="black">
                      <a:alpha val="45000"/>
                    </a:prstClr>
                  </a:outerShdw>
                </a:effectLst>
              </a:defRPr>
            </a:lvl1pPr>
            <a:extLst/>
          </a:lstStyle>
          <a:p>
            <a:r>
              <a:rPr kumimoji="0" lang="en-US" smtClean="0"/>
              <a:t>Click to edit Master title style</a:t>
            </a:r>
            <a:endParaRPr kumimoji="0" lang="en-US"/>
          </a:p>
        </p:txBody>
      </p:sp>
      <p:sp>
        <p:nvSpPr>
          <p:cNvPr id="8" name="Freeform 7"/>
          <p:cNvSpPr>
            <a:spLocks/>
          </p:cNvSpPr>
          <p:nvPr/>
        </p:nvSpPr>
        <p:spPr bwMode="auto">
          <a:xfrm>
            <a:off x="499273" y="5944936"/>
            <a:ext cx="4940624" cy="921076"/>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7485" h="337">
                <a:moveTo>
                  <a:pt x="0" y="2"/>
                </a:moveTo>
                <a:lnTo>
                  <a:pt x="7485" y="337"/>
                </a:lnTo>
                <a:lnTo>
                  <a:pt x="5558" y="337"/>
                </a:lnTo>
                <a:lnTo>
                  <a:pt x="1" y="0"/>
                </a:lnTo>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a:p>
        </p:txBody>
      </p:sp>
      <p:sp>
        <p:nvSpPr>
          <p:cNvPr id="9" name="Freeform 8"/>
          <p:cNvSpPr>
            <a:spLocks/>
          </p:cNvSpPr>
          <p:nvPr/>
        </p:nvSpPr>
        <p:spPr bwMode="auto">
          <a:xfrm>
            <a:off x="485717" y="5939011"/>
            <a:ext cx="3690451" cy="93345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591" h="588">
                <a:moveTo>
                  <a:pt x="0" y="0"/>
                </a:moveTo>
                <a:lnTo>
                  <a:pt x="5591" y="585"/>
                </a:lnTo>
                <a:lnTo>
                  <a:pt x="4415" y="588"/>
                </a:lnTo>
                <a:lnTo>
                  <a:pt x="12" y="4"/>
                </a:lnTo>
              </a:path>
            </a:pathLst>
          </a:custGeom>
          <a:solidFill>
            <a:srgbClr val="000000">
              <a:alpha val="100000"/>
            </a:srgb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a:p>
        </p:txBody>
      </p:sp>
      <p:sp>
        <p:nvSpPr>
          <p:cNvPr id="10" name="Right Triangle 9"/>
          <p:cNvSpPr>
            <a:spLocks/>
          </p:cNvSpPr>
          <p:nvPr/>
        </p:nvSpPr>
        <p:spPr bwMode="auto">
          <a:xfrm>
            <a:off x="-6042" y="5791253"/>
            <a:ext cx="3402314" cy="1080868"/>
          </a:xfrm>
          <a:prstGeom prst="rtTriangle">
            <a:avLst/>
          </a:prstGeom>
          <a:blipFill>
            <a:blip r:embed="rId2">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vert="horz" wrap="square" lIns="91440" tIns="45720" rIns="91440" bIns="45720" anchor="ctr" compatLnSpc="1"/>
          <a:lstStyle>
            <a:extLst/>
          </a:lstStyle>
          <a:p>
            <a:pPr algn="ctr" eaLnBrk="1" latinLnBrk="0" hangingPunct="1"/>
            <a:endParaRPr kumimoji="0" lang="en-US"/>
          </a:p>
        </p:txBody>
      </p:sp>
      <p:cxnSp>
        <p:nvCxnSpPr>
          <p:cNvPr id="11" name="Straight Connector 10"/>
          <p:cNvCxnSpPr/>
          <p:nvPr/>
        </p:nvCxnSpPr>
        <p:spPr>
          <a:xfrm>
            <a:off x="-9237" y="5787738"/>
            <a:ext cx="3405509" cy="108438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sp>
        <p:nvSpPr>
          <p:cNvPr id="12" name="Chevron 11"/>
          <p:cNvSpPr/>
          <p:nvPr/>
        </p:nvSpPr>
        <p:spPr>
          <a:xfrm>
            <a:off x="8664112" y="4988440"/>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extLst/>
          </a:lstStyle>
          <a:p>
            <a:pPr algn="l" eaLnBrk="1" latinLnBrk="0" hangingPunct="1"/>
            <a:endParaRPr kumimoji="0" lang="en-US"/>
          </a:p>
        </p:txBody>
      </p:sp>
      <p:sp>
        <p:nvSpPr>
          <p:cNvPr id="13" name="Chevron 12"/>
          <p:cNvSpPr/>
          <p:nvPr/>
        </p:nvSpPr>
        <p:spPr>
          <a:xfrm>
            <a:off x="8477696" y="4988440"/>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extLst/>
          </a:lstStyle>
          <a:p>
            <a:pPr algn="l" eaLnBrk="1" latinLnBrk="0" hangingPunct="1"/>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extLs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457200" y="1481329"/>
            <a:ext cx="8229600" cy="4386071"/>
          </a:xfrm>
        </p:spPr>
        <p:txBody>
          <a:bodyPr vert="eaVert"/>
          <a:lstStyle>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extLst/>
          </a:lstStyle>
          <a:p>
            <a:fld id="{35D119BE-9170-4202-953A-759A03D2B043}" type="datetimeFigureOut">
              <a:rPr lang="en-PH" smtClean="0"/>
              <a:t>02/09/2019</a:t>
            </a:fld>
            <a:endParaRPr lang="en-PH"/>
          </a:p>
        </p:txBody>
      </p:sp>
      <p:sp>
        <p:nvSpPr>
          <p:cNvPr id="5" name="Footer Placeholder 4"/>
          <p:cNvSpPr>
            <a:spLocks noGrp="1"/>
          </p:cNvSpPr>
          <p:nvPr>
            <p:ph type="ftr" sz="quarter" idx="11"/>
          </p:nvPr>
        </p:nvSpPr>
        <p:spPr/>
        <p:txBody>
          <a:bodyPr/>
          <a:lstStyle>
            <a:extLst/>
          </a:lstStyle>
          <a:p>
            <a:endParaRPr lang="en-PH"/>
          </a:p>
        </p:txBody>
      </p:sp>
      <p:sp>
        <p:nvSpPr>
          <p:cNvPr id="6" name="Slide Number Placeholder 5"/>
          <p:cNvSpPr>
            <a:spLocks noGrp="1"/>
          </p:cNvSpPr>
          <p:nvPr>
            <p:ph type="sldNum" sz="quarter" idx="12"/>
          </p:nvPr>
        </p:nvSpPr>
        <p:spPr/>
        <p:txBody>
          <a:bodyPr/>
          <a:lstStyle>
            <a:extLst/>
          </a:lstStyle>
          <a:p>
            <a:fld id="{A75715C2-85D2-4A1B-8ECA-E9EF98E789B4}" type="slidenum">
              <a:rPr lang="en-PH" smtClean="0"/>
              <a:t>‹#›</a:t>
            </a:fld>
            <a:endParaRPr lang="en-PH"/>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44013" y="274640"/>
            <a:ext cx="1777470" cy="5592761"/>
          </a:xfrm>
        </p:spPr>
        <p:txBody>
          <a:bodyPr vert="eaVert"/>
          <a:lstStyle>
            <a:extLs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457200" y="274641"/>
            <a:ext cx="6324600" cy="5592760"/>
          </a:xfrm>
        </p:spPr>
        <p:txBody>
          <a:bodyPr vert="eaVert"/>
          <a:lstStyle>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extLst/>
          </a:lstStyle>
          <a:p>
            <a:fld id="{35D119BE-9170-4202-953A-759A03D2B043}" type="datetimeFigureOut">
              <a:rPr lang="en-PH" smtClean="0"/>
              <a:t>02/09/2019</a:t>
            </a:fld>
            <a:endParaRPr lang="en-PH"/>
          </a:p>
        </p:txBody>
      </p:sp>
      <p:sp>
        <p:nvSpPr>
          <p:cNvPr id="5" name="Footer Placeholder 4"/>
          <p:cNvSpPr>
            <a:spLocks noGrp="1"/>
          </p:cNvSpPr>
          <p:nvPr>
            <p:ph type="ftr" sz="quarter" idx="11"/>
          </p:nvPr>
        </p:nvSpPr>
        <p:spPr/>
        <p:txBody>
          <a:bodyPr/>
          <a:lstStyle>
            <a:extLst/>
          </a:lstStyle>
          <a:p>
            <a:endParaRPr lang="en-PH"/>
          </a:p>
        </p:txBody>
      </p:sp>
      <p:sp>
        <p:nvSpPr>
          <p:cNvPr id="6" name="Slide Number Placeholder 5"/>
          <p:cNvSpPr>
            <a:spLocks noGrp="1"/>
          </p:cNvSpPr>
          <p:nvPr>
            <p:ph type="sldNum" sz="quarter" idx="12"/>
          </p:nvPr>
        </p:nvSpPr>
        <p:spPr/>
        <p:txBody>
          <a:bodyPr/>
          <a:lstStyle>
            <a:extLst/>
          </a:lstStyle>
          <a:p>
            <a:fld id="{A75715C2-85D2-4A1B-8ECA-E9EF98E789B4}" type="slidenum">
              <a:rPr lang="en-PH" smtClean="0"/>
              <a:t>‹#›</a:t>
            </a:fld>
            <a:endParaRPr lang="en-PH"/>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3" name="Freeform 12"/>
          <p:cNvSpPr>
            <a:spLocks/>
          </p:cNvSpPr>
          <p:nvPr/>
        </p:nvSpPr>
        <p:spPr bwMode="auto">
          <a:xfrm>
            <a:off x="499273" y="5944936"/>
            <a:ext cx="4940624" cy="921076"/>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7485" h="337">
                <a:moveTo>
                  <a:pt x="0" y="2"/>
                </a:moveTo>
                <a:lnTo>
                  <a:pt x="7485" y="337"/>
                </a:lnTo>
                <a:lnTo>
                  <a:pt x="5558" y="337"/>
                </a:lnTo>
                <a:lnTo>
                  <a:pt x="1" y="0"/>
                </a:lnTo>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a:p>
        </p:txBody>
      </p:sp>
      <p:sp>
        <p:nvSpPr>
          <p:cNvPr id="12" name="Freeform 11"/>
          <p:cNvSpPr>
            <a:spLocks/>
          </p:cNvSpPr>
          <p:nvPr/>
        </p:nvSpPr>
        <p:spPr bwMode="auto">
          <a:xfrm>
            <a:off x="485717" y="5939011"/>
            <a:ext cx="3690451" cy="93345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591" h="588">
                <a:moveTo>
                  <a:pt x="0" y="0"/>
                </a:moveTo>
                <a:lnTo>
                  <a:pt x="5591" y="585"/>
                </a:lnTo>
                <a:lnTo>
                  <a:pt x="4415" y="588"/>
                </a:lnTo>
                <a:lnTo>
                  <a:pt x="12" y="4"/>
                </a:lnTo>
              </a:path>
            </a:pathLst>
          </a:custGeom>
          <a:solidFill>
            <a:srgbClr val="000000">
              <a:alpha val="100000"/>
            </a:srgb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a:p>
        </p:txBody>
      </p:sp>
      <p:sp>
        <p:nvSpPr>
          <p:cNvPr id="14" name="Right Triangle 13"/>
          <p:cNvSpPr>
            <a:spLocks/>
          </p:cNvSpPr>
          <p:nvPr/>
        </p:nvSpPr>
        <p:spPr bwMode="auto">
          <a:xfrm>
            <a:off x="-6042" y="5791253"/>
            <a:ext cx="3402314" cy="1080868"/>
          </a:xfrm>
          <a:prstGeom prst="rtTriangle">
            <a:avLst/>
          </a:prstGeom>
          <a:blipFill>
            <a:blip r:embed="rId13">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vert="horz" wrap="square" lIns="91440" tIns="45720" rIns="91440" bIns="45720" anchor="ctr" compatLnSpc="1"/>
          <a:lstStyle>
            <a:extLst/>
          </a:lstStyle>
          <a:p>
            <a:pPr algn="ctr" eaLnBrk="1" latinLnBrk="0" hangingPunct="1"/>
            <a:endParaRPr kumimoji="0" lang="en-US"/>
          </a:p>
        </p:txBody>
      </p:sp>
      <p:cxnSp>
        <p:nvCxnSpPr>
          <p:cNvPr id="15" name="Straight Connector 14"/>
          <p:cNvCxnSpPr/>
          <p:nvPr/>
        </p:nvCxnSpPr>
        <p:spPr>
          <a:xfrm>
            <a:off x="-9237" y="5787738"/>
            <a:ext cx="3405509" cy="108438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sp>
        <p:nvSpPr>
          <p:cNvPr id="9" name="Title Placeholder 8"/>
          <p:cNvSpPr>
            <a:spLocks noGrp="1"/>
          </p:cNvSpPr>
          <p:nvPr>
            <p:ph type="title"/>
          </p:nvPr>
        </p:nvSpPr>
        <p:spPr>
          <a:xfrm>
            <a:off x="457200" y="274638"/>
            <a:ext cx="8229600" cy="1143000"/>
          </a:xfrm>
          <a:prstGeom prst="rect">
            <a:avLst/>
          </a:prstGeom>
        </p:spPr>
        <p:txBody>
          <a:bodyPr vert="horz" anchor="ctr">
            <a:normAutofit/>
            <a:scene3d>
              <a:camera prst="orthographicFront"/>
              <a:lightRig rig="soft" dir="t"/>
            </a:scene3d>
            <a:sp3d prstMaterial="softEdge">
              <a:bevelT w="25400" h="25400"/>
            </a:sp3d>
          </a:bodyPr>
          <a:lstStyle>
            <a:extLst/>
          </a:lstStyle>
          <a:p>
            <a:r>
              <a:rPr kumimoji="0" lang="en-US" smtClean="0"/>
              <a:t>Click to edit Master title style</a:t>
            </a:r>
            <a:endParaRPr kumimoji="0" lang="en-US"/>
          </a:p>
        </p:txBody>
      </p:sp>
      <p:sp>
        <p:nvSpPr>
          <p:cNvPr id="30" name="Text Placeholder 29"/>
          <p:cNvSpPr>
            <a:spLocks noGrp="1"/>
          </p:cNvSpPr>
          <p:nvPr>
            <p:ph type="body" idx="1"/>
          </p:nvPr>
        </p:nvSpPr>
        <p:spPr>
          <a:xfrm>
            <a:off x="457200" y="1481328"/>
            <a:ext cx="8229600" cy="4525963"/>
          </a:xfrm>
          <a:prstGeom prst="rect">
            <a:avLst/>
          </a:prstGeom>
        </p:spPr>
        <p:txBody>
          <a:bodyPr vert="horz">
            <a:normAutofit/>
          </a:bodyPr>
          <a:lstStyle>
            <a:extLst/>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
        <p:nvSpPr>
          <p:cNvPr id="10" name="Date Placeholder 9"/>
          <p:cNvSpPr>
            <a:spLocks noGrp="1"/>
          </p:cNvSpPr>
          <p:nvPr>
            <p:ph type="dt" sz="half" idx="2"/>
          </p:nvPr>
        </p:nvSpPr>
        <p:spPr>
          <a:xfrm>
            <a:off x="6727032" y="6407944"/>
            <a:ext cx="1920240" cy="365760"/>
          </a:xfrm>
          <a:prstGeom prst="rect">
            <a:avLst/>
          </a:prstGeom>
        </p:spPr>
        <p:txBody>
          <a:bodyPr vert="horz" anchor="b"/>
          <a:lstStyle>
            <a:lvl1pPr algn="l" eaLnBrk="1" latinLnBrk="0" hangingPunct="1">
              <a:defRPr kumimoji="0" sz="1000">
                <a:solidFill>
                  <a:schemeClr val="tx1"/>
                </a:solidFill>
              </a:defRPr>
            </a:lvl1pPr>
            <a:extLst/>
          </a:lstStyle>
          <a:p>
            <a:fld id="{35D119BE-9170-4202-953A-759A03D2B043}" type="datetimeFigureOut">
              <a:rPr lang="en-PH" smtClean="0"/>
              <a:t>02/09/2019</a:t>
            </a:fld>
            <a:endParaRPr lang="en-PH"/>
          </a:p>
        </p:txBody>
      </p:sp>
      <p:sp>
        <p:nvSpPr>
          <p:cNvPr id="22" name="Footer Placeholder 21"/>
          <p:cNvSpPr>
            <a:spLocks noGrp="1"/>
          </p:cNvSpPr>
          <p:nvPr>
            <p:ph type="ftr" sz="quarter" idx="3"/>
          </p:nvPr>
        </p:nvSpPr>
        <p:spPr>
          <a:xfrm>
            <a:off x="4380072" y="6407944"/>
            <a:ext cx="2350681" cy="365125"/>
          </a:xfrm>
          <a:prstGeom prst="rect">
            <a:avLst/>
          </a:prstGeom>
        </p:spPr>
        <p:txBody>
          <a:bodyPr vert="horz" anchor="b"/>
          <a:lstStyle>
            <a:lvl1pPr algn="r" eaLnBrk="1" latinLnBrk="0" hangingPunct="1">
              <a:defRPr kumimoji="0" sz="1000">
                <a:solidFill>
                  <a:schemeClr val="tx1"/>
                </a:solidFill>
              </a:defRPr>
            </a:lvl1pPr>
            <a:extLst/>
          </a:lstStyle>
          <a:p>
            <a:endParaRPr lang="en-PH"/>
          </a:p>
        </p:txBody>
      </p:sp>
      <p:sp>
        <p:nvSpPr>
          <p:cNvPr id="18" name="Slide Number Placeholder 17"/>
          <p:cNvSpPr>
            <a:spLocks noGrp="1"/>
          </p:cNvSpPr>
          <p:nvPr>
            <p:ph type="sldNum" sz="quarter" idx="4"/>
          </p:nvPr>
        </p:nvSpPr>
        <p:spPr>
          <a:xfrm>
            <a:off x="8647272" y="6407944"/>
            <a:ext cx="365760" cy="365125"/>
          </a:xfrm>
          <a:prstGeom prst="rect">
            <a:avLst/>
          </a:prstGeom>
        </p:spPr>
        <p:txBody>
          <a:bodyPr vert="horz" anchor="b"/>
          <a:lstStyle>
            <a:lvl1pPr algn="r" eaLnBrk="1" latinLnBrk="0" hangingPunct="1">
              <a:defRPr kumimoji="0" sz="1000" b="0">
                <a:solidFill>
                  <a:schemeClr val="tx1"/>
                </a:solidFill>
              </a:defRPr>
            </a:lvl1pPr>
            <a:extLst/>
          </a:lstStyle>
          <a:p>
            <a:fld id="{A75715C2-85D2-4A1B-8ECA-E9EF98E789B4}" type="slidenum">
              <a:rPr lang="en-PH" smtClean="0"/>
              <a:t>‹#›</a:t>
            </a:fld>
            <a:endParaRPr lang="en-PH"/>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rtl="0" eaLnBrk="1" latinLnBrk="0" hangingPunct="1">
        <a:spcBef>
          <a:spcPct val="0"/>
        </a:spcBef>
        <a:buNone/>
        <a:defRPr kumimoji="0" sz="4100" b="1" kern="1200">
          <a:solidFill>
            <a:schemeClr val="tx2"/>
          </a:solidFill>
          <a:effectLst>
            <a:outerShdw blurRad="31750" dist="25400" dir="5400000" algn="tl" rotWithShape="0">
              <a:srgbClr val="000000">
                <a:alpha val="25000"/>
              </a:srgbClr>
            </a:outerShdw>
          </a:effectLst>
          <a:latin typeface="+mj-lt"/>
          <a:ea typeface="+mj-ea"/>
          <a:cs typeface="+mj-cs"/>
        </a:defRPr>
      </a:lvl1pPr>
      <a:extLst/>
    </p:titleStyle>
    <p:bodyStyle>
      <a:lvl1pPr marL="365760" indent="-256032" algn="l" rtl="0" eaLnBrk="1" latinLnBrk="0" hangingPunct="1">
        <a:spcBef>
          <a:spcPts val="400"/>
        </a:spcBef>
        <a:spcAft>
          <a:spcPts val="0"/>
        </a:spcAft>
        <a:buClr>
          <a:schemeClr val="accent1"/>
        </a:buClr>
        <a:buSzPct val="68000"/>
        <a:buFont typeface="Wingdings 3"/>
        <a:buChar char=""/>
        <a:defRPr kumimoji="0" sz="2700" kern="1200">
          <a:solidFill>
            <a:schemeClr val="tx1"/>
          </a:solidFill>
          <a:latin typeface="+mn-lt"/>
          <a:ea typeface="+mn-ea"/>
          <a:cs typeface="+mn-cs"/>
        </a:defRPr>
      </a:lvl1pPr>
      <a:lvl2pPr marL="621792" indent="-228600" algn="l" rtl="0" eaLnBrk="1" latinLnBrk="0" hangingPunct="1">
        <a:spcBef>
          <a:spcPts val="324"/>
        </a:spcBef>
        <a:buClr>
          <a:schemeClr val="accent1"/>
        </a:buClr>
        <a:buFont typeface="Verdana"/>
        <a:buChar char="◦"/>
        <a:defRPr kumimoji="0" sz="2300" kern="1200">
          <a:solidFill>
            <a:schemeClr val="tx1"/>
          </a:solidFill>
          <a:latin typeface="+mn-lt"/>
          <a:ea typeface="+mn-ea"/>
          <a:cs typeface="+mn-cs"/>
        </a:defRPr>
      </a:lvl2pPr>
      <a:lvl3pPr marL="859536" indent="-228600" algn="l" rtl="0" eaLnBrk="1" latinLnBrk="0" hangingPunct="1">
        <a:spcBef>
          <a:spcPts val="350"/>
        </a:spcBef>
        <a:buClr>
          <a:schemeClr val="accent2"/>
        </a:buClr>
        <a:buSzPct val="100000"/>
        <a:buFont typeface="Wingdings 2"/>
        <a:buChar char=""/>
        <a:defRPr kumimoji="0" sz="2100" kern="1200">
          <a:solidFill>
            <a:schemeClr val="tx1"/>
          </a:solidFill>
          <a:latin typeface="+mn-lt"/>
          <a:ea typeface="+mn-ea"/>
          <a:cs typeface="+mn-cs"/>
        </a:defRPr>
      </a:lvl3pPr>
      <a:lvl4pPr marL="1143000" indent="-228600" algn="l" rtl="0" eaLnBrk="1" latinLnBrk="0" hangingPunct="1">
        <a:spcBef>
          <a:spcPts val="350"/>
        </a:spcBef>
        <a:buClr>
          <a:schemeClr val="accent2"/>
        </a:buClr>
        <a:buFont typeface="Wingdings 2"/>
        <a:buChar char=""/>
        <a:defRPr kumimoji="0" sz="1900" kern="1200">
          <a:solidFill>
            <a:schemeClr val="tx1"/>
          </a:solidFill>
          <a:latin typeface="+mn-lt"/>
          <a:ea typeface="+mn-ea"/>
          <a:cs typeface="+mn-cs"/>
        </a:defRPr>
      </a:lvl4pPr>
      <a:lvl5pPr marL="1371600" indent="-228600" algn="l" rtl="0" eaLnBrk="1" latinLnBrk="0" hangingPunct="1">
        <a:spcBef>
          <a:spcPts val="350"/>
        </a:spcBef>
        <a:buClr>
          <a:schemeClr val="accent2"/>
        </a:buClr>
        <a:buFont typeface="Wingdings 2"/>
        <a:buChar char=""/>
        <a:defRPr kumimoji="0" sz="1800" kern="1200">
          <a:solidFill>
            <a:schemeClr val="tx1"/>
          </a:solidFill>
          <a:latin typeface="+mn-lt"/>
          <a:ea typeface="+mn-ea"/>
          <a:cs typeface="+mn-cs"/>
        </a:defRPr>
      </a:lvl5pPr>
      <a:lvl6pPr marL="1600200" indent="-228600" algn="l" rtl="0" eaLnBrk="1" latinLnBrk="0" hangingPunct="1">
        <a:spcBef>
          <a:spcPts val="350"/>
        </a:spcBef>
        <a:buClr>
          <a:schemeClr val="accent3"/>
        </a:buClr>
        <a:buFont typeface="Wingdings 2"/>
        <a:buChar char=""/>
        <a:defRPr kumimoji="0" sz="1800" kern="1200">
          <a:solidFill>
            <a:schemeClr val="tx1"/>
          </a:solidFill>
          <a:latin typeface="+mn-lt"/>
          <a:ea typeface="+mn-ea"/>
          <a:cs typeface="+mn-cs"/>
        </a:defRPr>
      </a:lvl6pPr>
      <a:lvl7pPr marL="18288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7pPr>
      <a:lvl8pPr marL="20574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8pPr>
      <a:lvl9pPr marL="2286000" indent="-228600" algn="l" rtl="0" eaLnBrk="1" latinLnBrk="0" hangingPunct="1">
        <a:spcBef>
          <a:spcPts val="350"/>
        </a:spcBef>
        <a:buClr>
          <a:schemeClr val="accent3"/>
        </a:buClr>
        <a:buFont typeface="Wingdings 2"/>
        <a:buChar char=""/>
        <a:defRPr kumimoji="0" sz="1600" kern="1200" baseline="0">
          <a:solidFill>
            <a:schemeClr val="tx1"/>
          </a:solidFill>
          <a:latin typeface="+mn-lt"/>
          <a:ea typeface="+mn-ea"/>
          <a:cs typeface="+mn-cs"/>
        </a:defRPr>
      </a:lvl9pPr>
      <a:extLst/>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a:extLst/>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PH" dirty="0" smtClean="0"/>
              <a:t>Clean and Tidy food and beverage service areas</a:t>
            </a:r>
            <a:endParaRPr lang="en-PH" dirty="0"/>
          </a:p>
        </p:txBody>
      </p:sp>
      <p:sp>
        <p:nvSpPr>
          <p:cNvPr id="3" name="Subtitle 2"/>
          <p:cNvSpPr>
            <a:spLocks noGrp="1"/>
          </p:cNvSpPr>
          <p:nvPr>
            <p:ph type="subTitle" idx="1"/>
          </p:nvPr>
        </p:nvSpPr>
        <p:spPr/>
        <p:txBody>
          <a:bodyPr>
            <a:normAutofit fontScale="92500" lnSpcReduction="20000"/>
          </a:bodyPr>
          <a:lstStyle/>
          <a:p>
            <a:r>
              <a:rPr lang="en-PH" dirty="0" smtClean="0"/>
              <a:t>Lecture 2</a:t>
            </a:r>
          </a:p>
          <a:p>
            <a:r>
              <a:rPr lang="en-PH" dirty="0" err="1" smtClean="0"/>
              <a:t>Delma</a:t>
            </a:r>
            <a:r>
              <a:rPr lang="en-PH" dirty="0" smtClean="0"/>
              <a:t> B. Ortega</a:t>
            </a:r>
          </a:p>
          <a:p>
            <a:r>
              <a:rPr lang="en-PH" dirty="0" smtClean="0"/>
              <a:t>MAEM</a:t>
            </a:r>
            <a:endParaRPr lang="en-PH" dirty="0"/>
          </a:p>
        </p:txBody>
      </p:sp>
    </p:spTree>
    <p:extLst>
      <p:ext uri="{BB962C8B-B14F-4D97-AF65-F5344CB8AC3E}">
        <p14:creationId xmlns:p14="http://schemas.microsoft.com/office/powerpoint/2010/main" val="243269042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pPr marL="0" indent="0">
              <a:buNone/>
            </a:pPr>
            <a:r>
              <a:rPr lang="en-PH" dirty="0" smtClean="0"/>
              <a:t>1. </a:t>
            </a:r>
            <a:r>
              <a:rPr lang="en-AU" dirty="0" smtClean="0">
                <a:latin typeface="Helvetica" pitchFamily="34" charset="0"/>
              </a:rPr>
              <a:t>Identify Food and Beverage service areas and equipment that may need to be cleaned</a:t>
            </a:r>
          </a:p>
          <a:p>
            <a:pPr marL="0" indent="0">
              <a:buNone/>
            </a:pPr>
            <a:r>
              <a:rPr lang="en-PH" dirty="0" smtClean="0"/>
              <a:t>2. </a:t>
            </a:r>
            <a:r>
              <a:rPr lang="en-AU" dirty="0" smtClean="0">
                <a:latin typeface="Helvetica" pitchFamily="34" charset="0"/>
              </a:rPr>
              <a:t>Identify factors that may impact on delivery of cleaning in F &amp; B service areas</a:t>
            </a:r>
          </a:p>
          <a:p>
            <a:pPr marL="0" indent="0">
              <a:buNone/>
            </a:pPr>
            <a:r>
              <a:rPr lang="en-AU" dirty="0" smtClean="0">
                <a:latin typeface="Helvetica" pitchFamily="34" charset="0"/>
              </a:rPr>
              <a:t>3. </a:t>
            </a:r>
            <a:r>
              <a:rPr lang="en-AU" dirty="0" smtClean="0"/>
              <a:t>Apply cleaning and tidying techniques to </a:t>
            </a:r>
            <a:br>
              <a:rPr lang="en-AU" dirty="0" smtClean="0"/>
            </a:br>
            <a:r>
              <a:rPr lang="en-AU" dirty="0" smtClean="0"/>
              <a:t>identified cleaning needs in beverage </a:t>
            </a:r>
            <a:br>
              <a:rPr lang="en-AU" dirty="0" smtClean="0"/>
            </a:br>
            <a:r>
              <a:rPr lang="en-AU" dirty="0" smtClean="0"/>
              <a:t>service areas</a:t>
            </a:r>
          </a:p>
          <a:p>
            <a:pPr marL="0" indent="0">
              <a:buNone/>
            </a:pPr>
            <a:endParaRPr lang="en-AU" dirty="0" smtClean="0">
              <a:latin typeface="Helvetica" pitchFamily="34" charset="0"/>
            </a:endParaRPr>
          </a:p>
          <a:p>
            <a:pPr marL="0" indent="0">
              <a:buNone/>
            </a:pPr>
            <a:r>
              <a:rPr lang="en-PH" dirty="0" smtClean="0"/>
              <a:t> </a:t>
            </a:r>
            <a:endParaRPr lang="en-PH" dirty="0"/>
          </a:p>
        </p:txBody>
      </p:sp>
      <p:sp>
        <p:nvSpPr>
          <p:cNvPr id="2" name="Title 1"/>
          <p:cNvSpPr>
            <a:spLocks noGrp="1"/>
          </p:cNvSpPr>
          <p:nvPr>
            <p:ph type="title"/>
          </p:nvPr>
        </p:nvSpPr>
        <p:spPr/>
        <p:txBody>
          <a:bodyPr/>
          <a:lstStyle/>
          <a:p>
            <a:r>
              <a:rPr lang="en-PH" dirty="0" smtClean="0"/>
              <a:t>3 Elements</a:t>
            </a:r>
            <a:endParaRPr lang="en-PH" dirty="0"/>
          </a:p>
        </p:txBody>
      </p:sp>
    </p:spTree>
    <p:extLst>
      <p:ext uri="{BB962C8B-B14F-4D97-AF65-F5344CB8AC3E}">
        <p14:creationId xmlns:p14="http://schemas.microsoft.com/office/powerpoint/2010/main" val="22318106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67544" y="332656"/>
            <a:ext cx="8229600" cy="5721499"/>
          </a:xfrm>
        </p:spPr>
        <p:txBody>
          <a:bodyPr/>
          <a:lstStyle/>
          <a:p>
            <a:pPr marL="0" indent="0">
              <a:buNone/>
            </a:pPr>
            <a:r>
              <a:rPr lang="en-US" b="1" dirty="0" smtClean="0">
                <a:latin typeface="Helvetica" pitchFamily="34" charset="0"/>
              </a:rPr>
              <a:t>Food establishments may use </a:t>
            </a:r>
            <a:r>
              <a:rPr lang="en-US" b="1" dirty="0" err="1" smtClean="0">
                <a:latin typeface="Helvetica" pitchFamily="34" charset="0"/>
              </a:rPr>
              <a:t>colour</a:t>
            </a:r>
            <a:r>
              <a:rPr lang="en-US" b="1" dirty="0" smtClean="0">
                <a:latin typeface="Helvetica" pitchFamily="34" charset="0"/>
              </a:rPr>
              <a:t>-coding to prevent cross-contamination:</a:t>
            </a:r>
          </a:p>
          <a:p>
            <a:pPr marL="0" indent="0">
              <a:buNone/>
            </a:pPr>
            <a:endParaRPr lang="en-PH" dirty="0" smtClean="0"/>
          </a:p>
          <a:p>
            <a:pPr marL="720000" indent="-360000">
              <a:spcBef>
                <a:spcPts val="600"/>
              </a:spcBef>
              <a:spcAft>
                <a:spcPts val="1200"/>
              </a:spcAft>
              <a:buClr>
                <a:srgbClr val="7FD13B"/>
              </a:buClr>
              <a:buFont typeface="Wingdings" pitchFamily="2" charset="2"/>
              <a:buChar char="§"/>
            </a:pPr>
            <a:r>
              <a:rPr lang="en-US" b="1" dirty="0" smtClean="0">
                <a:latin typeface="Helvetica" pitchFamily="34" charset="0"/>
              </a:rPr>
              <a:t>Red</a:t>
            </a:r>
            <a:r>
              <a:rPr lang="en-US" dirty="0" smtClean="0">
                <a:latin typeface="Helvetica" pitchFamily="34" charset="0"/>
              </a:rPr>
              <a:t> = toilets only</a:t>
            </a:r>
          </a:p>
          <a:p>
            <a:pPr marL="720000" indent="-360000">
              <a:spcBef>
                <a:spcPts val="600"/>
              </a:spcBef>
              <a:spcAft>
                <a:spcPts val="1200"/>
              </a:spcAft>
              <a:buClr>
                <a:srgbClr val="7FD13B"/>
              </a:buClr>
              <a:buFont typeface="Wingdings" pitchFamily="2" charset="2"/>
              <a:buChar char="§"/>
            </a:pPr>
            <a:r>
              <a:rPr lang="en-US" b="1" dirty="0" smtClean="0"/>
              <a:t>Green</a:t>
            </a:r>
            <a:r>
              <a:rPr lang="en-US" dirty="0" smtClean="0"/>
              <a:t> = kitchen or food areas only</a:t>
            </a:r>
          </a:p>
          <a:p>
            <a:pPr marL="720000" indent="-360000">
              <a:spcBef>
                <a:spcPts val="600"/>
              </a:spcBef>
              <a:spcAft>
                <a:spcPts val="1200"/>
              </a:spcAft>
              <a:buClr>
                <a:srgbClr val="7FD13B"/>
              </a:buClr>
              <a:buFont typeface="Wingdings" pitchFamily="2" charset="2"/>
              <a:buChar char="§"/>
            </a:pPr>
            <a:r>
              <a:rPr lang="en-US" b="1" dirty="0" smtClean="0">
                <a:latin typeface="Helvetica" pitchFamily="34" charset="0"/>
              </a:rPr>
              <a:t>Blue</a:t>
            </a:r>
            <a:r>
              <a:rPr lang="en-US" dirty="0" smtClean="0">
                <a:latin typeface="Helvetica" pitchFamily="34" charset="0"/>
              </a:rPr>
              <a:t> = general purpose cleaning</a:t>
            </a:r>
          </a:p>
          <a:p>
            <a:pPr marL="0" indent="0">
              <a:buNone/>
            </a:pPr>
            <a:endParaRPr lang="en-PH" dirty="0"/>
          </a:p>
        </p:txBody>
      </p:sp>
    </p:spTree>
    <p:extLst>
      <p:ext uri="{BB962C8B-B14F-4D97-AF65-F5344CB8AC3E}">
        <p14:creationId xmlns:p14="http://schemas.microsoft.com/office/powerpoint/2010/main" val="327315170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32656"/>
            <a:ext cx="8229600" cy="5793507"/>
          </a:xfrm>
        </p:spPr>
        <p:txBody>
          <a:bodyPr/>
          <a:lstStyle/>
          <a:p>
            <a:pPr marL="0" indent="0">
              <a:buNone/>
            </a:pPr>
            <a:r>
              <a:rPr lang="en-US" b="1" dirty="0" smtClean="0">
                <a:latin typeface="Helvetica" pitchFamily="34" charset="0"/>
              </a:rPr>
              <a:t>All items, equipment </a:t>
            </a:r>
            <a:r>
              <a:rPr lang="en-US" b="1" dirty="0" smtClean="0"/>
              <a:t>and surfaces used to prepare, store, service or process food must be</a:t>
            </a:r>
            <a:r>
              <a:rPr lang="en-US" b="1" dirty="0">
                <a:latin typeface="Helvetica" pitchFamily="34" charset="0"/>
              </a:rPr>
              <a:t> </a:t>
            </a:r>
            <a:r>
              <a:rPr lang="en-US" b="1" dirty="0" smtClean="0">
                <a:latin typeface="Helvetica" pitchFamily="34" charset="0"/>
              </a:rPr>
              <a:t>cleaned and sanitized:</a:t>
            </a:r>
            <a:endParaRPr lang="en-US" b="1" dirty="0" smtClean="0">
              <a:latin typeface="Helvetica" pitchFamily="34" charset="0"/>
            </a:endParaRPr>
          </a:p>
          <a:p>
            <a:pPr marL="720000" indent="-360000">
              <a:spcBef>
                <a:spcPts val="600"/>
              </a:spcBef>
              <a:spcAft>
                <a:spcPts val="1200"/>
              </a:spcAft>
              <a:buClr>
                <a:srgbClr val="7FD13B"/>
              </a:buClr>
              <a:buFont typeface="Wingdings" pitchFamily="2" charset="2"/>
              <a:buChar char="§"/>
            </a:pPr>
            <a:r>
              <a:rPr lang="en-PH" dirty="0" smtClean="0"/>
              <a:t> </a:t>
            </a:r>
            <a:r>
              <a:rPr lang="en-US" dirty="0" smtClean="0">
                <a:latin typeface="Helvetica" pitchFamily="34" charset="0"/>
              </a:rPr>
              <a:t>Between high risk and cooked or</a:t>
            </a:r>
            <a:br>
              <a:rPr lang="en-US" dirty="0" smtClean="0">
                <a:latin typeface="Helvetica" pitchFamily="34" charset="0"/>
              </a:rPr>
            </a:br>
            <a:r>
              <a:rPr lang="en-US" dirty="0" smtClean="0">
                <a:latin typeface="Helvetica" pitchFamily="34" charset="0"/>
              </a:rPr>
              <a:t>ready-to-eat food</a:t>
            </a:r>
          </a:p>
          <a:p>
            <a:pPr marL="720000" indent="-360000">
              <a:spcBef>
                <a:spcPts val="600"/>
              </a:spcBef>
              <a:spcAft>
                <a:spcPts val="1200"/>
              </a:spcAft>
              <a:buClr>
                <a:srgbClr val="7FD13B"/>
              </a:buClr>
              <a:buFont typeface="Wingdings" pitchFamily="2" charset="2"/>
              <a:buChar char="§"/>
            </a:pPr>
            <a:r>
              <a:rPr lang="en-US" dirty="0" smtClean="0"/>
              <a:t>After each service session</a:t>
            </a:r>
          </a:p>
          <a:p>
            <a:pPr marL="720000" indent="-360000">
              <a:spcBef>
                <a:spcPts val="600"/>
              </a:spcBef>
              <a:spcAft>
                <a:spcPts val="1200"/>
              </a:spcAft>
              <a:buClr>
                <a:srgbClr val="7FD13B"/>
              </a:buClr>
              <a:buFont typeface="Wingdings" pitchFamily="2" charset="2"/>
              <a:buChar char="§"/>
            </a:pPr>
            <a:r>
              <a:rPr lang="en-US" dirty="0" smtClean="0">
                <a:latin typeface="Helvetica" pitchFamily="34" charset="0"/>
              </a:rPr>
              <a:t>At least every 4 hours if in </a:t>
            </a:r>
            <a:br>
              <a:rPr lang="en-US" dirty="0" smtClean="0">
                <a:latin typeface="Helvetica" pitchFamily="34" charset="0"/>
              </a:rPr>
            </a:br>
            <a:r>
              <a:rPr lang="en-US" dirty="0" smtClean="0">
                <a:latin typeface="Helvetica" pitchFamily="34" charset="0"/>
              </a:rPr>
              <a:t>constant use</a:t>
            </a:r>
          </a:p>
          <a:p>
            <a:pPr marL="360000" indent="0">
              <a:spcBef>
                <a:spcPts val="600"/>
              </a:spcBef>
              <a:spcAft>
                <a:spcPts val="1200"/>
              </a:spcAft>
              <a:buClr>
                <a:srgbClr val="7FD13B"/>
              </a:buClr>
              <a:buNone/>
            </a:pPr>
            <a:endParaRPr lang="en-PH" dirty="0"/>
          </a:p>
        </p:txBody>
      </p:sp>
    </p:spTree>
    <p:extLst>
      <p:ext uri="{BB962C8B-B14F-4D97-AF65-F5344CB8AC3E}">
        <p14:creationId xmlns:p14="http://schemas.microsoft.com/office/powerpoint/2010/main" val="380995200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pPr marL="360000" indent="-360000">
              <a:spcBef>
                <a:spcPts val="600"/>
              </a:spcBef>
              <a:spcAft>
                <a:spcPts val="1200"/>
              </a:spcAft>
            </a:pPr>
            <a:r>
              <a:rPr lang="en-US" dirty="0" smtClean="0">
                <a:latin typeface="Helvetica" pitchFamily="34" charset="0"/>
              </a:rPr>
              <a:t>Crockery, cutlery and glassware</a:t>
            </a:r>
          </a:p>
          <a:p>
            <a:pPr marL="360000" indent="-360000">
              <a:spcBef>
                <a:spcPts val="600"/>
              </a:spcBef>
              <a:spcAft>
                <a:spcPts val="1200"/>
              </a:spcAft>
            </a:pPr>
            <a:r>
              <a:rPr lang="en-US" dirty="0" smtClean="0">
                <a:latin typeface="Helvetica" pitchFamily="34" charset="0"/>
              </a:rPr>
              <a:t>General kitchen utensils</a:t>
            </a:r>
          </a:p>
          <a:p>
            <a:pPr marL="360000" indent="-360000">
              <a:spcBef>
                <a:spcPts val="600"/>
              </a:spcBef>
              <a:spcAft>
                <a:spcPts val="1200"/>
              </a:spcAft>
            </a:pPr>
            <a:r>
              <a:rPr lang="en-US" dirty="0" smtClean="0"/>
              <a:t>Food preparation, storage, display and </a:t>
            </a:r>
            <a:br>
              <a:rPr lang="en-US" dirty="0" smtClean="0"/>
            </a:br>
            <a:r>
              <a:rPr lang="en-US" dirty="0" smtClean="0"/>
              <a:t>service equipment</a:t>
            </a:r>
          </a:p>
          <a:p>
            <a:pPr marL="360000" indent="-360000">
              <a:spcBef>
                <a:spcPts val="600"/>
              </a:spcBef>
              <a:spcAft>
                <a:spcPts val="1200"/>
              </a:spcAft>
            </a:pPr>
            <a:r>
              <a:rPr lang="en-US" dirty="0" smtClean="0">
                <a:latin typeface="Helvetica" pitchFamily="34" charset="0"/>
              </a:rPr>
              <a:t>Cooking items</a:t>
            </a:r>
          </a:p>
          <a:p>
            <a:pPr marL="360000" indent="-360000">
              <a:spcBef>
                <a:spcPts val="600"/>
              </a:spcBef>
              <a:spcAft>
                <a:spcPts val="1200"/>
              </a:spcAft>
            </a:pPr>
            <a:r>
              <a:rPr lang="en-US" dirty="0" smtClean="0"/>
              <a:t>Food containers</a:t>
            </a:r>
          </a:p>
          <a:p>
            <a:pPr marL="360000" indent="-360000">
              <a:spcBef>
                <a:spcPts val="600"/>
              </a:spcBef>
              <a:spcAft>
                <a:spcPts val="1200"/>
              </a:spcAft>
            </a:pPr>
            <a:r>
              <a:rPr lang="en-US" dirty="0" smtClean="0">
                <a:latin typeface="Helvetica" pitchFamily="34" charset="0"/>
              </a:rPr>
              <a:t>Rubbish bins</a:t>
            </a:r>
          </a:p>
          <a:p>
            <a:pPr marL="0" indent="0">
              <a:buNone/>
            </a:pPr>
            <a:endParaRPr lang="en-PH" dirty="0"/>
          </a:p>
        </p:txBody>
      </p:sp>
    </p:spTree>
    <p:extLst>
      <p:ext uri="{BB962C8B-B14F-4D97-AF65-F5344CB8AC3E}">
        <p14:creationId xmlns:p14="http://schemas.microsoft.com/office/powerpoint/2010/main" val="177564903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pPr marL="360000" indent="-360000">
              <a:spcBef>
                <a:spcPts val="600"/>
              </a:spcBef>
              <a:spcAft>
                <a:spcPts val="1200"/>
              </a:spcAft>
            </a:pPr>
            <a:r>
              <a:rPr lang="en-US" dirty="0" smtClean="0">
                <a:latin typeface="Helvetica" pitchFamily="34" charset="0"/>
              </a:rPr>
              <a:t>Remove visible food</a:t>
            </a:r>
          </a:p>
          <a:p>
            <a:pPr marL="360000" indent="-360000">
              <a:spcBef>
                <a:spcPts val="600"/>
              </a:spcBef>
              <a:spcAft>
                <a:spcPts val="1200"/>
              </a:spcAft>
            </a:pPr>
            <a:r>
              <a:rPr lang="en-US" dirty="0" smtClean="0">
                <a:latin typeface="Helvetica" pitchFamily="34" charset="0"/>
              </a:rPr>
              <a:t>Rinse</a:t>
            </a:r>
          </a:p>
          <a:p>
            <a:pPr marL="360000" indent="-360000">
              <a:spcBef>
                <a:spcPts val="600"/>
              </a:spcBef>
              <a:spcAft>
                <a:spcPts val="1200"/>
              </a:spcAft>
            </a:pPr>
            <a:r>
              <a:rPr lang="en-US" dirty="0" smtClean="0"/>
              <a:t>Wash with detergent</a:t>
            </a:r>
          </a:p>
          <a:p>
            <a:pPr marL="360000" indent="-360000">
              <a:spcBef>
                <a:spcPts val="600"/>
              </a:spcBef>
              <a:spcAft>
                <a:spcPts val="1200"/>
              </a:spcAft>
            </a:pPr>
            <a:r>
              <a:rPr lang="en-US" dirty="0" smtClean="0">
                <a:latin typeface="Helvetica" pitchFamily="34" charset="0"/>
              </a:rPr>
              <a:t>Rinse</a:t>
            </a:r>
          </a:p>
          <a:p>
            <a:pPr marL="360000" indent="-360000">
              <a:spcBef>
                <a:spcPts val="600"/>
              </a:spcBef>
              <a:spcAft>
                <a:spcPts val="1200"/>
              </a:spcAft>
            </a:pPr>
            <a:r>
              <a:rPr lang="en-US" dirty="0" smtClean="0"/>
              <a:t>Sanitize</a:t>
            </a:r>
          </a:p>
          <a:p>
            <a:pPr marL="360000" indent="-360000">
              <a:spcBef>
                <a:spcPts val="600"/>
              </a:spcBef>
              <a:spcAft>
                <a:spcPts val="1200"/>
              </a:spcAft>
            </a:pPr>
            <a:r>
              <a:rPr lang="en-US" dirty="0" smtClean="0">
                <a:latin typeface="Helvetica" pitchFamily="34" charset="0"/>
              </a:rPr>
              <a:t>Rinse</a:t>
            </a:r>
          </a:p>
          <a:p>
            <a:pPr marL="360000" indent="-360000">
              <a:spcBef>
                <a:spcPts val="600"/>
              </a:spcBef>
              <a:spcAft>
                <a:spcPts val="1200"/>
              </a:spcAft>
            </a:pPr>
            <a:r>
              <a:rPr lang="en-US" dirty="0" smtClean="0"/>
              <a:t>Air dry</a:t>
            </a:r>
            <a:endParaRPr lang="en-US" dirty="0" smtClean="0">
              <a:latin typeface="Helvetica" pitchFamily="34" charset="0"/>
            </a:endParaRPr>
          </a:p>
          <a:p>
            <a:pPr marL="0" indent="0">
              <a:buNone/>
            </a:pPr>
            <a:endParaRPr lang="en-PH" dirty="0"/>
          </a:p>
        </p:txBody>
      </p:sp>
      <p:sp>
        <p:nvSpPr>
          <p:cNvPr id="2" name="Title 1"/>
          <p:cNvSpPr>
            <a:spLocks noGrp="1"/>
          </p:cNvSpPr>
          <p:nvPr>
            <p:ph type="title"/>
          </p:nvPr>
        </p:nvSpPr>
        <p:spPr/>
        <p:txBody>
          <a:bodyPr>
            <a:normAutofit fontScale="90000"/>
          </a:bodyPr>
          <a:lstStyle/>
          <a:p>
            <a:r>
              <a:rPr lang="en-US" b="1" dirty="0" smtClean="0"/>
              <a:t>Accepted p</a:t>
            </a:r>
            <a:r>
              <a:rPr lang="en-US" b="1" dirty="0" smtClean="0">
                <a:latin typeface="Helvetica" pitchFamily="34" charset="0"/>
              </a:rPr>
              <a:t>rocess for washing and sanitizing crockery and cutlery:</a:t>
            </a:r>
            <a:br>
              <a:rPr lang="en-US" b="1" dirty="0" smtClean="0">
                <a:latin typeface="Helvetica" pitchFamily="34" charset="0"/>
              </a:rPr>
            </a:br>
            <a:endParaRPr lang="en-PH" b="1" dirty="0"/>
          </a:p>
        </p:txBody>
      </p:sp>
    </p:spTree>
    <p:extLst>
      <p:ext uri="{BB962C8B-B14F-4D97-AF65-F5344CB8AC3E}">
        <p14:creationId xmlns:p14="http://schemas.microsoft.com/office/powerpoint/2010/main" val="409851769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marL="360000" indent="-360000">
              <a:spcBef>
                <a:spcPts val="600"/>
              </a:spcBef>
              <a:spcAft>
                <a:spcPts val="1200"/>
              </a:spcAft>
            </a:pPr>
            <a:r>
              <a:rPr lang="en-US" dirty="0" smtClean="0">
                <a:latin typeface="Helvetica" pitchFamily="34" charset="0"/>
              </a:rPr>
              <a:t>Scrape and rinse</a:t>
            </a:r>
          </a:p>
          <a:p>
            <a:pPr marL="360000" indent="-360000">
              <a:spcBef>
                <a:spcPts val="600"/>
              </a:spcBef>
              <a:spcAft>
                <a:spcPts val="1200"/>
              </a:spcAft>
            </a:pPr>
            <a:r>
              <a:rPr lang="en-US" dirty="0" smtClean="0">
                <a:latin typeface="Helvetica" pitchFamily="34" charset="0"/>
              </a:rPr>
              <a:t>Stack in correct tray or rack</a:t>
            </a:r>
          </a:p>
          <a:p>
            <a:pPr marL="360000" indent="-360000">
              <a:spcBef>
                <a:spcPts val="600"/>
              </a:spcBef>
              <a:spcAft>
                <a:spcPts val="1200"/>
              </a:spcAft>
            </a:pPr>
            <a:r>
              <a:rPr lang="en-US" dirty="0" smtClean="0">
                <a:latin typeface="Helvetica" pitchFamily="34" charset="0"/>
              </a:rPr>
              <a:t>Wash – min. 60 seconds at min. </a:t>
            </a:r>
            <a:r>
              <a:rPr lang="en-AU" dirty="0" smtClean="0"/>
              <a:t>66°C</a:t>
            </a:r>
            <a:endParaRPr lang="en-US" dirty="0" smtClean="0"/>
          </a:p>
          <a:p>
            <a:pPr marL="360000" indent="-360000">
              <a:spcBef>
                <a:spcPts val="600"/>
              </a:spcBef>
              <a:spcAft>
                <a:spcPts val="1200"/>
              </a:spcAft>
            </a:pPr>
            <a:r>
              <a:rPr lang="en-US" dirty="0" smtClean="0"/>
              <a:t>Rinse – min. 10 seconds at min. </a:t>
            </a:r>
            <a:r>
              <a:rPr lang="en-AU" dirty="0" smtClean="0"/>
              <a:t>77°C</a:t>
            </a:r>
            <a:endParaRPr lang="en-US" dirty="0" smtClean="0"/>
          </a:p>
          <a:p>
            <a:pPr marL="360000" indent="-360000">
              <a:spcBef>
                <a:spcPts val="600"/>
              </a:spcBef>
              <a:spcAft>
                <a:spcPts val="1200"/>
              </a:spcAft>
              <a:buNone/>
            </a:pPr>
            <a:endParaRPr lang="en-US" dirty="0" smtClean="0">
              <a:latin typeface="Helvetica" pitchFamily="34" charset="0"/>
            </a:endParaRPr>
          </a:p>
          <a:p>
            <a:pPr marL="0" indent="0">
              <a:buNone/>
            </a:pPr>
            <a:endParaRPr lang="en-PH" dirty="0"/>
          </a:p>
        </p:txBody>
      </p:sp>
      <p:sp>
        <p:nvSpPr>
          <p:cNvPr id="2" name="Title 1"/>
          <p:cNvSpPr>
            <a:spLocks noGrp="1"/>
          </p:cNvSpPr>
          <p:nvPr>
            <p:ph type="title"/>
          </p:nvPr>
        </p:nvSpPr>
        <p:spPr>
          <a:xfrm>
            <a:off x="457200" y="620688"/>
            <a:ext cx="8229600" cy="796950"/>
          </a:xfrm>
        </p:spPr>
        <p:txBody>
          <a:bodyPr>
            <a:normAutofit fontScale="90000"/>
          </a:bodyPr>
          <a:lstStyle/>
          <a:p>
            <a:r>
              <a:rPr lang="en-US" b="1" dirty="0" smtClean="0">
                <a:latin typeface="Helvetica" pitchFamily="34" charset="0"/>
              </a:rPr>
              <a:t>Machine washing of crockery and cutlery</a:t>
            </a:r>
            <a:r>
              <a:rPr lang="en-US" dirty="0" smtClean="0">
                <a:latin typeface="Helvetica" pitchFamily="34" charset="0"/>
              </a:rPr>
              <a:t>:</a:t>
            </a:r>
            <a:br>
              <a:rPr lang="en-US" dirty="0" smtClean="0">
                <a:latin typeface="Helvetica" pitchFamily="34" charset="0"/>
              </a:rPr>
            </a:br>
            <a:endParaRPr lang="en-PH" dirty="0"/>
          </a:p>
        </p:txBody>
      </p:sp>
    </p:spTree>
    <p:extLst>
      <p:ext uri="{BB962C8B-B14F-4D97-AF65-F5344CB8AC3E}">
        <p14:creationId xmlns:p14="http://schemas.microsoft.com/office/powerpoint/2010/main" val="207631448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pPr marL="360000" indent="-360000">
              <a:spcBef>
                <a:spcPts val="600"/>
              </a:spcBef>
              <a:spcAft>
                <a:spcPts val="1200"/>
              </a:spcAft>
            </a:pPr>
            <a:r>
              <a:rPr lang="en-US" dirty="0" smtClean="0">
                <a:latin typeface="Helvetica" pitchFamily="34" charset="0"/>
              </a:rPr>
              <a:t>One bowl with water and detergent at 45</a:t>
            </a:r>
            <a:r>
              <a:rPr lang="en-AU" dirty="0" smtClean="0"/>
              <a:t>°C</a:t>
            </a:r>
            <a:r>
              <a:rPr lang="en-US" dirty="0" smtClean="0">
                <a:latin typeface="Helvetica" pitchFamily="34" charset="0"/>
              </a:rPr>
              <a:t> for washing</a:t>
            </a:r>
          </a:p>
          <a:p>
            <a:pPr marL="360000" indent="-360000">
              <a:spcBef>
                <a:spcPts val="600"/>
              </a:spcBef>
              <a:spcAft>
                <a:spcPts val="1200"/>
              </a:spcAft>
            </a:pPr>
            <a:r>
              <a:rPr lang="en-US" dirty="0" smtClean="0">
                <a:latin typeface="Helvetica" pitchFamily="34" charset="0"/>
              </a:rPr>
              <a:t>Second bowl with clean water at min</a:t>
            </a:r>
            <a:r>
              <a:rPr lang="en-US" dirty="0" smtClean="0"/>
              <a:t>. 77</a:t>
            </a:r>
            <a:r>
              <a:rPr lang="en-AU" dirty="0" smtClean="0"/>
              <a:t>°C</a:t>
            </a:r>
            <a:endParaRPr lang="en-US" dirty="0" smtClean="0"/>
          </a:p>
          <a:p>
            <a:pPr marL="360000" indent="-360000">
              <a:spcBef>
                <a:spcPts val="600"/>
              </a:spcBef>
              <a:spcAft>
                <a:spcPts val="1200"/>
              </a:spcAft>
            </a:pPr>
            <a:r>
              <a:rPr lang="en-US" dirty="0" smtClean="0"/>
              <a:t>Sanitize by leaving items in second bowl for min. 3 minutes</a:t>
            </a:r>
          </a:p>
          <a:p>
            <a:pPr marL="360000" indent="-360000">
              <a:spcBef>
                <a:spcPts val="600"/>
              </a:spcBef>
              <a:spcAft>
                <a:spcPts val="1200"/>
              </a:spcAft>
            </a:pPr>
            <a:r>
              <a:rPr lang="en-US" dirty="0" smtClean="0"/>
              <a:t>Have thermometer on hand to test water temperatures</a:t>
            </a:r>
          </a:p>
          <a:p>
            <a:pPr marL="360000" indent="-360000">
              <a:spcBef>
                <a:spcPts val="600"/>
              </a:spcBef>
              <a:spcAft>
                <a:spcPts val="1200"/>
              </a:spcAft>
            </a:pPr>
            <a:r>
              <a:rPr lang="en-US" dirty="0" smtClean="0"/>
              <a:t>Air dry</a:t>
            </a:r>
            <a:endParaRPr lang="en-US" dirty="0" smtClean="0">
              <a:latin typeface="Helvetica" pitchFamily="34" charset="0"/>
            </a:endParaRPr>
          </a:p>
          <a:p>
            <a:endParaRPr lang="en-PH" dirty="0"/>
          </a:p>
        </p:txBody>
      </p:sp>
      <p:sp>
        <p:nvSpPr>
          <p:cNvPr id="2" name="Title 1"/>
          <p:cNvSpPr>
            <a:spLocks noGrp="1"/>
          </p:cNvSpPr>
          <p:nvPr>
            <p:ph type="title"/>
          </p:nvPr>
        </p:nvSpPr>
        <p:spPr/>
        <p:txBody>
          <a:bodyPr>
            <a:normAutofit fontScale="90000"/>
          </a:bodyPr>
          <a:lstStyle/>
          <a:p>
            <a:r>
              <a:rPr lang="en-US" b="1" dirty="0" smtClean="0">
                <a:latin typeface="Helvetica" pitchFamily="34" charset="0"/>
              </a:rPr>
              <a:t>When using double-bowl sinks to clean and sanitize:</a:t>
            </a:r>
            <a:br>
              <a:rPr lang="en-US" b="1" dirty="0" smtClean="0">
                <a:latin typeface="Helvetica" pitchFamily="34" charset="0"/>
              </a:rPr>
            </a:br>
            <a:endParaRPr lang="en-PH" b="1" dirty="0"/>
          </a:p>
        </p:txBody>
      </p:sp>
    </p:spTree>
    <p:extLst>
      <p:ext uri="{BB962C8B-B14F-4D97-AF65-F5344CB8AC3E}">
        <p14:creationId xmlns:p14="http://schemas.microsoft.com/office/powerpoint/2010/main" val="5167768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fontScale="92500" lnSpcReduction="20000"/>
          </a:bodyPr>
          <a:lstStyle/>
          <a:p>
            <a:pPr marL="360000" indent="-360000">
              <a:spcBef>
                <a:spcPts val="600"/>
              </a:spcBef>
              <a:spcAft>
                <a:spcPts val="1200"/>
              </a:spcAft>
            </a:pPr>
            <a:r>
              <a:rPr lang="en-US" dirty="0" smtClean="0">
                <a:latin typeface="Helvetica" pitchFamily="34" charset="0"/>
              </a:rPr>
              <a:t>Frayed electrical cords and bare wires</a:t>
            </a:r>
          </a:p>
          <a:p>
            <a:pPr marL="360000" indent="-360000">
              <a:spcBef>
                <a:spcPts val="600"/>
              </a:spcBef>
              <a:spcAft>
                <a:spcPts val="1200"/>
              </a:spcAft>
            </a:pPr>
            <a:r>
              <a:rPr lang="en-US" dirty="0" smtClean="0">
                <a:latin typeface="Helvetica" pitchFamily="34" charset="0"/>
              </a:rPr>
              <a:t>Internal mechanical problems</a:t>
            </a:r>
          </a:p>
          <a:p>
            <a:pPr marL="360000" indent="-360000">
              <a:spcBef>
                <a:spcPts val="600"/>
              </a:spcBef>
              <a:spcAft>
                <a:spcPts val="1200"/>
              </a:spcAft>
            </a:pPr>
            <a:r>
              <a:rPr lang="en-US" dirty="0" smtClean="0"/>
              <a:t>Smoke or burning smells</a:t>
            </a:r>
          </a:p>
          <a:p>
            <a:pPr marL="360000" indent="-360000">
              <a:spcBef>
                <a:spcPts val="600"/>
              </a:spcBef>
              <a:spcAft>
                <a:spcPts val="1200"/>
              </a:spcAft>
            </a:pPr>
            <a:r>
              <a:rPr lang="en-US" dirty="0" smtClean="0">
                <a:latin typeface="Helvetica" pitchFamily="34" charset="0"/>
              </a:rPr>
              <a:t>Leaking items</a:t>
            </a:r>
          </a:p>
          <a:p>
            <a:pPr marL="360000" indent="-360000">
              <a:spcBef>
                <a:spcPts val="600"/>
              </a:spcBef>
              <a:spcAft>
                <a:spcPts val="1200"/>
              </a:spcAft>
            </a:pPr>
            <a:r>
              <a:rPr lang="en-US" dirty="0" smtClean="0"/>
              <a:t>Those with broken handles or accessories</a:t>
            </a:r>
            <a:endParaRPr lang="en-US" dirty="0" smtClean="0">
              <a:latin typeface="Helvetica" pitchFamily="34" charset="0"/>
            </a:endParaRPr>
          </a:p>
          <a:p>
            <a:pPr marL="360000" indent="-360000">
              <a:spcBef>
                <a:spcPts val="600"/>
              </a:spcBef>
              <a:spcAft>
                <a:spcPts val="1200"/>
              </a:spcAft>
            </a:pPr>
            <a:r>
              <a:rPr lang="en-US" dirty="0" smtClean="0">
                <a:latin typeface="Helvetica" pitchFamily="34" charset="0"/>
              </a:rPr>
              <a:t>Items which are ‘worn and torn’</a:t>
            </a:r>
          </a:p>
          <a:p>
            <a:pPr marL="360000" indent="-360000">
              <a:spcBef>
                <a:spcPts val="600"/>
              </a:spcBef>
              <a:spcAft>
                <a:spcPts val="1200"/>
              </a:spcAft>
            </a:pPr>
            <a:r>
              <a:rPr lang="en-US" dirty="0" smtClean="0">
                <a:latin typeface="Helvetica" pitchFamily="34" charset="0"/>
              </a:rPr>
              <a:t>Those which have reached their </a:t>
            </a:r>
            <a:br>
              <a:rPr lang="en-US" dirty="0" smtClean="0">
                <a:latin typeface="Helvetica" pitchFamily="34" charset="0"/>
              </a:rPr>
            </a:br>
            <a:r>
              <a:rPr lang="en-US" dirty="0" smtClean="0">
                <a:latin typeface="Helvetica" pitchFamily="34" charset="0"/>
              </a:rPr>
              <a:t>scheduled </a:t>
            </a:r>
            <a:r>
              <a:rPr lang="en-US" dirty="0" smtClean="0"/>
              <a:t> time </a:t>
            </a:r>
            <a:r>
              <a:rPr lang="en-US" dirty="0" smtClean="0">
                <a:latin typeface="Helvetica" pitchFamily="34" charset="0"/>
              </a:rPr>
              <a:t>for service or </a:t>
            </a:r>
            <a:br>
              <a:rPr lang="en-US" dirty="0" smtClean="0">
                <a:latin typeface="Helvetica" pitchFamily="34" charset="0"/>
              </a:rPr>
            </a:br>
            <a:r>
              <a:rPr lang="en-US" dirty="0" smtClean="0">
                <a:latin typeface="Helvetica" pitchFamily="34" charset="0"/>
              </a:rPr>
              <a:t>preventative maintenance</a:t>
            </a:r>
          </a:p>
          <a:p>
            <a:pPr marL="360000" indent="-360000">
              <a:spcBef>
                <a:spcPts val="600"/>
              </a:spcBef>
              <a:spcAft>
                <a:spcPts val="1200"/>
              </a:spcAft>
              <a:buNone/>
            </a:pPr>
            <a:endParaRPr lang="en-US" dirty="0" smtClean="0">
              <a:latin typeface="Helvetica" pitchFamily="34" charset="0"/>
            </a:endParaRPr>
          </a:p>
          <a:p>
            <a:endParaRPr lang="en-PH" dirty="0"/>
          </a:p>
        </p:txBody>
      </p:sp>
      <p:sp>
        <p:nvSpPr>
          <p:cNvPr id="2" name="Title 1"/>
          <p:cNvSpPr>
            <a:spLocks noGrp="1"/>
          </p:cNvSpPr>
          <p:nvPr>
            <p:ph type="title"/>
          </p:nvPr>
        </p:nvSpPr>
        <p:spPr/>
        <p:txBody>
          <a:bodyPr>
            <a:normAutofit fontScale="90000"/>
          </a:bodyPr>
          <a:lstStyle/>
          <a:p>
            <a:r>
              <a:rPr lang="en-PH" b="1" dirty="0" smtClean="0"/>
              <a:t>Equipment and items requiring maintenance and report</a:t>
            </a:r>
            <a:endParaRPr lang="en-PH" b="1" dirty="0"/>
          </a:p>
        </p:txBody>
      </p:sp>
    </p:spTree>
    <p:extLst>
      <p:ext uri="{BB962C8B-B14F-4D97-AF65-F5344CB8AC3E}">
        <p14:creationId xmlns:p14="http://schemas.microsoft.com/office/powerpoint/2010/main" val="314813852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marL="360000" indent="-360000">
              <a:spcBef>
                <a:spcPts val="600"/>
              </a:spcBef>
              <a:spcAft>
                <a:spcPts val="1200"/>
              </a:spcAft>
            </a:pPr>
            <a:r>
              <a:rPr lang="en-US" dirty="0" smtClean="0">
                <a:latin typeface="Helvetica" pitchFamily="34" charset="0"/>
              </a:rPr>
              <a:t>Fix it</a:t>
            </a:r>
          </a:p>
          <a:p>
            <a:pPr marL="360000" indent="-360000">
              <a:spcBef>
                <a:spcPts val="600"/>
              </a:spcBef>
              <a:spcAft>
                <a:spcPts val="1200"/>
              </a:spcAft>
              <a:buNone/>
            </a:pPr>
            <a:r>
              <a:rPr lang="en-US" dirty="0" smtClean="0">
                <a:latin typeface="Helvetica" pitchFamily="34" charset="0"/>
              </a:rPr>
              <a:t>or</a:t>
            </a:r>
          </a:p>
          <a:p>
            <a:pPr marL="360000" indent="-360000">
              <a:spcBef>
                <a:spcPts val="600"/>
              </a:spcBef>
              <a:spcAft>
                <a:spcPts val="1200"/>
              </a:spcAft>
            </a:pPr>
            <a:r>
              <a:rPr lang="en-US" dirty="0" smtClean="0">
                <a:latin typeface="Helvetica" pitchFamily="34" charset="0"/>
              </a:rPr>
              <a:t>Report it</a:t>
            </a:r>
          </a:p>
          <a:p>
            <a:endParaRPr lang="en-PH" dirty="0"/>
          </a:p>
        </p:txBody>
      </p:sp>
      <p:sp>
        <p:nvSpPr>
          <p:cNvPr id="2" name="Title 1"/>
          <p:cNvSpPr>
            <a:spLocks noGrp="1"/>
          </p:cNvSpPr>
          <p:nvPr>
            <p:ph type="title"/>
          </p:nvPr>
        </p:nvSpPr>
        <p:spPr/>
        <p:txBody>
          <a:bodyPr>
            <a:normAutofit fontScale="90000"/>
          </a:bodyPr>
          <a:lstStyle/>
          <a:p>
            <a:r>
              <a:rPr lang="en-US" dirty="0" smtClean="0">
                <a:latin typeface="Helvetica" pitchFamily="34" charset="0"/>
              </a:rPr>
              <a:t>When a problem with equipment is identified</a:t>
            </a:r>
            <a:endParaRPr lang="en-PH" dirty="0"/>
          </a:p>
        </p:txBody>
      </p:sp>
    </p:spTree>
    <p:extLst>
      <p:ext uri="{BB962C8B-B14F-4D97-AF65-F5344CB8AC3E}">
        <p14:creationId xmlns:p14="http://schemas.microsoft.com/office/powerpoint/2010/main" val="133774190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marL="360000" indent="-360000">
              <a:spcBef>
                <a:spcPts val="600"/>
              </a:spcBef>
              <a:spcAft>
                <a:spcPts val="1200"/>
              </a:spcAft>
            </a:pPr>
            <a:r>
              <a:rPr lang="en-US" dirty="0" smtClean="0">
                <a:latin typeface="Helvetica" pitchFamily="34" charset="0"/>
              </a:rPr>
              <a:t>Stop using it</a:t>
            </a:r>
          </a:p>
          <a:p>
            <a:pPr marL="360000" indent="-360000">
              <a:spcBef>
                <a:spcPts val="600"/>
              </a:spcBef>
              <a:spcAft>
                <a:spcPts val="1200"/>
              </a:spcAft>
            </a:pPr>
            <a:r>
              <a:rPr lang="en-US" dirty="0" smtClean="0">
                <a:latin typeface="Helvetica" pitchFamily="34" charset="0"/>
              </a:rPr>
              <a:t>Take it out of service</a:t>
            </a:r>
          </a:p>
          <a:p>
            <a:pPr marL="360000" indent="-360000">
              <a:spcBef>
                <a:spcPts val="600"/>
              </a:spcBef>
              <a:spcAft>
                <a:spcPts val="1200"/>
              </a:spcAft>
            </a:pPr>
            <a:r>
              <a:rPr lang="en-US" dirty="0" smtClean="0">
                <a:latin typeface="Helvetica" pitchFamily="34" charset="0"/>
              </a:rPr>
              <a:t>Tag it as ‘Out of Service’</a:t>
            </a:r>
          </a:p>
          <a:p>
            <a:pPr marL="360000" indent="-360000">
              <a:spcBef>
                <a:spcPts val="600"/>
              </a:spcBef>
              <a:spcAft>
                <a:spcPts val="1200"/>
              </a:spcAft>
            </a:pPr>
            <a:r>
              <a:rPr lang="en-US" dirty="0" smtClean="0"/>
              <a:t>Remove  and store it</a:t>
            </a:r>
          </a:p>
          <a:p>
            <a:pPr marL="360000" indent="-360000">
              <a:spcBef>
                <a:spcPts val="600"/>
              </a:spcBef>
              <a:spcAft>
                <a:spcPts val="1200"/>
              </a:spcAft>
            </a:pPr>
            <a:r>
              <a:rPr lang="en-US" dirty="0" smtClean="0">
                <a:latin typeface="Helvetica" pitchFamily="34" charset="0"/>
              </a:rPr>
              <a:t>Report it</a:t>
            </a:r>
          </a:p>
          <a:p>
            <a:pPr marL="0" indent="0">
              <a:buNone/>
            </a:pPr>
            <a:endParaRPr lang="en-PH" dirty="0"/>
          </a:p>
        </p:txBody>
      </p:sp>
      <p:sp>
        <p:nvSpPr>
          <p:cNvPr id="2" name="Title 1"/>
          <p:cNvSpPr>
            <a:spLocks noGrp="1"/>
          </p:cNvSpPr>
          <p:nvPr>
            <p:ph type="title"/>
          </p:nvPr>
        </p:nvSpPr>
        <p:spPr/>
        <p:txBody>
          <a:bodyPr>
            <a:normAutofit fontScale="90000"/>
          </a:bodyPr>
          <a:lstStyle/>
          <a:p>
            <a:r>
              <a:rPr lang="en-US" dirty="0" smtClean="0">
                <a:latin typeface="Helvetica" pitchFamily="34" charset="0"/>
              </a:rPr>
              <a:t>If an item of equipment cannot be fixed:</a:t>
            </a:r>
            <a:br>
              <a:rPr lang="en-US" dirty="0" smtClean="0">
                <a:latin typeface="Helvetica" pitchFamily="34" charset="0"/>
              </a:rPr>
            </a:br>
            <a:endParaRPr lang="en-PH" dirty="0"/>
          </a:p>
        </p:txBody>
      </p:sp>
    </p:spTree>
    <p:extLst>
      <p:ext uri="{BB962C8B-B14F-4D97-AF65-F5344CB8AC3E}">
        <p14:creationId xmlns:p14="http://schemas.microsoft.com/office/powerpoint/2010/main" val="92027654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marL="360000" indent="-360000">
              <a:spcBef>
                <a:spcPts val="600"/>
              </a:spcBef>
              <a:spcAft>
                <a:spcPts val="1200"/>
              </a:spcAft>
            </a:pPr>
            <a:r>
              <a:rPr lang="en-US" dirty="0" smtClean="0">
                <a:latin typeface="Helvetica" pitchFamily="34" charset="0"/>
              </a:rPr>
              <a:t>Supervisor</a:t>
            </a:r>
          </a:p>
          <a:p>
            <a:pPr marL="360000" indent="-360000">
              <a:spcBef>
                <a:spcPts val="600"/>
              </a:spcBef>
              <a:spcAft>
                <a:spcPts val="1200"/>
              </a:spcAft>
            </a:pPr>
            <a:r>
              <a:rPr lang="en-US" dirty="0" smtClean="0"/>
              <a:t>Manager</a:t>
            </a:r>
            <a:endParaRPr lang="en-US" dirty="0" smtClean="0">
              <a:latin typeface="Helvetica" pitchFamily="34" charset="0"/>
            </a:endParaRPr>
          </a:p>
          <a:p>
            <a:pPr marL="360000" indent="-360000">
              <a:spcBef>
                <a:spcPts val="600"/>
              </a:spcBef>
              <a:spcAft>
                <a:spcPts val="1200"/>
              </a:spcAft>
            </a:pPr>
            <a:r>
              <a:rPr lang="en-US" dirty="0" smtClean="0">
                <a:latin typeface="Helvetica" pitchFamily="34" charset="0"/>
              </a:rPr>
              <a:t>Owner</a:t>
            </a:r>
          </a:p>
          <a:p>
            <a:pPr marL="360000" indent="-360000">
              <a:spcBef>
                <a:spcPts val="600"/>
              </a:spcBef>
              <a:spcAft>
                <a:spcPts val="1200"/>
              </a:spcAft>
            </a:pPr>
            <a:r>
              <a:rPr lang="en-US" dirty="0" smtClean="0"/>
              <a:t>Maintenance department</a:t>
            </a:r>
            <a:endParaRPr lang="en-US" dirty="0" smtClean="0">
              <a:latin typeface="Helvetica" pitchFamily="34" charset="0"/>
            </a:endParaRPr>
          </a:p>
          <a:p>
            <a:pPr marL="0" indent="0">
              <a:buNone/>
            </a:pPr>
            <a:endParaRPr lang="en-PH" dirty="0"/>
          </a:p>
        </p:txBody>
      </p:sp>
      <p:sp>
        <p:nvSpPr>
          <p:cNvPr id="2" name="Title 1"/>
          <p:cNvSpPr>
            <a:spLocks noGrp="1"/>
          </p:cNvSpPr>
          <p:nvPr>
            <p:ph type="title"/>
          </p:nvPr>
        </p:nvSpPr>
        <p:spPr/>
        <p:txBody>
          <a:bodyPr>
            <a:normAutofit fontScale="90000"/>
          </a:bodyPr>
          <a:lstStyle/>
          <a:p>
            <a:r>
              <a:rPr lang="en-US" dirty="0" smtClean="0">
                <a:latin typeface="Helvetica" pitchFamily="34" charset="0"/>
              </a:rPr>
              <a:t>Report items requiring maintenance to:</a:t>
            </a:r>
            <a:br>
              <a:rPr lang="en-US" dirty="0" smtClean="0">
                <a:latin typeface="Helvetica" pitchFamily="34" charset="0"/>
              </a:rPr>
            </a:br>
            <a:endParaRPr lang="en-PH" dirty="0"/>
          </a:p>
        </p:txBody>
      </p:sp>
    </p:spTree>
    <p:extLst>
      <p:ext uri="{BB962C8B-B14F-4D97-AF65-F5344CB8AC3E}">
        <p14:creationId xmlns:p14="http://schemas.microsoft.com/office/powerpoint/2010/main" val="202707299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marL="360000" indent="-360000">
              <a:spcBef>
                <a:spcPts val="600"/>
              </a:spcBef>
              <a:spcAft>
                <a:spcPts val="1200"/>
              </a:spcAft>
            </a:pPr>
            <a:r>
              <a:rPr lang="en-US" dirty="0" smtClean="0">
                <a:latin typeface="Helvetica" pitchFamily="34" charset="0"/>
              </a:rPr>
              <a:t>Verbal report</a:t>
            </a:r>
          </a:p>
          <a:p>
            <a:pPr marL="360000" indent="-360000">
              <a:spcBef>
                <a:spcPts val="600"/>
              </a:spcBef>
              <a:spcAft>
                <a:spcPts val="1200"/>
              </a:spcAft>
            </a:pPr>
            <a:r>
              <a:rPr lang="en-US" dirty="0" smtClean="0">
                <a:latin typeface="Helvetica" pitchFamily="34" charset="0"/>
              </a:rPr>
              <a:t>In writing – form or report</a:t>
            </a:r>
          </a:p>
          <a:p>
            <a:pPr marL="360000" indent="-360000">
              <a:spcBef>
                <a:spcPts val="600"/>
              </a:spcBef>
              <a:spcAft>
                <a:spcPts val="1200"/>
              </a:spcAft>
              <a:buNone/>
            </a:pPr>
            <a:endParaRPr lang="en-US" dirty="0" smtClean="0">
              <a:latin typeface="Helvetica" pitchFamily="34" charset="0"/>
            </a:endParaRPr>
          </a:p>
          <a:p>
            <a:pPr marL="0" indent="0">
              <a:buNone/>
            </a:pPr>
            <a:endParaRPr lang="en-PH" dirty="0"/>
          </a:p>
        </p:txBody>
      </p:sp>
      <p:sp>
        <p:nvSpPr>
          <p:cNvPr id="2" name="Title 1"/>
          <p:cNvSpPr>
            <a:spLocks noGrp="1"/>
          </p:cNvSpPr>
          <p:nvPr>
            <p:ph type="title"/>
          </p:nvPr>
        </p:nvSpPr>
        <p:spPr/>
        <p:txBody>
          <a:bodyPr>
            <a:normAutofit fontScale="90000"/>
          </a:bodyPr>
          <a:lstStyle/>
          <a:p>
            <a:r>
              <a:rPr lang="en-US" dirty="0" smtClean="0">
                <a:latin typeface="Helvetica" pitchFamily="34" charset="0"/>
              </a:rPr>
              <a:t>Ways to report items requiring maintenance:</a:t>
            </a:r>
            <a:br>
              <a:rPr lang="en-US" dirty="0" smtClean="0">
                <a:latin typeface="Helvetica" pitchFamily="34" charset="0"/>
              </a:rPr>
            </a:br>
            <a:endParaRPr lang="en-PH" dirty="0"/>
          </a:p>
        </p:txBody>
      </p:sp>
    </p:spTree>
    <p:extLst>
      <p:ext uri="{BB962C8B-B14F-4D97-AF65-F5344CB8AC3E}">
        <p14:creationId xmlns:p14="http://schemas.microsoft.com/office/powerpoint/2010/main" val="32205471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marL="360000" indent="-360000">
              <a:spcBef>
                <a:spcPts val="600"/>
              </a:spcBef>
              <a:spcAft>
                <a:spcPts val="1200"/>
              </a:spcAft>
            </a:pPr>
            <a:endParaRPr lang="en-US" dirty="0" smtClean="0">
              <a:latin typeface="Helvetica" pitchFamily="34" charset="0"/>
            </a:endParaRPr>
          </a:p>
          <a:p>
            <a:pPr marL="360000" indent="-360000">
              <a:spcBef>
                <a:spcPts val="600"/>
              </a:spcBef>
              <a:spcAft>
                <a:spcPts val="1200"/>
              </a:spcAft>
            </a:pPr>
            <a:r>
              <a:rPr lang="en-US" dirty="0" smtClean="0">
                <a:latin typeface="Helvetica" pitchFamily="34" charset="0"/>
              </a:rPr>
              <a:t>Never intervene</a:t>
            </a:r>
          </a:p>
          <a:p>
            <a:pPr marL="360000" indent="-360000">
              <a:spcBef>
                <a:spcPts val="600"/>
              </a:spcBef>
              <a:spcAft>
                <a:spcPts val="1200"/>
              </a:spcAft>
            </a:pPr>
            <a:r>
              <a:rPr lang="en-US" dirty="0" smtClean="0"/>
              <a:t>Never put your self in harm’s way</a:t>
            </a:r>
          </a:p>
          <a:p>
            <a:pPr marL="360000" indent="-360000">
              <a:spcBef>
                <a:spcPts val="600"/>
              </a:spcBef>
              <a:spcAft>
                <a:spcPts val="1200"/>
              </a:spcAft>
            </a:pPr>
            <a:r>
              <a:rPr lang="en-US" dirty="0" smtClean="0">
                <a:latin typeface="Helvetica" pitchFamily="34" charset="0"/>
              </a:rPr>
              <a:t>Report it – to the manager, let the security handle the matter, and to the police authority</a:t>
            </a:r>
          </a:p>
          <a:p>
            <a:pPr marL="0" indent="0">
              <a:spcBef>
                <a:spcPts val="600"/>
              </a:spcBef>
              <a:spcAft>
                <a:spcPts val="1200"/>
              </a:spcAft>
              <a:buNone/>
            </a:pPr>
            <a:endParaRPr lang="en-US" dirty="0" smtClean="0">
              <a:latin typeface="Helvetica" pitchFamily="34" charset="0"/>
            </a:endParaRPr>
          </a:p>
          <a:p>
            <a:endParaRPr lang="en-PH" dirty="0"/>
          </a:p>
        </p:txBody>
      </p:sp>
      <p:sp>
        <p:nvSpPr>
          <p:cNvPr id="2" name="Title 1"/>
          <p:cNvSpPr>
            <a:spLocks noGrp="1"/>
          </p:cNvSpPr>
          <p:nvPr>
            <p:ph type="title"/>
          </p:nvPr>
        </p:nvSpPr>
        <p:spPr>
          <a:xfrm>
            <a:off x="457200" y="274638"/>
            <a:ext cx="8229600" cy="1426170"/>
          </a:xfrm>
        </p:spPr>
        <p:txBody>
          <a:bodyPr>
            <a:normAutofit fontScale="90000"/>
          </a:bodyPr>
          <a:lstStyle/>
          <a:p>
            <a:r>
              <a:rPr lang="en-PH" dirty="0" smtClean="0"/>
              <a:t>What to do in case of unusual, suspicious, unruly </a:t>
            </a:r>
            <a:r>
              <a:rPr lang="en-PH" dirty="0" err="1" smtClean="0"/>
              <a:t>behavior</a:t>
            </a:r>
            <a:r>
              <a:rPr lang="en-PH" dirty="0" smtClean="0"/>
              <a:t> of guests</a:t>
            </a:r>
            <a:endParaRPr lang="en-PH" dirty="0"/>
          </a:p>
        </p:txBody>
      </p:sp>
    </p:spTree>
    <p:extLst>
      <p:ext uri="{BB962C8B-B14F-4D97-AF65-F5344CB8AC3E}">
        <p14:creationId xmlns:p14="http://schemas.microsoft.com/office/powerpoint/2010/main" val="45576340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600200"/>
            <a:ext cx="8229600" cy="4997152"/>
          </a:xfrm>
        </p:spPr>
        <p:txBody>
          <a:bodyPr>
            <a:normAutofit fontScale="92500" lnSpcReduction="20000"/>
          </a:bodyPr>
          <a:lstStyle/>
          <a:p>
            <a:pPr marL="360000" indent="-360000">
              <a:spcBef>
                <a:spcPts val="600"/>
              </a:spcBef>
              <a:spcAft>
                <a:spcPts val="1200"/>
              </a:spcAft>
            </a:pPr>
            <a:r>
              <a:rPr lang="en-US" b="1" dirty="0" smtClean="0">
                <a:latin typeface="Helvetica" pitchFamily="34" charset="0"/>
              </a:rPr>
              <a:t>Barred customers </a:t>
            </a:r>
            <a:r>
              <a:rPr lang="en-US" dirty="0" smtClean="0">
                <a:latin typeface="Helvetica" pitchFamily="34" charset="0"/>
              </a:rPr>
              <a:t>– these are banned customers (either a week, a month or permanently)</a:t>
            </a:r>
          </a:p>
          <a:p>
            <a:pPr marL="0" indent="0">
              <a:spcBef>
                <a:spcPts val="600"/>
              </a:spcBef>
              <a:spcAft>
                <a:spcPts val="1200"/>
              </a:spcAft>
              <a:buNone/>
            </a:pPr>
            <a:r>
              <a:rPr lang="en-US" dirty="0">
                <a:latin typeface="Helvetica" pitchFamily="34" charset="0"/>
              </a:rPr>
              <a:t> </a:t>
            </a:r>
            <a:r>
              <a:rPr lang="en-US" dirty="0" smtClean="0">
                <a:latin typeface="Helvetica" pitchFamily="34" charset="0"/>
              </a:rPr>
              <a:t>                                - guest not allowed within the premises</a:t>
            </a:r>
            <a:endParaRPr lang="en-US" dirty="0" smtClean="0">
              <a:latin typeface="Helvetica" pitchFamily="34" charset="0"/>
            </a:endParaRPr>
          </a:p>
          <a:p>
            <a:pPr marL="360000" lvl="0" indent="-360000">
              <a:spcBef>
                <a:spcPts val="600"/>
              </a:spcBef>
              <a:spcAft>
                <a:spcPts val="1200"/>
              </a:spcAft>
            </a:pPr>
            <a:r>
              <a:rPr lang="en-US" b="1" dirty="0" smtClean="0">
                <a:latin typeface="Helvetica" pitchFamily="34" charset="0"/>
              </a:rPr>
              <a:t>Under-age people </a:t>
            </a:r>
            <a:r>
              <a:rPr lang="en-US" dirty="0" smtClean="0">
                <a:latin typeface="Helvetica" pitchFamily="34" charset="0"/>
              </a:rPr>
              <a:t>- </a:t>
            </a:r>
            <a:r>
              <a:rPr lang="en-AU" dirty="0"/>
              <a:t>there may be a requirement </a:t>
            </a:r>
            <a:r>
              <a:rPr lang="en-AU" dirty="0" smtClean="0"/>
              <a:t>for </a:t>
            </a:r>
            <a:r>
              <a:rPr lang="en-AU" dirty="0"/>
              <a:t>people over a certain age (such as 18 years of age) are allowed on licensed premises regardless of whether they are drinking alcohol or </a:t>
            </a:r>
            <a:r>
              <a:rPr lang="en-AU" dirty="0" smtClean="0"/>
              <a:t>not</a:t>
            </a:r>
            <a:endParaRPr lang="en-US" dirty="0" smtClean="0">
              <a:latin typeface="Helvetica" pitchFamily="34" charset="0"/>
            </a:endParaRPr>
          </a:p>
          <a:p>
            <a:pPr marL="360000" indent="-360000">
              <a:spcBef>
                <a:spcPts val="600"/>
              </a:spcBef>
              <a:spcAft>
                <a:spcPts val="1200"/>
              </a:spcAft>
            </a:pPr>
            <a:r>
              <a:rPr lang="en-US" b="1" dirty="0" smtClean="0"/>
              <a:t>Known vagrants  </a:t>
            </a:r>
            <a:r>
              <a:rPr lang="en-US" dirty="0" smtClean="0"/>
              <a:t>- </a:t>
            </a:r>
            <a:r>
              <a:rPr lang="en-AU" dirty="0" smtClean="0"/>
              <a:t>these are</a:t>
            </a:r>
            <a:r>
              <a:rPr lang="en-AU" dirty="0" smtClean="0"/>
              <a:t> </a:t>
            </a:r>
            <a:r>
              <a:rPr lang="en-AU" dirty="0"/>
              <a:t>homeless and </a:t>
            </a:r>
            <a:r>
              <a:rPr lang="en-AU" dirty="0" smtClean="0"/>
              <a:t>/or </a:t>
            </a:r>
            <a:r>
              <a:rPr lang="en-AU" dirty="0"/>
              <a:t>someone who lives by </a:t>
            </a:r>
            <a:r>
              <a:rPr lang="en-AU" dirty="0" smtClean="0"/>
              <a:t>begging</a:t>
            </a:r>
          </a:p>
          <a:p>
            <a:pPr marL="0" lvl="0" indent="0">
              <a:buNone/>
            </a:pPr>
            <a:r>
              <a:rPr lang="en-AU" dirty="0" smtClean="0"/>
              <a:t>                                      - </a:t>
            </a:r>
            <a:r>
              <a:rPr lang="en-AU" dirty="0"/>
              <a:t>These people look alarming to most guests and are annoying when they solicit money or food and drinks</a:t>
            </a:r>
            <a:r>
              <a:rPr lang="en-AU" dirty="0" smtClean="0"/>
              <a:t>.</a:t>
            </a:r>
          </a:p>
          <a:p>
            <a:pPr marL="0" lvl="0" indent="0">
              <a:buNone/>
            </a:pPr>
            <a:endParaRPr lang="en-AU" dirty="0"/>
          </a:p>
        </p:txBody>
      </p:sp>
      <p:sp>
        <p:nvSpPr>
          <p:cNvPr id="2" name="Title 1"/>
          <p:cNvSpPr>
            <a:spLocks noGrp="1"/>
          </p:cNvSpPr>
          <p:nvPr>
            <p:ph type="title"/>
          </p:nvPr>
        </p:nvSpPr>
        <p:spPr/>
        <p:txBody>
          <a:bodyPr>
            <a:normAutofit fontScale="90000"/>
          </a:bodyPr>
          <a:lstStyle/>
          <a:p>
            <a:r>
              <a:rPr lang="en-PH" b="1" dirty="0" smtClean="0"/>
              <a:t>Examples of unusual, suspicious  and unruly </a:t>
            </a:r>
            <a:r>
              <a:rPr lang="en-PH" b="1" dirty="0" err="1" smtClean="0"/>
              <a:t>behavior</a:t>
            </a:r>
            <a:endParaRPr lang="en-PH" b="1" dirty="0"/>
          </a:p>
        </p:txBody>
      </p:sp>
    </p:spTree>
    <p:extLst>
      <p:ext uri="{BB962C8B-B14F-4D97-AF65-F5344CB8AC3E}">
        <p14:creationId xmlns:p14="http://schemas.microsoft.com/office/powerpoint/2010/main" val="162697044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476672"/>
            <a:ext cx="8229600" cy="5649491"/>
          </a:xfrm>
        </p:spPr>
        <p:txBody>
          <a:bodyPr>
            <a:normAutofit fontScale="92500" lnSpcReduction="10000"/>
          </a:bodyPr>
          <a:lstStyle/>
          <a:p>
            <a:pPr marL="457200" lvl="1" indent="0">
              <a:buNone/>
            </a:pPr>
            <a:r>
              <a:rPr lang="en-US" dirty="0" smtClean="0">
                <a:latin typeface="Helvetica" pitchFamily="34" charset="0"/>
              </a:rPr>
              <a:t>* </a:t>
            </a:r>
            <a:r>
              <a:rPr lang="en-US" b="1" dirty="0" smtClean="0">
                <a:latin typeface="Helvetica" pitchFamily="34" charset="0"/>
              </a:rPr>
              <a:t>Anyone engaging in intimidating or </a:t>
            </a:r>
            <a:br>
              <a:rPr lang="en-US" b="1" dirty="0" smtClean="0">
                <a:latin typeface="Helvetica" pitchFamily="34" charset="0"/>
              </a:rPr>
            </a:br>
            <a:r>
              <a:rPr lang="en-US" b="1" dirty="0" smtClean="0">
                <a:latin typeface="Helvetica" pitchFamily="34" charset="0"/>
              </a:rPr>
              <a:t>anti-social </a:t>
            </a:r>
            <a:r>
              <a:rPr lang="en-US" b="1" dirty="0" err="1" smtClean="0">
                <a:latin typeface="Helvetica" pitchFamily="34" charset="0"/>
              </a:rPr>
              <a:t>behaviour</a:t>
            </a:r>
            <a:r>
              <a:rPr lang="en-US" b="1" dirty="0" smtClean="0">
                <a:latin typeface="Helvetica" pitchFamily="34" charset="0"/>
              </a:rPr>
              <a:t> </a:t>
            </a:r>
            <a:r>
              <a:rPr lang="en-US" dirty="0" smtClean="0">
                <a:latin typeface="Helvetica" pitchFamily="34" charset="0"/>
              </a:rPr>
              <a:t>- </a:t>
            </a:r>
            <a:r>
              <a:rPr lang="en-AU" sz="3000" dirty="0"/>
              <a:t>If </a:t>
            </a:r>
            <a:r>
              <a:rPr lang="en-AU" sz="3000" i="1" dirty="0" smtClean="0"/>
              <a:t>we</a:t>
            </a:r>
            <a:r>
              <a:rPr lang="en-AU" sz="3000" dirty="0" smtClean="0"/>
              <a:t> </a:t>
            </a:r>
            <a:r>
              <a:rPr lang="en-AU" sz="3000" dirty="0"/>
              <a:t>find their behaviour disturbing it is likely to be unacceptable.</a:t>
            </a:r>
          </a:p>
          <a:p>
            <a:pPr lvl="1">
              <a:buFont typeface="Arial" pitchFamily="34" charset="0"/>
              <a:buChar char="•"/>
            </a:pPr>
            <a:r>
              <a:rPr lang="en-AU" sz="3000" dirty="0"/>
              <a:t> Examples include fighting, swearing, using offensive language, harassment of any type, annoying others</a:t>
            </a:r>
            <a:r>
              <a:rPr lang="en-AU" sz="3000" dirty="0" smtClean="0"/>
              <a:t>.</a:t>
            </a:r>
            <a:endParaRPr lang="en-US" sz="2400" dirty="0" smtClean="0">
              <a:latin typeface="Helvetica" pitchFamily="34" charset="0"/>
            </a:endParaRPr>
          </a:p>
          <a:p>
            <a:pPr marL="360000" indent="-360000">
              <a:spcBef>
                <a:spcPts val="600"/>
              </a:spcBef>
              <a:spcAft>
                <a:spcPts val="1200"/>
              </a:spcAft>
            </a:pPr>
            <a:r>
              <a:rPr lang="en-US" b="1" dirty="0" smtClean="0"/>
              <a:t>Anyone breaching ‘house rules</a:t>
            </a:r>
            <a:r>
              <a:rPr lang="en-US" dirty="0" smtClean="0"/>
              <a:t>’ – this may include dress rules</a:t>
            </a:r>
          </a:p>
          <a:p>
            <a:pPr marL="360000" indent="-360000">
              <a:spcBef>
                <a:spcPts val="600"/>
              </a:spcBef>
              <a:spcAft>
                <a:spcPts val="1200"/>
              </a:spcAft>
            </a:pPr>
            <a:r>
              <a:rPr lang="en-AU" dirty="0" smtClean="0"/>
              <a:t> </a:t>
            </a:r>
            <a:r>
              <a:rPr lang="en-AU" b="1" dirty="0" smtClean="0"/>
              <a:t>Undesirables  - </a:t>
            </a:r>
            <a:r>
              <a:rPr lang="en-AU" dirty="0" smtClean="0"/>
              <a:t>include any person known to have engaged in activities not accepted by management – for example anyone who has been guilty of assault, fraud, crime in general or any anti-social activity</a:t>
            </a:r>
            <a:endParaRPr lang="en-US" dirty="0" smtClean="0">
              <a:latin typeface="Helvetica" pitchFamily="34" charset="0"/>
            </a:endParaRPr>
          </a:p>
          <a:p>
            <a:endParaRPr lang="en-PH" dirty="0"/>
          </a:p>
        </p:txBody>
      </p:sp>
    </p:spTree>
    <p:extLst>
      <p:ext uri="{BB962C8B-B14F-4D97-AF65-F5344CB8AC3E}">
        <p14:creationId xmlns:p14="http://schemas.microsoft.com/office/powerpoint/2010/main" val="424611244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548680"/>
            <a:ext cx="8229600" cy="5976664"/>
          </a:xfrm>
        </p:spPr>
        <p:txBody>
          <a:bodyPr>
            <a:normAutofit fontScale="92500" lnSpcReduction="10000"/>
          </a:bodyPr>
          <a:lstStyle/>
          <a:p>
            <a:pPr marL="360000" indent="-360000">
              <a:spcBef>
                <a:spcPts val="600"/>
              </a:spcBef>
              <a:spcAft>
                <a:spcPts val="1200"/>
              </a:spcAft>
            </a:pPr>
            <a:r>
              <a:rPr lang="en-US" b="1" dirty="0" smtClean="0">
                <a:latin typeface="Helvetica" pitchFamily="34" charset="0"/>
              </a:rPr>
              <a:t>People who are where they have no right to be </a:t>
            </a:r>
            <a:r>
              <a:rPr lang="en-US" dirty="0" smtClean="0">
                <a:latin typeface="Helvetica" pitchFamily="34" charset="0"/>
              </a:rPr>
              <a:t>– especially if there has a “no entry”</a:t>
            </a:r>
          </a:p>
          <a:p>
            <a:pPr marL="360000" lvl="1" indent="-360000">
              <a:spcBef>
                <a:spcPts val="600"/>
              </a:spcBef>
              <a:spcAft>
                <a:spcPts val="1200"/>
              </a:spcAft>
              <a:buFont typeface="Arial" pitchFamily="34" charset="0"/>
              <a:buChar char="•"/>
            </a:pPr>
            <a:r>
              <a:rPr lang="en-US" b="1" dirty="0" smtClean="0">
                <a:latin typeface="Helvetica" pitchFamily="34" charset="0"/>
              </a:rPr>
              <a:t>Drunken or disorderly people </a:t>
            </a:r>
            <a:r>
              <a:rPr lang="en-US" dirty="0" smtClean="0">
                <a:latin typeface="Helvetica" pitchFamily="34" charset="0"/>
              </a:rPr>
              <a:t>-</a:t>
            </a:r>
            <a:r>
              <a:rPr lang="en-US" dirty="0"/>
              <a:t>Loud voices; Swearing; Arguing; Fighting; Threatening others; Anti-social </a:t>
            </a:r>
            <a:r>
              <a:rPr lang="en-US" dirty="0" err="1"/>
              <a:t>behaviour</a:t>
            </a:r>
            <a:r>
              <a:rPr lang="en-US" dirty="0"/>
              <a:t>; </a:t>
            </a:r>
            <a:r>
              <a:rPr lang="en-US" dirty="0" smtClean="0"/>
              <a:t>Staggering</a:t>
            </a:r>
            <a:endParaRPr lang="en-US" dirty="0" smtClean="0">
              <a:latin typeface="Helvetica" pitchFamily="34" charset="0"/>
            </a:endParaRPr>
          </a:p>
          <a:p>
            <a:pPr lvl="0"/>
            <a:r>
              <a:rPr lang="en-US" b="1" dirty="0" smtClean="0"/>
              <a:t>Loiterers -</a:t>
            </a:r>
            <a:r>
              <a:rPr lang="en-AU" sz="2400" dirty="0"/>
              <a:t>anyone who ‘hangs around’ a venue with no real reason for being there is a loiterer. A possible loiterer can be someone who:</a:t>
            </a:r>
          </a:p>
          <a:p>
            <a:pPr lvl="1">
              <a:buFont typeface="Arial" pitchFamily="34" charset="0"/>
              <a:buChar char="•"/>
            </a:pPr>
            <a:r>
              <a:rPr lang="en-US" sz="2400" dirty="0"/>
              <a:t> Stays in the lobby or any other public area without making a purchase or without engaging with venue staff.</a:t>
            </a:r>
            <a:endParaRPr lang="en-AU" sz="2400" dirty="0"/>
          </a:p>
          <a:p>
            <a:pPr lvl="1">
              <a:buFont typeface="Arial" pitchFamily="34" charset="0"/>
              <a:buChar char="•"/>
            </a:pPr>
            <a:r>
              <a:rPr lang="en-US" sz="2400" dirty="0"/>
              <a:t> Appears to take an unwarranted interest in what guests who are ‘coming and going’ are doing, and or in what staff are doing, where they are going and when they are doing things  </a:t>
            </a:r>
            <a:endParaRPr lang="en-AU" sz="2400" dirty="0"/>
          </a:p>
          <a:p>
            <a:pPr lvl="1">
              <a:buFont typeface="Arial" pitchFamily="34" charset="0"/>
              <a:buChar char="•"/>
            </a:pPr>
            <a:r>
              <a:rPr lang="en-US" sz="2400" dirty="0"/>
              <a:t> Is found in an area and looks ‘uncomfortable’ when observed, or looks ‘guilty’ when </a:t>
            </a:r>
            <a:r>
              <a:rPr lang="en-US" sz="2400" dirty="0" smtClean="0"/>
              <a:t>spoken</a:t>
            </a:r>
            <a:endParaRPr lang="en-AU" sz="2400" dirty="0"/>
          </a:p>
          <a:p>
            <a:pPr marL="360000" indent="-360000">
              <a:spcBef>
                <a:spcPts val="600"/>
              </a:spcBef>
              <a:spcAft>
                <a:spcPts val="1200"/>
              </a:spcAft>
            </a:pPr>
            <a:endParaRPr lang="en-US" sz="2400" dirty="0" smtClean="0"/>
          </a:p>
          <a:p>
            <a:endParaRPr lang="en-PH" dirty="0"/>
          </a:p>
        </p:txBody>
      </p:sp>
    </p:spTree>
    <p:extLst>
      <p:ext uri="{BB962C8B-B14F-4D97-AF65-F5344CB8AC3E}">
        <p14:creationId xmlns:p14="http://schemas.microsoft.com/office/powerpoint/2010/main" val="304941811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fontScale="92500" lnSpcReduction="10000"/>
          </a:bodyPr>
          <a:lstStyle/>
          <a:p>
            <a:pPr marL="360000" indent="-360000">
              <a:spcBef>
                <a:spcPts val="600"/>
              </a:spcBef>
              <a:spcAft>
                <a:spcPts val="1200"/>
              </a:spcAft>
            </a:pPr>
            <a:r>
              <a:rPr lang="en-US" dirty="0" smtClean="0">
                <a:latin typeface="Helvetica" pitchFamily="34" charset="0"/>
              </a:rPr>
              <a:t>Greeting guests</a:t>
            </a:r>
          </a:p>
          <a:p>
            <a:pPr marL="360000" indent="-360000">
              <a:spcBef>
                <a:spcPts val="600"/>
              </a:spcBef>
              <a:spcAft>
                <a:spcPts val="1200"/>
              </a:spcAft>
            </a:pPr>
            <a:r>
              <a:rPr lang="en-US" dirty="0" err="1" smtClean="0"/>
              <a:t>Farewelling</a:t>
            </a:r>
            <a:r>
              <a:rPr lang="en-US" dirty="0" smtClean="0"/>
              <a:t> guests</a:t>
            </a:r>
            <a:endParaRPr lang="en-US" dirty="0" smtClean="0">
              <a:latin typeface="Helvetica" pitchFamily="34" charset="0"/>
            </a:endParaRPr>
          </a:p>
          <a:p>
            <a:pPr marL="360000" indent="-360000">
              <a:spcBef>
                <a:spcPts val="600"/>
              </a:spcBef>
              <a:spcAft>
                <a:spcPts val="1200"/>
              </a:spcAft>
            </a:pPr>
            <a:r>
              <a:rPr lang="en-US" dirty="0" smtClean="0">
                <a:latin typeface="Helvetica" pitchFamily="34" charset="0"/>
              </a:rPr>
              <a:t>Providing product knowledge</a:t>
            </a:r>
          </a:p>
          <a:p>
            <a:pPr marL="360000" indent="-360000">
              <a:spcBef>
                <a:spcPts val="600"/>
              </a:spcBef>
              <a:spcAft>
                <a:spcPts val="1200"/>
              </a:spcAft>
            </a:pPr>
            <a:r>
              <a:rPr lang="en-US" dirty="0" smtClean="0">
                <a:latin typeface="Helvetica" pitchFamily="34" charset="0"/>
              </a:rPr>
              <a:t>Providing venue-specific advice and </a:t>
            </a:r>
            <a:br>
              <a:rPr lang="en-US" dirty="0" smtClean="0">
                <a:latin typeface="Helvetica" pitchFamily="34" charset="0"/>
              </a:rPr>
            </a:br>
            <a:r>
              <a:rPr lang="en-US" dirty="0" smtClean="0">
                <a:latin typeface="Helvetica" pitchFamily="34" charset="0"/>
              </a:rPr>
              <a:t>information</a:t>
            </a:r>
          </a:p>
          <a:p>
            <a:pPr marL="360000" indent="-360000">
              <a:spcBef>
                <a:spcPts val="600"/>
              </a:spcBef>
              <a:spcAft>
                <a:spcPts val="1200"/>
              </a:spcAft>
            </a:pPr>
            <a:r>
              <a:rPr lang="en-US" dirty="0" smtClean="0">
                <a:latin typeface="Helvetica" pitchFamily="34" charset="0"/>
              </a:rPr>
              <a:t>Selling skills</a:t>
            </a:r>
          </a:p>
          <a:p>
            <a:pPr marL="360000" indent="-360000">
              <a:spcBef>
                <a:spcPts val="600"/>
              </a:spcBef>
              <a:spcAft>
                <a:spcPts val="1200"/>
              </a:spcAft>
            </a:pPr>
            <a:r>
              <a:rPr lang="en-US" dirty="0" smtClean="0">
                <a:latin typeface="Helvetica" pitchFamily="34" charset="0"/>
              </a:rPr>
              <a:t>Assisting guests</a:t>
            </a:r>
          </a:p>
          <a:p>
            <a:pPr marL="360000" indent="-360000">
              <a:spcBef>
                <a:spcPts val="600"/>
              </a:spcBef>
              <a:spcAft>
                <a:spcPts val="1200"/>
              </a:spcAft>
            </a:pPr>
            <a:r>
              <a:rPr lang="en-US" dirty="0" smtClean="0"/>
              <a:t>Arranging for extra help</a:t>
            </a:r>
            <a:endParaRPr lang="en-US" dirty="0" smtClean="0">
              <a:latin typeface="Helvetica" pitchFamily="34" charset="0"/>
            </a:endParaRPr>
          </a:p>
          <a:p>
            <a:pPr marL="360000" indent="-360000">
              <a:spcBef>
                <a:spcPts val="600"/>
              </a:spcBef>
              <a:spcAft>
                <a:spcPts val="1200"/>
              </a:spcAft>
            </a:pPr>
            <a:endParaRPr lang="en-US" dirty="0" smtClean="0">
              <a:latin typeface="Helvetica" pitchFamily="34" charset="0"/>
            </a:endParaRPr>
          </a:p>
          <a:p>
            <a:endParaRPr lang="en-PH" dirty="0"/>
          </a:p>
        </p:txBody>
      </p:sp>
      <p:sp>
        <p:nvSpPr>
          <p:cNvPr id="2" name="Title 1"/>
          <p:cNvSpPr>
            <a:spLocks noGrp="1"/>
          </p:cNvSpPr>
          <p:nvPr>
            <p:ph type="title"/>
          </p:nvPr>
        </p:nvSpPr>
        <p:spPr/>
        <p:txBody>
          <a:bodyPr>
            <a:normAutofit fontScale="90000"/>
          </a:bodyPr>
          <a:lstStyle/>
          <a:p>
            <a:r>
              <a:rPr lang="en-PH" b="1" dirty="0" smtClean="0"/>
              <a:t>Appropriate interpersonal skills in food and beverage</a:t>
            </a:r>
            <a:endParaRPr lang="en-PH" b="1" dirty="0"/>
          </a:p>
        </p:txBody>
      </p:sp>
    </p:spTree>
    <p:extLst>
      <p:ext uri="{BB962C8B-B14F-4D97-AF65-F5344CB8AC3E}">
        <p14:creationId xmlns:p14="http://schemas.microsoft.com/office/powerpoint/2010/main" val="110974838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marL="360000" indent="-360000">
              <a:spcBef>
                <a:spcPts val="600"/>
              </a:spcBef>
              <a:spcAft>
                <a:spcPts val="1200"/>
              </a:spcAft>
            </a:pPr>
            <a:r>
              <a:rPr lang="en-US" dirty="0" smtClean="0">
                <a:latin typeface="Helvetica" pitchFamily="34" charset="0"/>
              </a:rPr>
              <a:t>Meet guest expectations</a:t>
            </a:r>
          </a:p>
          <a:p>
            <a:pPr marL="360000" indent="-360000">
              <a:spcBef>
                <a:spcPts val="600"/>
              </a:spcBef>
              <a:spcAft>
                <a:spcPts val="1200"/>
              </a:spcAft>
            </a:pPr>
            <a:r>
              <a:rPr lang="en-US" dirty="0" smtClean="0">
                <a:latin typeface="Helvetica" pitchFamily="34" charset="0"/>
              </a:rPr>
              <a:t>Respect guests</a:t>
            </a:r>
          </a:p>
          <a:p>
            <a:pPr marL="360000" indent="-360000">
              <a:spcBef>
                <a:spcPts val="600"/>
              </a:spcBef>
              <a:spcAft>
                <a:spcPts val="1200"/>
              </a:spcAft>
            </a:pPr>
            <a:r>
              <a:rPr lang="en-US" dirty="0" smtClean="0">
                <a:latin typeface="Helvetica" pitchFamily="34" charset="0"/>
              </a:rPr>
              <a:t>Demonstrate customer focus</a:t>
            </a:r>
          </a:p>
          <a:p>
            <a:pPr marL="360000" indent="-360000">
              <a:spcBef>
                <a:spcPts val="600"/>
              </a:spcBef>
              <a:spcAft>
                <a:spcPts val="1200"/>
              </a:spcAft>
            </a:pPr>
            <a:r>
              <a:rPr lang="en-US" dirty="0" smtClean="0">
                <a:latin typeface="Helvetica" pitchFamily="34" charset="0"/>
              </a:rPr>
              <a:t>Encourage repeat business</a:t>
            </a:r>
          </a:p>
          <a:p>
            <a:pPr marL="360000" indent="-360000">
              <a:spcBef>
                <a:spcPts val="600"/>
              </a:spcBef>
              <a:spcAft>
                <a:spcPts val="1200"/>
              </a:spcAft>
            </a:pPr>
            <a:r>
              <a:rPr lang="en-US" dirty="0" err="1" smtClean="0"/>
              <a:t>Optimise</a:t>
            </a:r>
            <a:r>
              <a:rPr lang="en-US" dirty="0" smtClean="0"/>
              <a:t> guest experience</a:t>
            </a:r>
            <a:endParaRPr lang="en-US" dirty="0" smtClean="0">
              <a:latin typeface="Helvetica" pitchFamily="34" charset="0"/>
            </a:endParaRPr>
          </a:p>
          <a:p>
            <a:endParaRPr lang="en-PH" dirty="0"/>
          </a:p>
        </p:txBody>
      </p:sp>
      <p:sp>
        <p:nvSpPr>
          <p:cNvPr id="2" name="Title 1"/>
          <p:cNvSpPr>
            <a:spLocks noGrp="1"/>
          </p:cNvSpPr>
          <p:nvPr>
            <p:ph type="title"/>
          </p:nvPr>
        </p:nvSpPr>
        <p:spPr/>
        <p:txBody>
          <a:bodyPr>
            <a:normAutofit fontScale="90000"/>
          </a:bodyPr>
          <a:lstStyle/>
          <a:p>
            <a:r>
              <a:rPr lang="en-PH" dirty="0" smtClean="0"/>
              <a:t>Reasons why we do interpersonal skills</a:t>
            </a:r>
            <a:endParaRPr lang="en-PH" dirty="0"/>
          </a:p>
        </p:txBody>
      </p:sp>
    </p:spTree>
    <p:extLst>
      <p:ext uri="{BB962C8B-B14F-4D97-AF65-F5344CB8AC3E}">
        <p14:creationId xmlns:p14="http://schemas.microsoft.com/office/powerpoint/2010/main" val="503842199"/>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oncourse">
  <a:themeElements>
    <a:clrScheme name="Concourse">
      <a:dk1>
        <a:sysClr val="windowText" lastClr="000000"/>
      </a:dk1>
      <a:lt1>
        <a:sysClr val="window" lastClr="FFFFFF"/>
      </a:lt1>
      <a:dk2>
        <a:srgbClr val="464646"/>
      </a:dk2>
      <a:lt2>
        <a:srgbClr val="DEF5FA"/>
      </a:lt2>
      <a:accent1>
        <a:srgbClr val="2DA2BF"/>
      </a:accent1>
      <a:accent2>
        <a:srgbClr val="DA1F28"/>
      </a:accent2>
      <a:accent3>
        <a:srgbClr val="EB641B"/>
      </a:accent3>
      <a:accent4>
        <a:srgbClr val="39639D"/>
      </a:accent4>
      <a:accent5>
        <a:srgbClr val="474B78"/>
      </a:accent5>
      <a:accent6>
        <a:srgbClr val="7D3C4A"/>
      </a:accent6>
      <a:hlink>
        <a:srgbClr val="FF8119"/>
      </a:hlink>
      <a:folHlink>
        <a:srgbClr val="44B9E8"/>
      </a:folHlink>
    </a:clrScheme>
    <a:fontScheme name="Concourse">
      <a:majorFont>
        <a:latin typeface="Lucida Sans Unicode"/>
        <a:ea typeface=""/>
        <a:cs typeface=""/>
        <a:font script="Jpan" typeface="ＭＳ Ｐゴシック"/>
        <a:font script="Hang" typeface="맑은 고딕"/>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Uigh" typeface="Microsoft Uighur"/>
        <a:font script="Geor" typeface="Sylfaen"/>
      </a:majorFont>
      <a:minorFont>
        <a:latin typeface="Lucida Sans Unicode"/>
        <a:ea typeface=""/>
        <a:cs typeface=""/>
        <a:font script="Jpan" typeface="ＭＳ Ｐゴシック"/>
        <a:font script="Hang" typeface="맑은 고딕"/>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Uigh" typeface="Microsoft Uighur"/>
        <a:font script="Geor" typeface="Sylfaen"/>
      </a:minorFont>
    </a:fontScheme>
    <a:fmtScheme name="Concourse">
      <a:fillStyleLst>
        <a:solidFill>
          <a:schemeClr val="phClr"/>
        </a:solidFill>
        <a:gradFill rotWithShape="1">
          <a:gsLst>
            <a:gs pos="0">
              <a:schemeClr val="phClr">
                <a:tint val="62000"/>
                <a:satMod val="180000"/>
              </a:schemeClr>
            </a:gs>
            <a:gs pos="65000">
              <a:schemeClr val="phClr">
                <a:tint val="32000"/>
                <a:satMod val="250000"/>
              </a:schemeClr>
            </a:gs>
            <a:gs pos="100000">
              <a:schemeClr val="phClr">
                <a:tint val="23000"/>
                <a:satMod val="300000"/>
              </a:schemeClr>
            </a:gs>
          </a:gsLst>
          <a:lin ang="16200000" scaled="0"/>
        </a:gradFill>
        <a:gradFill rotWithShape="1">
          <a:gsLst>
            <a:gs pos="0">
              <a:schemeClr val="phClr">
                <a:shade val="15000"/>
                <a:satMod val="180000"/>
              </a:schemeClr>
            </a:gs>
            <a:gs pos="50000">
              <a:schemeClr val="phClr">
                <a:shade val="45000"/>
                <a:satMod val="170000"/>
              </a:schemeClr>
            </a:gs>
            <a:gs pos="70000">
              <a:schemeClr val="phClr">
                <a:tint val="99000"/>
                <a:shade val="65000"/>
                <a:satMod val="155000"/>
              </a:schemeClr>
            </a:gs>
            <a:gs pos="100000">
              <a:schemeClr val="phClr">
                <a:tint val="95500"/>
                <a:shade val="100000"/>
                <a:satMod val="155000"/>
              </a:schemeClr>
            </a:gs>
          </a:gsLst>
          <a:lin ang="16200000" scaled="0"/>
        </a:gradFill>
      </a:fillStyleLst>
      <a:lnStyleLst>
        <a:ln w="9525" cap="flat" cmpd="sng" algn="ctr">
          <a:solidFill>
            <a:schemeClr val="phClr"/>
          </a:solidFill>
          <a:prstDash val="solid"/>
        </a:ln>
        <a:ln w="55000" cap="flat" cmpd="thickThin" algn="ctr">
          <a:solidFill>
            <a:schemeClr val="phClr"/>
          </a:solidFill>
          <a:prstDash val="solid"/>
        </a:ln>
        <a:ln w="63500" cap="flat" cmpd="thickThin" algn="ctr">
          <a:solidFill>
            <a:schemeClr val="phClr"/>
          </a:solidFill>
          <a:prstDash val="solid"/>
        </a:ln>
      </a:lnStyleLst>
      <a:effectStyleLst>
        <a:effectStyle>
          <a:effectLst>
            <a:outerShdw blurRad="50800" dist="38100" dir="5400000" rotWithShape="0">
              <a:srgbClr val="000000">
                <a:alpha val="35000"/>
              </a:srgbClr>
            </a:outerShdw>
          </a:effectLst>
        </a:effectStyle>
        <a:effectStyle>
          <a:effectLst>
            <a:outerShdw blurRad="50800" dist="38100" dir="5400000" rotWithShape="0">
              <a:srgbClr val="000000">
                <a:alpha val="35000"/>
              </a:srgbClr>
            </a:outerShdw>
          </a:effectLst>
        </a:effectStyle>
        <a:effectStyle>
          <a:effectLst>
            <a:outerShdw blurRad="63500" dist="38100" dir="5400000" rotWithShape="0">
              <a:srgbClr val="000000">
                <a:alpha val="45000"/>
              </a:srgbClr>
            </a:outerShdw>
          </a:effectLst>
          <a:scene3d>
            <a:camera prst="orthographicFront" fov="0">
              <a:rot lat="0" lon="0" rev="0"/>
            </a:camera>
            <a:lightRig rig="glow" dir="t">
              <a:rot lat="0" lon="0" rev="6360000"/>
            </a:lightRig>
          </a:scene3d>
          <a:sp3d contourW="1000" prstMaterial="flat">
            <a:bevelT w="95250" h="101600"/>
            <a:contourClr>
              <a:schemeClr val="phClr">
                <a:satMod val="300000"/>
              </a:schemeClr>
            </a:contourClr>
          </a:sp3d>
        </a:effectStyle>
      </a:effectStyleLst>
      <a:bgFillStyleLst>
        <a:solidFill>
          <a:schemeClr val="phClr"/>
        </a:solidFill>
        <a:gradFill rotWithShape="1">
          <a:gsLst>
            <a:gs pos="0">
              <a:schemeClr val="phClr">
                <a:tint val="55000"/>
                <a:satMod val="300000"/>
              </a:schemeClr>
            </a:gs>
            <a:gs pos="40000">
              <a:schemeClr val="phClr">
                <a:tint val="65000"/>
                <a:satMod val="300000"/>
              </a:schemeClr>
            </a:gs>
            <a:gs pos="100000">
              <a:schemeClr val="phClr">
                <a:shade val="65000"/>
                <a:satMod val="300000"/>
              </a:schemeClr>
            </a:gs>
          </a:gsLst>
          <a:path path="circle">
            <a:fillToRect l="65000" b="98000"/>
          </a:path>
        </a:gradFill>
        <a:blipFill>
          <a:blip xmlns:r="http://schemas.openxmlformats.org/officeDocument/2006/relationships" r:embed="rId1">
            <a:duotone>
              <a:schemeClr val="phClr">
                <a:shade val="60000"/>
                <a:satMod val="110000"/>
              </a:schemeClr>
              <a:schemeClr val="phClr">
                <a:tint val="95000"/>
              </a:schemeClr>
            </a:duotone>
          </a:blip>
          <a:tile tx="0" ty="0" sx="50000" sy="50000" flip="none" algn="tl"/>
        </a:blip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Concourse</Template>
  <TotalTime>59</TotalTime>
  <Words>687</Words>
  <Application>Microsoft Office PowerPoint</Application>
  <PresentationFormat>On-screen Show (4:3)</PresentationFormat>
  <Paragraphs>105</Paragraphs>
  <Slides>19</Slides>
  <Notes>0</Notes>
  <HiddenSlides>0</HiddenSlides>
  <MMClips>0</MMClips>
  <ScaleCrop>false</ScaleCrop>
  <HeadingPairs>
    <vt:vector size="4" baseType="variant">
      <vt:variant>
        <vt:lpstr>Theme</vt:lpstr>
      </vt:variant>
      <vt:variant>
        <vt:i4>1</vt:i4>
      </vt:variant>
      <vt:variant>
        <vt:lpstr>Slide Titles</vt:lpstr>
      </vt:variant>
      <vt:variant>
        <vt:i4>19</vt:i4>
      </vt:variant>
    </vt:vector>
  </HeadingPairs>
  <TitlesOfParts>
    <vt:vector size="20" baseType="lpstr">
      <vt:lpstr>Concourse</vt:lpstr>
      <vt:lpstr>Clean and Tidy food and beverage service areas</vt:lpstr>
      <vt:lpstr>3 Elements</vt:lpstr>
      <vt:lpstr>PowerPoint Presentation</vt:lpstr>
      <vt:lpstr>PowerPoint Presentation</vt:lpstr>
      <vt:lpstr>PowerPoint Presentation</vt:lpstr>
      <vt:lpstr>Accepted process for washing and sanitizing crockery and cutlery: </vt:lpstr>
      <vt:lpstr>Machine washing of crockery and cutlery: </vt:lpstr>
      <vt:lpstr>When using double-bowl sinks to clean and sanitize: </vt:lpstr>
      <vt:lpstr>Equipment and items requiring maintenance and report</vt:lpstr>
      <vt:lpstr>When a problem with equipment is identified</vt:lpstr>
      <vt:lpstr>If an item of equipment cannot be fixed: </vt:lpstr>
      <vt:lpstr>Report items requiring maintenance to: </vt:lpstr>
      <vt:lpstr>Ways to report items requiring maintenance: </vt:lpstr>
      <vt:lpstr>What to do in case of unusual, suspicious, unruly behavior of guests</vt:lpstr>
      <vt:lpstr>Examples of unusual, suspicious  and unruly behavior</vt:lpstr>
      <vt:lpstr>PowerPoint Presentation</vt:lpstr>
      <vt:lpstr>PowerPoint Presentation</vt:lpstr>
      <vt:lpstr>Appropriate interpersonal skills in food and beverage</vt:lpstr>
      <vt:lpstr>Reasons why we do interpersonal skills</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Clean and Tidy food and beverage service areas</dc:title>
  <dc:creator>Delma Ortega</dc:creator>
  <cp:lastModifiedBy>Delma Ortega</cp:lastModifiedBy>
  <cp:revision>6</cp:revision>
  <dcterms:created xsi:type="dcterms:W3CDTF">2019-09-02T13:19:30Z</dcterms:created>
  <dcterms:modified xsi:type="dcterms:W3CDTF">2019-09-02T14:19:20Z</dcterms:modified>
</cp:coreProperties>
</file>