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heme/themeOverride1.xml" ContentType="application/vnd.openxmlformats-officedocument.themeOverr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721" r:id="rId2"/>
  </p:sldMasterIdLst>
  <p:notesMasterIdLst>
    <p:notesMasterId r:id="rId69"/>
  </p:notesMasterIdLst>
  <p:handoutMasterIdLst>
    <p:handoutMasterId r:id="rId70"/>
  </p:handoutMasterIdLst>
  <p:sldIdLst>
    <p:sldId id="256" r:id="rId3"/>
    <p:sldId id="319" r:id="rId4"/>
    <p:sldId id="258" r:id="rId5"/>
    <p:sldId id="259" r:id="rId6"/>
    <p:sldId id="260" r:id="rId7"/>
    <p:sldId id="298" r:id="rId8"/>
    <p:sldId id="299" r:id="rId9"/>
    <p:sldId id="297" r:id="rId10"/>
    <p:sldId id="351" r:id="rId11"/>
    <p:sldId id="263" r:id="rId12"/>
    <p:sldId id="300" r:id="rId13"/>
    <p:sldId id="262" r:id="rId14"/>
    <p:sldId id="353" r:id="rId15"/>
    <p:sldId id="264" r:id="rId16"/>
    <p:sldId id="320" r:id="rId17"/>
    <p:sldId id="321" r:id="rId18"/>
    <p:sldId id="354" r:id="rId19"/>
    <p:sldId id="322" r:id="rId20"/>
    <p:sldId id="323" r:id="rId21"/>
    <p:sldId id="324" r:id="rId22"/>
    <p:sldId id="325" r:id="rId23"/>
    <p:sldId id="326" r:id="rId24"/>
    <p:sldId id="327" r:id="rId25"/>
    <p:sldId id="328" r:id="rId26"/>
    <p:sldId id="329" r:id="rId27"/>
    <p:sldId id="330" r:id="rId28"/>
    <p:sldId id="331" r:id="rId29"/>
    <p:sldId id="332" r:id="rId30"/>
    <p:sldId id="302" r:id="rId31"/>
    <p:sldId id="265" r:id="rId32"/>
    <p:sldId id="266" r:id="rId33"/>
    <p:sldId id="267" r:id="rId34"/>
    <p:sldId id="268" r:id="rId35"/>
    <p:sldId id="269" r:id="rId36"/>
    <p:sldId id="303" r:id="rId37"/>
    <p:sldId id="304" r:id="rId38"/>
    <p:sldId id="305" r:id="rId39"/>
    <p:sldId id="334" r:id="rId40"/>
    <p:sldId id="335" r:id="rId41"/>
    <p:sldId id="337" r:id="rId42"/>
    <p:sldId id="333" r:id="rId43"/>
    <p:sldId id="338" r:id="rId44"/>
    <p:sldId id="339" r:id="rId45"/>
    <p:sldId id="340" r:id="rId46"/>
    <p:sldId id="306" r:id="rId47"/>
    <p:sldId id="308" r:id="rId48"/>
    <p:sldId id="309" r:id="rId49"/>
    <p:sldId id="318" r:id="rId50"/>
    <p:sldId id="341" r:id="rId51"/>
    <p:sldId id="342" r:id="rId52"/>
    <p:sldId id="310" r:id="rId53"/>
    <p:sldId id="343" r:id="rId54"/>
    <p:sldId id="311" r:id="rId55"/>
    <p:sldId id="345" r:id="rId56"/>
    <p:sldId id="344" r:id="rId57"/>
    <p:sldId id="312" r:id="rId58"/>
    <p:sldId id="313" r:id="rId59"/>
    <p:sldId id="314" r:id="rId60"/>
    <p:sldId id="315" r:id="rId61"/>
    <p:sldId id="346" r:id="rId62"/>
    <p:sldId id="347" r:id="rId63"/>
    <p:sldId id="348" r:id="rId64"/>
    <p:sldId id="349" r:id="rId65"/>
    <p:sldId id="350" r:id="rId66"/>
    <p:sldId id="316" r:id="rId67"/>
    <p:sldId id="317" r:id="rId68"/>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71" autoAdjust="0"/>
    <p:restoredTop sz="62701" autoAdjust="0"/>
  </p:normalViewPr>
  <p:slideViewPr>
    <p:cSldViewPr>
      <p:cViewPr varScale="1">
        <p:scale>
          <a:sx n="55" d="100"/>
          <a:sy n="55" d="100"/>
        </p:scale>
        <p:origin x="2412" y="72"/>
      </p:cViewPr>
      <p:guideLst>
        <p:guide orient="horz" pos="2160"/>
        <p:guide pos="2880"/>
      </p:guideLst>
    </p:cSldViewPr>
  </p:slideViewPr>
  <p:outlineViewPr>
    <p:cViewPr>
      <p:scale>
        <a:sx n="33" d="100"/>
        <a:sy n="33" d="100"/>
      </p:scale>
      <p:origin x="0" y="2143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 Type="http://schemas.openxmlformats.org/officeDocument/2006/relationships/slide" Target="slides/slide5.xml"/><Relationship Id="rId71"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422C15-66ED-4F0C-B78A-23632E0AD608}" type="doc">
      <dgm:prSet loTypeId="urn:microsoft.com/office/officeart/2005/8/layout/cycle6" loCatId="relationship" qsTypeId="urn:microsoft.com/office/officeart/2005/8/quickstyle/simple1" qsCatId="simple" csTypeId="urn:microsoft.com/office/officeart/2005/8/colors/colorful5" csCatId="colorful" phldr="1"/>
      <dgm:spPr/>
      <dgm:t>
        <a:bodyPr/>
        <a:lstStyle/>
        <a:p>
          <a:endParaRPr lang="en-AU"/>
        </a:p>
      </dgm:t>
    </dgm:pt>
    <dgm:pt modelId="{C65C4323-F321-4DA4-ACD6-5EC7A74FC183}">
      <dgm:prSet phldrT="[Text]"/>
      <dgm:spPr/>
      <dgm:t>
        <a:bodyPr/>
        <a:lstStyle/>
        <a:p>
          <a:r>
            <a:rPr lang="en-AU" dirty="0"/>
            <a:t>Business letter</a:t>
          </a:r>
        </a:p>
      </dgm:t>
    </dgm:pt>
    <dgm:pt modelId="{99F61D73-E8AD-4644-BB50-B040DFD9FFDB}" type="parTrans" cxnId="{43F35CB0-9C5A-4DC4-9C90-36B2F369A043}">
      <dgm:prSet/>
      <dgm:spPr/>
      <dgm:t>
        <a:bodyPr/>
        <a:lstStyle/>
        <a:p>
          <a:endParaRPr lang="en-AU"/>
        </a:p>
      </dgm:t>
    </dgm:pt>
    <dgm:pt modelId="{85218400-E6BF-463B-9516-2543F901EF9D}" type="sibTrans" cxnId="{43F35CB0-9C5A-4DC4-9C90-36B2F369A043}">
      <dgm:prSet/>
      <dgm:spPr/>
      <dgm:t>
        <a:bodyPr/>
        <a:lstStyle/>
        <a:p>
          <a:endParaRPr lang="en-AU" dirty="0"/>
        </a:p>
      </dgm:t>
    </dgm:pt>
    <dgm:pt modelId="{981D590F-980B-48D0-9ACB-3813573AA609}">
      <dgm:prSet phldrT="[Text]"/>
      <dgm:spPr/>
      <dgm:t>
        <a:bodyPr/>
        <a:lstStyle/>
        <a:p>
          <a:r>
            <a:rPr lang="en-AU" dirty="0"/>
            <a:t>Minutes</a:t>
          </a:r>
        </a:p>
      </dgm:t>
    </dgm:pt>
    <dgm:pt modelId="{C0B2542D-FD17-4716-AA45-15B4186E32CC}" type="parTrans" cxnId="{14C441B6-6B82-4EC0-A61F-79A78887DD7C}">
      <dgm:prSet/>
      <dgm:spPr/>
      <dgm:t>
        <a:bodyPr/>
        <a:lstStyle/>
        <a:p>
          <a:endParaRPr lang="en-AU"/>
        </a:p>
      </dgm:t>
    </dgm:pt>
    <dgm:pt modelId="{1102F6D9-CB70-468D-8369-3A7873543CB8}" type="sibTrans" cxnId="{14C441B6-6B82-4EC0-A61F-79A78887DD7C}">
      <dgm:prSet/>
      <dgm:spPr/>
      <dgm:t>
        <a:bodyPr/>
        <a:lstStyle/>
        <a:p>
          <a:endParaRPr lang="en-AU" dirty="0"/>
        </a:p>
      </dgm:t>
    </dgm:pt>
    <dgm:pt modelId="{9E4BBB7C-16E2-44AC-9AD1-394FD64EE330}">
      <dgm:prSet phldrT="[Text]"/>
      <dgm:spPr/>
      <dgm:t>
        <a:bodyPr/>
        <a:lstStyle/>
        <a:p>
          <a:r>
            <a:rPr lang="en-AU" dirty="0"/>
            <a:t>Agenda</a:t>
          </a:r>
        </a:p>
      </dgm:t>
    </dgm:pt>
    <dgm:pt modelId="{8CAAE0E0-4502-4C0B-995D-E0F0DF82625C}" type="parTrans" cxnId="{F3E3BDF0-571B-4973-8460-85801D28F6DD}">
      <dgm:prSet/>
      <dgm:spPr/>
      <dgm:t>
        <a:bodyPr/>
        <a:lstStyle/>
        <a:p>
          <a:endParaRPr lang="en-AU"/>
        </a:p>
      </dgm:t>
    </dgm:pt>
    <dgm:pt modelId="{0F35A542-464D-4AA4-9F83-601F7E9D3324}" type="sibTrans" cxnId="{F3E3BDF0-571B-4973-8460-85801D28F6DD}">
      <dgm:prSet/>
      <dgm:spPr/>
      <dgm:t>
        <a:bodyPr/>
        <a:lstStyle/>
        <a:p>
          <a:endParaRPr lang="en-AU" dirty="0"/>
        </a:p>
      </dgm:t>
    </dgm:pt>
    <dgm:pt modelId="{786229D9-A2F6-4288-A7A6-AA61EA4811E0}">
      <dgm:prSet phldrT="[Text]"/>
      <dgm:spPr/>
      <dgm:t>
        <a:bodyPr/>
        <a:lstStyle/>
        <a:p>
          <a:r>
            <a:rPr lang="en-AU" dirty="0"/>
            <a:t>Report</a:t>
          </a:r>
        </a:p>
      </dgm:t>
    </dgm:pt>
    <dgm:pt modelId="{A71365BE-6B27-4473-9BAC-432F1C272DAD}" type="parTrans" cxnId="{76C0DF1C-ED06-41F2-8B2B-3B49E1F93EC3}">
      <dgm:prSet/>
      <dgm:spPr/>
      <dgm:t>
        <a:bodyPr/>
        <a:lstStyle/>
        <a:p>
          <a:endParaRPr lang="en-AU"/>
        </a:p>
      </dgm:t>
    </dgm:pt>
    <dgm:pt modelId="{5554356A-BBB1-4139-BCFC-14C54E489CF1}" type="sibTrans" cxnId="{76C0DF1C-ED06-41F2-8B2B-3B49E1F93EC3}">
      <dgm:prSet/>
      <dgm:spPr/>
      <dgm:t>
        <a:bodyPr/>
        <a:lstStyle/>
        <a:p>
          <a:endParaRPr lang="en-AU" dirty="0"/>
        </a:p>
      </dgm:t>
    </dgm:pt>
    <dgm:pt modelId="{3C5B0F0D-C34A-496D-980F-EFCE42FD93F4}">
      <dgm:prSet phldrT="[Text]"/>
      <dgm:spPr/>
      <dgm:t>
        <a:bodyPr/>
        <a:lstStyle/>
        <a:p>
          <a:r>
            <a:rPr lang="en-AU" dirty="0"/>
            <a:t>Memo/Email</a:t>
          </a:r>
        </a:p>
      </dgm:t>
    </dgm:pt>
    <dgm:pt modelId="{87D19D58-2484-4FD6-BD5A-E999CA72A6FC}" type="parTrans" cxnId="{B2E0F17C-1D55-4495-82A4-86E334F8B4D4}">
      <dgm:prSet/>
      <dgm:spPr/>
      <dgm:t>
        <a:bodyPr/>
        <a:lstStyle/>
        <a:p>
          <a:endParaRPr lang="en-AU"/>
        </a:p>
      </dgm:t>
    </dgm:pt>
    <dgm:pt modelId="{934F09A9-BCDC-4C40-AB3D-634FD4B29F28}" type="sibTrans" cxnId="{B2E0F17C-1D55-4495-82A4-86E334F8B4D4}">
      <dgm:prSet/>
      <dgm:spPr/>
      <dgm:t>
        <a:bodyPr/>
        <a:lstStyle/>
        <a:p>
          <a:endParaRPr lang="en-AU" dirty="0"/>
        </a:p>
      </dgm:t>
    </dgm:pt>
    <dgm:pt modelId="{6BF687D5-A31E-4C9E-B436-3C74569DEF2A}">
      <dgm:prSet phldrT="[Text]"/>
      <dgm:spPr/>
      <dgm:t>
        <a:bodyPr/>
        <a:lstStyle/>
        <a:p>
          <a:r>
            <a:rPr lang="en-AU" dirty="0"/>
            <a:t>Invoice</a:t>
          </a:r>
        </a:p>
      </dgm:t>
    </dgm:pt>
    <dgm:pt modelId="{557A582E-F80D-4A58-A583-234B9C8AF101}" type="parTrans" cxnId="{CC22D47E-9A00-4BEE-AE57-E5C45E1DDC04}">
      <dgm:prSet/>
      <dgm:spPr/>
      <dgm:t>
        <a:bodyPr/>
        <a:lstStyle/>
        <a:p>
          <a:endParaRPr lang="en-AU"/>
        </a:p>
      </dgm:t>
    </dgm:pt>
    <dgm:pt modelId="{AFCDB6D1-FBD9-48C4-B26F-0D517D7559CA}" type="sibTrans" cxnId="{CC22D47E-9A00-4BEE-AE57-E5C45E1DDC04}">
      <dgm:prSet/>
      <dgm:spPr/>
      <dgm:t>
        <a:bodyPr/>
        <a:lstStyle/>
        <a:p>
          <a:endParaRPr lang="en-AU" dirty="0"/>
        </a:p>
      </dgm:t>
    </dgm:pt>
    <dgm:pt modelId="{8ADFE9B4-AB49-48AF-9080-0E70ED7EFB28}">
      <dgm:prSet phldrT="[Text]"/>
      <dgm:spPr/>
      <dgm:t>
        <a:bodyPr/>
        <a:lstStyle/>
        <a:p>
          <a:r>
            <a:rPr lang="en-AU" dirty="0"/>
            <a:t>Receipt</a:t>
          </a:r>
        </a:p>
      </dgm:t>
    </dgm:pt>
    <dgm:pt modelId="{4D62FDFC-F35C-4A68-8F8C-BAF5BA65D299}" type="parTrans" cxnId="{1CEE87C6-5C76-4A73-83A5-CD700EE3F570}">
      <dgm:prSet/>
      <dgm:spPr/>
      <dgm:t>
        <a:bodyPr/>
        <a:lstStyle/>
        <a:p>
          <a:endParaRPr lang="en-AU"/>
        </a:p>
      </dgm:t>
    </dgm:pt>
    <dgm:pt modelId="{75A38E58-4805-4DF4-91C8-309C6E6A0A52}" type="sibTrans" cxnId="{1CEE87C6-5C76-4A73-83A5-CD700EE3F570}">
      <dgm:prSet/>
      <dgm:spPr/>
      <dgm:t>
        <a:bodyPr/>
        <a:lstStyle/>
        <a:p>
          <a:endParaRPr lang="en-AU" dirty="0"/>
        </a:p>
      </dgm:t>
    </dgm:pt>
    <dgm:pt modelId="{A93FF620-DA46-4845-A347-A2CB958C64BF}">
      <dgm:prSet phldrT="[Text]"/>
      <dgm:spPr/>
      <dgm:t>
        <a:bodyPr/>
        <a:lstStyle/>
        <a:p>
          <a:r>
            <a:rPr lang="en-AU" dirty="0"/>
            <a:t>Message</a:t>
          </a:r>
        </a:p>
      </dgm:t>
    </dgm:pt>
    <dgm:pt modelId="{F15213A5-7C09-4991-A7B7-EC26F5552357}" type="parTrans" cxnId="{1D72218C-AF0D-4265-AA37-8E01F36A3327}">
      <dgm:prSet/>
      <dgm:spPr/>
      <dgm:t>
        <a:bodyPr/>
        <a:lstStyle/>
        <a:p>
          <a:endParaRPr lang="en-AU"/>
        </a:p>
      </dgm:t>
    </dgm:pt>
    <dgm:pt modelId="{A21F4DF5-E7A1-489A-9EE2-53DA0993BD6F}" type="sibTrans" cxnId="{1D72218C-AF0D-4265-AA37-8E01F36A3327}">
      <dgm:prSet/>
      <dgm:spPr/>
      <dgm:t>
        <a:bodyPr/>
        <a:lstStyle/>
        <a:p>
          <a:endParaRPr lang="en-AU" dirty="0"/>
        </a:p>
      </dgm:t>
    </dgm:pt>
    <dgm:pt modelId="{47E0CB6C-DF48-4D2D-BAFB-A5410E1FA290}" type="pres">
      <dgm:prSet presAssocID="{3F422C15-66ED-4F0C-B78A-23632E0AD608}" presName="cycle" presStyleCnt="0">
        <dgm:presLayoutVars>
          <dgm:dir/>
          <dgm:resizeHandles val="exact"/>
        </dgm:presLayoutVars>
      </dgm:prSet>
      <dgm:spPr/>
      <dgm:t>
        <a:bodyPr/>
        <a:lstStyle/>
        <a:p>
          <a:endParaRPr lang="en-AU"/>
        </a:p>
      </dgm:t>
    </dgm:pt>
    <dgm:pt modelId="{7798D984-B9DF-41CE-BF8B-CEE12391B271}" type="pres">
      <dgm:prSet presAssocID="{C65C4323-F321-4DA4-ACD6-5EC7A74FC183}" presName="node" presStyleLbl="node1" presStyleIdx="0" presStyleCnt="8">
        <dgm:presLayoutVars>
          <dgm:bulletEnabled val="1"/>
        </dgm:presLayoutVars>
      </dgm:prSet>
      <dgm:spPr/>
      <dgm:t>
        <a:bodyPr/>
        <a:lstStyle/>
        <a:p>
          <a:endParaRPr lang="en-AU"/>
        </a:p>
      </dgm:t>
    </dgm:pt>
    <dgm:pt modelId="{36BBA5DE-C85B-41EA-A1D8-B1EB92DCEA02}" type="pres">
      <dgm:prSet presAssocID="{C65C4323-F321-4DA4-ACD6-5EC7A74FC183}" presName="spNode" presStyleCnt="0"/>
      <dgm:spPr/>
    </dgm:pt>
    <dgm:pt modelId="{76835164-5F37-47D2-A6EA-3323D9FE478E}" type="pres">
      <dgm:prSet presAssocID="{85218400-E6BF-463B-9516-2543F901EF9D}" presName="sibTrans" presStyleLbl="sibTrans1D1" presStyleIdx="0" presStyleCnt="8"/>
      <dgm:spPr/>
      <dgm:t>
        <a:bodyPr/>
        <a:lstStyle/>
        <a:p>
          <a:endParaRPr lang="en-AU"/>
        </a:p>
      </dgm:t>
    </dgm:pt>
    <dgm:pt modelId="{8BC764F7-7DDC-45C4-B7A9-CE3C74AA13B2}" type="pres">
      <dgm:prSet presAssocID="{981D590F-980B-48D0-9ACB-3813573AA609}" presName="node" presStyleLbl="node1" presStyleIdx="1" presStyleCnt="8">
        <dgm:presLayoutVars>
          <dgm:bulletEnabled val="1"/>
        </dgm:presLayoutVars>
      </dgm:prSet>
      <dgm:spPr/>
      <dgm:t>
        <a:bodyPr/>
        <a:lstStyle/>
        <a:p>
          <a:endParaRPr lang="en-AU"/>
        </a:p>
      </dgm:t>
    </dgm:pt>
    <dgm:pt modelId="{8760379A-E7EE-4D27-9DF5-34E2D9E5BE1F}" type="pres">
      <dgm:prSet presAssocID="{981D590F-980B-48D0-9ACB-3813573AA609}" presName="spNode" presStyleCnt="0"/>
      <dgm:spPr/>
    </dgm:pt>
    <dgm:pt modelId="{BCF32CC8-FF31-4170-BD63-6539F79D5678}" type="pres">
      <dgm:prSet presAssocID="{1102F6D9-CB70-468D-8369-3A7873543CB8}" presName="sibTrans" presStyleLbl="sibTrans1D1" presStyleIdx="1" presStyleCnt="8"/>
      <dgm:spPr/>
      <dgm:t>
        <a:bodyPr/>
        <a:lstStyle/>
        <a:p>
          <a:endParaRPr lang="en-AU"/>
        </a:p>
      </dgm:t>
    </dgm:pt>
    <dgm:pt modelId="{C14F902A-EF7C-4B2D-8B66-46A860D6A553}" type="pres">
      <dgm:prSet presAssocID="{9E4BBB7C-16E2-44AC-9AD1-394FD64EE330}" presName="node" presStyleLbl="node1" presStyleIdx="2" presStyleCnt="8">
        <dgm:presLayoutVars>
          <dgm:bulletEnabled val="1"/>
        </dgm:presLayoutVars>
      </dgm:prSet>
      <dgm:spPr/>
      <dgm:t>
        <a:bodyPr/>
        <a:lstStyle/>
        <a:p>
          <a:endParaRPr lang="en-AU"/>
        </a:p>
      </dgm:t>
    </dgm:pt>
    <dgm:pt modelId="{A62F13D4-B787-48CF-9017-B8C4BD6FD95C}" type="pres">
      <dgm:prSet presAssocID="{9E4BBB7C-16E2-44AC-9AD1-394FD64EE330}" presName="spNode" presStyleCnt="0"/>
      <dgm:spPr/>
    </dgm:pt>
    <dgm:pt modelId="{CD6446B7-0A83-40B9-ADFC-BFFFA522E366}" type="pres">
      <dgm:prSet presAssocID="{0F35A542-464D-4AA4-9F83-601F7E9D3324}" presName="sibTrans" presStyleLbl="sibTrans1D1" presStyleIdx="2" presStyleCnt="8"/>
      <dgm:spPr/>
      <dgm:t>
        <a:bodyPr/>
        <a:lstStyle/>
        <a:p>
          <a:endParaRPr lang="en-AU"/>
        </a:p>
      </dgm:t>
    </dgm:pt>
    <dgm:pt modelId="{8AFCA5D4-55AC-4BFF-A3CB-3A309D817D2F}" type="pres">
      <dgm:prSet presAssocID="{786229D9-A2F6-4288-A7A6-AA61EA4811E0}" presName="node" presStyleLbl="node1" presStyleIdx="3" presStyleCnt="8">
        <dgm:presLayoutVars>
          <dgm:bulletEnabled val="1"/>
        </dgm:presLayoutVars>
      </dgm:prSet>
      <dgm:spPr/>
      <dgm:t>
        <a:bodyPr/>
        <a:lstStyle/>
        <a:p>
          <a:endParaRPr lang="en-AU"/>
        </a:p>
      </dgm:t>
    </dgm:pt>
    <dgm:pt modelId="{F5A8D90C-C460-494F-9C92-79F6A9FBE63A}" type="pres">
      <dgm:prSet presAssocID="{786229D9-A2F6-4288-A7A6-AA61EA4811E0}" presName="spNode" presStyleCnt="0"/>
      <dgm:spPr/>
    </dgm:pt>
    <dgm:pt modelId="{36220849-1BA4-4233-B07D-E327BFDF34BF}" type="pres">
      <dgm:prSet presAssocID="{5554356A-BBB1-4139-BCFC-14C54E489CF1}" presName="sibTrans" presStyleLbl="sibTrans1D1" presStyleIdx="3" presStyleCnt="8"/>
      <dgm:spPr/>
      <dgm:t>
        <a:bodyPr/>
        <a:lstStyle/>
        <a:p>
          <a:endParaRPr lang="en-AU"/>
        </a:p>
      </dgm:t>
    </dgm:pt>
    <dgm:pt modelId="{3864AA40-D604-4F39-97C9-37705C5DCFB1}" type="pres">
      <dgm:prSet presAssocID="{3C5B0F0D-C34A-496D-980F-EFCE42FD93F4}" presName="node" presStyleLbl="node1" presStyleIdx="4" presStyleCnt="8">
        <dgm:presLayoutVars>
          <dgm:bulletEnabled val="1"/>
        </dgm:presLayoutVars>
      </dgm:prSet>
      <dgm:spPr/>
      <dgm:t>
        <a:bodyPr/>
        <a:lstStyle/>
        <a:p>
          <a:endParaRPr lang="en-AU"/>
        </a:p>
      </dgm:t>
    </dgm:pt>
    <dgm:pt modelId="{BC93BA26-FCAB-49F3-9CDC-D893CB8BFDD9}" type="pres">
      <dgm:prSet presAssocID="{3C5B0F0D-C34A-496D-980F-EFCE42FD93F4}" presName="spNode" presStyleCnt="0"/>
      <dgm:spPr/>
    </dgm:pt>
    <dgm:pt modelId="{047ED581-9F7D-485A-BC76-E4B71670019E}" type="pres">
      <dgm:prSet presAssocID="{934F09A9-BCDC-4C40-AB3D-634FD4B29F28}" presName="sibTrans" presStyleLbl="sibTrans1D1" presStyleIdx="4" presStyleCnt="8"/>
      <dgm:spPr/>
      <dgm:t>
        <a:bodyPr/>
        <a:lstStyle/>
        <a:p>
          <a:endParaRPr lang="en-AU"/>
        </a:p>
      </dgm:t>
    </dgm:pt>
    <dgm:pt modelId="{F2F110C1-6856-4B60-A768-C9458F77A194}" type="pres">
      <dgm:prSet presAssocID="{6BF687D5-A31E-4C9E-B436-3C74569DEF2A}" presName="node" presStyleLbl="node1" presStyleIdx="5" presStyleCnt="8">
        <dgm:presLayoutVars>
          <dgm:bulletEnabled val="1"/>
        </dgm:presLayoutVars>
      </dgm:prSet>
      <dgm:spPr/>
      <dgm:t>
        <a:bodyPr/>
        <a:lstStyle/>
        <a:p>
          <a:endParaRPr lang="en-AU"/>
        </a:p>
      </dgm:t>
    </dgm:pt>
    <dgm:pt modelId="{A5644A95-6176-49B2-9A21-9551E341B6BA}" type="pres">
      <dgm:prSet presAssocID="{6BF687D5-A31E-4C9E-B436-3C74569DEF2A}" presName="spNode" presStyleCnt="0"/>
      <dgm:spPr/>
    </dgm:pt>
    <dgm:pt modelId="{3FA839C2-43AD-4FC8-ADB0-109E31C6F424}" type="pres">
      <dgm:prSet presAssocID="{AFCDB6D1-FBD9-48C4-B26F-0D517D7559CA}" presName="sibTrans" presStyleLbl="sibTrans1D1" presStyleIdx="5" presStyleCnt="8"/>
      <dgm:spPr/>
      <dgm:t>
        <a:bodyPr/>
        <a:lstStyle/>
        <a:p>
          <a:endParaRPr lang="en-AU"/>
        </a:p>
      </dgm:t>
    </dgm:pt>
    <dgm:pt modelId="{2F6D21C3-298D-4D98-B8AF-84FB77279851}" type="pres">
      <dgm:prSet presAssocID="{8ADFE9B4-AB49-48AF-9080-0E70ED7EFB28}" presName="node" presStyleLbl="node1" presStyleIdx="6" presStyleCnt="8">
        <dgm:presLayoutVars>
          <dgm:bulletEnabled val="1"/>
        </dgm:presLayoutVars>
      </dgm:prSet>
      <dgm:spPr/>
      <dgm:t>
        <a:bodyPr/>
        <a:lstStyle/>
        <a:p>
          <a:endParaRPr lang="en-AU"/>
        </a:p>
      </dgm:t>
    </dgm:pt>
    <dgm:pt modelId="{05726264-6C9C-48DC-A5E1-CE4FE3F9A27F}" type="pres">
      <dgm:prSet presAssocID="{8ADFE9B4-AB49-48AF-9080-0E70ED7EFB28}" presName="spNode" presStyleCnt="0"/>
      <dgm:spPr/>
    </dgm:pt>
    <dgm:pt modelId="{4B307D92-358F-403F-A8A8-175F3922D13F}" type="pres">
      <dgm:prSet presAssocID="{75A38E58-4805-4DF4-91C8-309C6E6A0A52}" presName="sibTrans" presStyleLbl="sibTrans1D1" presStyleIdx="6" presStyleCnt="8"/>
      <dgm:spPr/>
      <dgm:t>
        <a:bodyPr/>
        <a:lstStyle/>
        <a:p>
          <a:endParaRPr lang="en-AU"/>
        </a:p>
      </dgm:t>
    </dgm:pt>
    <dgm:pt modelId="{6532059D-70A2-4212-96B1-35AAB40DFEF3}" type="pres">
      <dgm:prSet presAssocID="{A93FF620-DA46-4845-A347-A2CB958C64BF}" presName="node" presStyleLbl="node1" presStyleIdx="7" presStyleCnt="8">
        <dgm:presLayoutVars>
          <dgm:bulletEnabled val="1"/>
        </dgm:presLayoutVars>
      </dgm:prSet>
      <dgm:spPr/>
      <dgm:t>
        <a:bodyPr/>
        <a:lstStyle/>
        <a:p>
          <a:endParaRPr lang="en-AU"/>
        </a:p>
      </dgm:t>
    </dgm:pt>
    <dgm:pt modelId="{1DED11F6-E249-4E62-A4E7-CE0190255780}" type="pres">
      <dgm:prSet presAssocID="{A93FF620-DA46-4845-A347-A2CB958C64BF}" presName="spNode" presStyleCnt="0"/>
      <dgm:spPr/>
    </dgm:pt>
    <dgm:pt modelId="{7AB07128-E1A2-484A-A8AC-F1725E20735F}" type="pres">
      <dgm:prSet presAssocID="{A21F4DF5-E7A1-489A-9EE2-53DA0993BD6F}" presName="sibTrans" presStyleLbl="sibTrans1D1" presStyleIdx="7" presStyleCnt="8"/>
      <dgm:spPr/>
      <dgm:t>
        <a:bodyPr/>
        <a:lstStyle/>
        <a:p>
          <a:endParaRPr lang="en-AU"/>
        </a:p>
      </dgm:t>
    </dgm:pt>
  </dgm:ptLst>
  <dgm:cxnLst>
    <dgm:cxn modelId="{C578FAB8-8CDC-4116-8A6A-71903E0B71C3}" type="presOf" srcId="{A21F4DF5-E7A1-489A-9EE2-53DA0993BD6F}" destId="{7AB07128-E1A2-484A-A8AC-F1725E20735F}" srcOrd="0" destOrd="0" presId="urn:microsoft.com/office/officeart/2005/8/layout/cycle6"/>
    <dgm:cxn modelId="{3A1D3CDA-3F18-40B0-86AD-0DBB2576CA40}" type="presOf" srcId="{0F35A542-464D-4AA4-9F83-601F7E9D3324}" destId="{CD6446B7-0A83-40B9-ADFC-BFFFA522E366}" srcOrd="0" destOrd="0" presId="urn:microsoft.com/office/officeart/2005/8/layout/cycle6"/>
    <dgm:cxn modelId="{C8CCF64C-2614-4BF4-810A-380D56D5AC10}" type="presOf" srcId="{3F422C15-66ED-4F0C-B78A-23632E0AD608}" destId="{47E0CB6C-DF48-4D2D-BAFB-A5410E1FA290}" srcOrd="0" destOrd="0" presId="urn:microsoft.com/office/officeart/2005/8/layout/cycle6"/>
    <dgm:cxn modelId="{0C2AACA4-476C-4922-9FED-A43D64A65D0D}" type="presOf" srcId="{C65C4323-F321-4DA4-ACD6-5EC7A74FC183}" destId="{7798D984-B9DF-41CE-BF8B-CEE12391B271}" srcOrd="0" destOrd="0" presId="urn:microsoft.com/office/officeart/2005/8/layout/cycle6"/>
    <dgm:cxn modelId="{99E97831-E741-4C08-8CCA-94742D97D48E}" type="presOf" srcId="{934F09A9-BCDC-4C40-AB3D-634FD4B29F28}" destId="{047ED581-9F7D-485A-BC76-E4B71670019E}" srcOrd="0" destOrd="0" presId="urn:microsoft.com/office/officeart/2005/8/layout/cycle6"/>
    <dgm:cxn modelId="{43F35CB0-9C5A-4DC4-9C90-36B2F369A043}" srcId="{3F422C15-66ED-4F0C-B78A-23632E0AD608}" destId="{C65C4323-F321-4DA4-ACD6-5EC7A74FC183}" srcOrd="0" destOrd="0" parTransId="{99F61D73-E8AD-4644-BB50-B040DFD9FFDB}" sibTransId="{85218400-E6BF-463B-9516-2543F901EF9D}"/>
    <dgm:cxn modelId="{CC22D47E-9A00-4BEE-AE57-E5C45E1DDC04}" srcId="{3F422C15-66ED-4F0C-B78A-23632E0AD608}" destId="{6BF687D5-A31E-4C9E-B436-3C74569DEF2A}" srcOrd="5" destOrd="0" parTransId="{557A582E-F80D-4A58-A583-234B9C8AF101}" sibTransId="{AFCDB6D1-FBD9-48C4-B26F-0D517D7559CA}"/>
    <dgm:cxn modelId="{E68EDDB3-26A8-48E6-993A-68AADFA2DB5A}" type="presOf" srcId="{AFCDB6D1-FBD9-48C4-B26F-0D517D7559CA}" destId="{3FA839C2-43AD-4FC8-ADB0-109E31C6F424}" srcOrd="0" destOrd="0" presId="urn:microsoft.com/office/officeart/2005/8/layout/cycle6"/>
    <dgm:cxn modelId="{F8259E1E-C7CB-4C32-AC56-6671F367265D}" type="presOf" srcId="{1102F6D9-CB70-468D-8369-3A7873543CB8}" destId="{BCF32CC8-FF31-4170-BD63-6539F79D5678}" srcOrd="0" destOrd="0" presId="urn:microsoft.com/office/officeart/2005/8/layout/cycle6"/>
    <dgm:cxn modelId="{08C0A276-AF72-48AD-B858-216266C9AE05}" type="presOf" srcId="{A93FF620-DA46-4845-A347-A2CB958C64BF}" destId="{6532059D-70A2-4212-96B1-35AAB40DFEF3}" srcOrd="0" destOrd="0" presId="urn:microsoft.com/office/officeart/2005/8/layout/cycle6"/>
    <dgm:cxn modelId="{C0BC0573-4D9F-46ED-98CC-C12C6BADF379}" type="presOf" srcId="{981D590F-980B-48D0-9ACB-3813573AA609}" destId="{8BC764F7-7DDC-45C4-B7A9-CE3C74AA13B2}" srcOrd="0" destOrd="0" presId="urn:microsoft.com/office/officeart/2005/8/layout/cycle6"/>
    <dgm:cxn modelId="{1D72218C-AF0D-4265-AA37-8E01F36A3327}" srcId="{3F422C15-66ED-4F0C-B78A-23632E0AD608}" destId="{A93FF620-DA46-4845-A347-A2CB958C64BF}" srcOrd="7" destOrd="0" parTransId="{F15213A5-7C09-4991-A7B7-EC26F5552357}" sibTransId="{A21F4DF5-E7A1-489A-9EE2-53DA0993BD6F}"/>
    <dgm:cxn modelId="{1CEE87C6-5C76-4A73-83A5-CD700EE3F570}" srcId="{3F422C15-66ED-4F0C-B78A-23632E0AD608}" destId="{8ADFE9B4-AB49-48AF-9080-0E70ED7EFB28}" srcOrd="6" destOrd="0" parTransId="{4D62FDFC-F35C-4A68-8F8C-BAF5BA65D299}" sibTransId="{75A38E58-4805-4DF4-91C8-309C6E6A0A52}"/>
    <dgm:cxn modelId="{C921A852-D036-404D-B720-C5D5170D3891}" type="presOf" srcId="{5554356A-BBB1-4139-BCFC-14C54E489CF1}" destId="{36220849-1BA4-4233-B07D-E327BFDF34BF}" srcOrd="0" destOrd="0" presId="urn:microsoft.com/office/officeart/2005/8/layout/cycle6"/>
    <dgm:cxn modelId="{63FAAA51-8639-46FF-8895-1E77B036B837}" type="presOf" srcId="{75A38E58-4805-4DF4-91C8-309C6E6A0A52}" destId="{4B307D92-358F-403F-A8A8-175F3922D13F}" srcOrd="0" destOrd="0" presId="urn:microsoft.com/office/officeart/2005/8/layout/cycle6"/>
    <dgm:cxn modelId="{14C441B6-6B82-4EC0-A61F-79A78887DD7C}" srcId="{3F422C15-66ED-4F0C-B78A-23632E0AD608}" destId="{981D590F-980B-48D0-9ACB-3813573AA609}" srcOrd="1" destOrd="0" parTransId="{C0B2542D-FD17-4716-AA45-15B4186E32CC}" sibTransId="{1102F6D9-CB70-468D-8369-3A7873543CB8}"/>
    <dgm:cxn modelId="{57C45B4E-D0C4-4120-B0E5-A90EE4BBCE97}" type="presOf" srcId="{6BF687D5-A31E-4C9E-B436-3C74569DEF2A}" destId="{F2F110C1-6856-4B60-A768-C9458F77A194}" srcOrd="0" destOrd="0" presId="urn:microsoft.com/office/officeart/2005/8/layout/cycle6"/>
    <dgm:cxn modelId="{B2E0F17C-1D55-4495-82A4-86E334F8B4D4}" srcId="{3F422C15-66ED-4F0C-B78A-23632E0AD608}" destId="{3C5B0F0D-C34A-496D-980F-EFCE42FD93F4}" srcOrd="4" destOrd="0" parTransId="{87D19D58-2484-4FD6-BD5A-E999CA72A6FC}" sibTransId="{934F09A9-BCDC-4C40-AB3D-634FD4B29F28}"/>
    <dgm:cxn modelId="{F685DCC6-2F4A-4A51-967A-69C020603EFF}" type="presOf" srcId="{786229D9-A2F6-4288-A7A6-AA61EA4811E0}" destId="{8AFCA5D4-55AC-4BFF-A3CB-3A309D817D2F}" srcOrd="0" destOrd="0" presId="urn:microsoft.com/office/officeart/2005/8/layout/cycle6"/>
    <dgm:cxn modelId="{8F59E211-3031-4102-B163-14EEFDC31974}" type="presOf" srcId="{3C5B0F0D-C34A-496D-980F-EFCE42FD93F4}" destId="{3864AA40-D604-4F39-97C9-37705C5DCFB1}" srcOrd="0" destOrd="0" presId="urn:microsoft.com/office/officeart/2005/8/layout/cycle6"/>
    <dgm:cxn modelId="{1B2556DD-AF56-460C-A2A1-260249DBE0EC}" type="presOf" srcId="{8ADFE9B4-AB49-48AF-9080-0E70ED7EFB28}" destId="{2F6D21C3-298D-4D98-B8AF-84FB77279851}" srcOrd="0" destOrd="0" presId="urn:microsoft.com/office/officeart/2005/8/layout/cycle6"/>
    <dgm:cxn modelId="{0546442D-AA61-4C64-932F-CD555059192D}" type="presOf" srcId="{85218400-E6BF-463B-9516-2543F901EF9D}" destId="{76835164-5F37-47D2-A6EA-3323D9FE478E}" srcOrd="0" destOrd="0" presId="urn:microsoft.com/office/officeart/2005/8/layout/cycle6"/>
    <dgm:cxn modelId="{8F023894-6E50-455E-A865-312E2F79291D}" type="presOf" srcId="{9E4BBB7C-16E2-44AC-9AD1-394FD64EE330}" destId="{C14F902A-EF7C-4B2D-8B66-46A860D6A553}" srcOrd="0" destOrd="0" presId="urn:microsoft.com/office/officeart/2005/8/layout/cycle6"/>
    <dgm:cxn modelId="{F3E3BDF0-571B-4973-8460-85801D28F6DD}" srcId="{3F422C15-66ED-4F0C-B78A-23632E0AD608}" destId="{9E4BBB7C-16E2-44AC-9AD1-394FD64EE330}" srcOrd="2" destOrd="0" parTransId="{8CAAE0E0-4502-4C0B-995D-E0F0DF82625C}" sibTransId="{0F35A542-464D-4AA4-9F83-601F7E9D3324}"/>
    <dgm:cxn modelId="{76C0DF1C-ED06-41F2-8B2B-3B49E1F93EC3}" srcId="{3F422C15-66ED-4F0C-B78A-23632E0AD608}" destId="{786229D9-A2F6-4288-A7A6-AA61EA4811E0}" srcOrd="3" destOrd="0" parTransId="{A71365BE-6B27-4473-9BAC-432F1C272DAD}" sibTransId="{5554356A-BBB1-4139-BCFC-14C54E489CF1}"/>
    <dgm:cxn modelId="{ED034764-26C6-4892-96C3-673052E97C90}" type="presParOf" srcId="{47E0CB6C-DF48-4D2D-BAFB-A5410E1FA290}" destId="{7798D984-B9DF-41CE-BF8B-CEE12391B271}" srcOrd="0" destOrd="0" presId="urn:microsoft.com/office/officeart/2005/8/layout/cycle6"/>
    <dgm:cxn modelId="{0CA4316D-9E3F-47F4-B8E4-0E4F4D920680}" type="presParOf" srcId="{47E0CB6C-DF48-4D2D-BAFB-A5410E1FA290}" destId="{36BBA5DE-C85B-41EA-A1D8-B1EB92DCEA02}" srcOrd="1" destOrd="0" presId="urn:microsoft.com/office/officeart/2005/8/layout/cycle6"/>
    <dgm:cxn modelId="{308662D7-A6D8-415F-9E7D-3C919011F756}" type="presParOf" srcId="{47E0CB6C-DF48-4D2D-BAFB-A5410E1FA290}" destId="{76835164-5F37-47D2-A6EA-3323D9FE478E}" srcOrd="2" destOrd="0" presId="urn:microsoft.com/office/officeart/2005/8/layout/cycle6"/>
    <dgm:cxn modelId="{8B522531-3457-4314-B7C0-824809117787}" type="presParOf" srcId="{47E0CB6C-DF48-4D2D-BAFB-A5410E1FA290}" destId="{8BC764F7-7DDC-45C4-B7A9-CE3C74AA13B2}" srcOrd="3" destOrd="0" presId="urn:microsoft.com/office/officeart/2005/8/layout/cycle6"/>
    <dgm:cxn modelId="{3613ACAE-1599-49C7-9EF0-7DC8FD973C55}" type="presParOf" srcId="{47E0CB6C-DF48-4D2D-BAFB-A5410E1FA290}" destId="{8760379A-E7EE-4D27-9DF5-34E2D9E5BE1F}" srcOrd="4" destOrd="0" presId="urn:microsoft.com/office/officeart/2005/8/layout/cycle6"/>
    <dgm:cxn modelId="{40E3C752-6A12-4CC0-ACC5-5F713822100A}" type="presParOf" srcId="{47E0CB6C-DF48-4D2D-BAFB-A5410E1FA290}" destId="{BCF32CC8-FF31-4170-BD63-6539F79D5678}" srcOrd="5" destOrd="0" presId="urn:microsoft.com/office/officeart/2005/8/layout/cycle6"/>
    <dgm:cxn modelId="{74D1C449-B8CB-466B-925D-AEC70100283F}" type="presParOf" srcId="{47E0CB6C-DF48-4D2D-BAFB-A5410E1FA290}" destId="{C14F902A-EF7C-4B2D-8B66-46A860D6A553}" srcOrd="6" destOrd="0" presId="urn:microsoft.com/office/officeart/2005/8/layout/cycle6"/>
    <dgm:cxn modelId="{0AE495D7-14C4-49EA-80C0-C233634E4E02}" type="presParOf" srcId="{47E0CB6C-DF48-4D2D-BAFB-A5410E1FA290}" destId="{A62F13D4-B787-48CF-9017-B8C4BD6FD95C}" srcOrd="7" destOrd="0" presId="urn:microsoft.com/office/officeart/2005/8/layout/cycle6"/>
    <dgm:cxn modelId="{0CFD62AD-7786-4458-B636-A2E5BAA58C3F}" type="presParOf" srcId="{47E0CB6C-DF48-4D2D-BAFB-A5410E1FA290}" destId="{CD6446B7-0A83-40B9-ADFC-BFFFA522E366}" srcOrd="8" destOrd="0" presId="urn:microsoft.com/office/officeart/2005/8/layout/cycle6"/>
    <dgm:cxn modelId="{CC2F6E43-BE7C-4A41-B3A9-84B03AECEF23}" type="presParOf" srcId="{47E0CB6C-DF48-4D2D-BAFB-A5410E1FA290}" destId="{8AFCA5D4-55AC-4BFF-A3CB-3A309D817D2F}" srcOrd="9" destOrd="0" presId="urn:microsoft.com/office/officeart/2005/8/layout/cycle6"/>
    <dgm:cxn modelId="{0B3DC362-5E2B-4819-A1F2-2FD52B2623E9}" type="presParOf" srcId="{47E0CB6C-DF48-4D2D-BAFB-A5410E1FA290}" destId="{F5A8D90C-C460-494F-9C92-79F6A9FBE63A}" srcOrd="10" destOrd="0" presId="urn:microsoft.com/office/officeart/2005/8/layout/cycle6"/>
    <dgm:cxn modelId="{1ED6599D-733D-4A81-8AE0-F5311B4082F5}" type="presParOf" srcId="{47E0CB6C-DF48-4D2D-BAFB-A5410E1FA290}" destId="{36220849-1BA4-4233-B07D-E327BFDF34BF}" srcOrd="11" destOrd="0" presId="urn:microsoft.com/office/officeart/2005/8/layout/cycle6"/>
    <dgm:cxn modelId="{D1DFB440-A7A4-4977-81A6-95BC2999180C}" type="presParOf" srcId="{47E0CB6C-DF48-4D2D-BAFB-A5410E1FA290}" destId="{3864AA40-D604-4F39-97C9-37705C5DCFB1}" srcOrd="12" destOrd="0" presId="urn:microsoft.com/office/officeart/2005/8/layout/cycle6"/>
    <dgm:cxn modelId="{354D6E0C-EA61-421C-80B6-A6C41E85B996}" type="presParOf" srcId="{47E0CB6C-DF48-4D2D-BAFB-A5410E1FA290}" destId="{BC93BA26-FCAB-49F3-9CDC-D893CB8BFDD9}" srcOrd="13" destOrd="0" presId="urn:microsoft.com/office/officeart/2005/8/layout/cycle6"/>
    <dgm:cxn modelId="{AEB68067-C700-40D3-8E51-3AC6ECEF6432}" type="presParOf" srcId="{47E0CB6C-DF48-4D2D-BAFB-A5410E1FA290}" destId="{047ED581-9F7D-485A-BC76-E4B71670019E}" srcOrd="14" destOrd="0" presId="urn:microsoft.com/office/officeart/2005/8/layout/cycle6"/>
    <dgm:cxn modelId="{0E120D9F-139E-4599-AB5C-76B1CA124304}" type="presParOf" srcId="{47E0CB6C-DF48-4D2D-BAFB-A5410E1FA290}" destId="{F2F110C1-6856-4B60-A768-C9458F77A194}" srcOrd="15" destOrd="0" presId="urn:microsoft.com/office/officeart/2005/8/layout/cycle6"/>
    <dgm:cxn modelId="{41A137B3-0884-4654-B61A-4796B0E7D3C8}" type="presParOf" srcId="{47E0CB6C-DF48-4D2D-BAFB-A5410E1FA290}" destId="{A5644A95-6176-49B2-9A21-9551E341B6BA}" srcOrd="16" destOrd="0" presId="urn:microsoft.com/office/officeart/2005/8/layout/cycle6"/>
    <dgm:cxn modelId="{F17A5D76-89CE-4C73-952A-693D77E062CB}" type="presParOf" srcId="{47E0CB6C-DF48-4D2D-BAFB-A5410E1FA290}" destId="{3FA839C2-43AD-4FC8-ADB0-109E31C6F424}" srcOrd="17" destOrd="0" presId="urn:microsoft.com/office/officeart/2005/8/layout/cycle6"/>
    <dgm:cxn modelId="{D42DCA50-B3E6-48CF-846F-D9EE8854046E}" type="presParOf" srcId="{47E0CB6C-DF48-4D2D-BAFB-A5410E1FA290}" destId="{2F6D21C3-298D-4D98-B8AF-84FB77279851}" srcOrd="18" destOrd="0" presId="urn:microsoft.com/office/officeart/2005/8/layout/cycle6"/>
    <dgm:cxn modelId="{B4516B03-17D5-4A16-A2BB-B7680AFCCDF9}" type="presParOf" srcId="{47E0CB6C-DF48-4D2D-BAFB-A5410E1FA290}" destId="{05726264-6C9C-48DC-A5E1-CE4FE3F9A27F}" srcOrd="19" destOrd="0" presId="urn:microsoft.com/office/officeart/2005/8/layout/cycle6"/>
    <dgm:cxn modelId="{A7719807-88B2-47F0-8181-631F64C72C89}" type="presParOf" srcId="{47E0CB6C-DF48-4D2D-BAFB-A5410E1FA290}" destId="{4B307D92-358F-403F-A8A8-175F3922D13F}" srcOrd="20" destOrd="0" presId="urn:microsoft.com/office/officeart/2005/8/layout/cycle6"/>
    <dgm:cxn modelId="{4D8CB0BE-959F-4E52-B24A-1B81920E3E82}" type="presParOf" srcId="{47E0CB6C-DF48-4D2D-BAFB-A5410E1FA290}" destId="{6532059D-70A2-4212-96B1-35AAB40DFEF3}" srcOrd="21" destOrd="0" presId="urn:microsoft.com/office/officeart/2005/8/layout/cycle6"/>
    <dgm:cxn modelId="{149609F8-8A69-4BE6-A49D-998A8EE97C3D}" type="presParOf" srcId="{47E0CB6C-DF48-4D2D-BAFB-A5410E1FA290}" destId="{1DED11F6-E249-4E62-A4E7-CE0190255780}" srcOrd="22" destOrd="0" presId="urn:microsoft.com/office/officeart/2005/8/layout/cycle6"/>
    <dgm:cxn modelId="{5BB2D649-6B02-48A8-82AB-AF866C9E587B}" type="presParOf" srcId="{47E0CB6C-DF48-4D2D-BAFB-A5410E1FA290}" destId="{7AB07128-E1A2-484A-A8AC-F1725E20735F}" srcOrd="23"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BC4F43-AAFD-4E7F-B027-5925A3C75E94}" type="doc">
      <dgm:prSet loTypeId="urn:microsoft.com/office/officeart/2005/8/layout/chevron2" loCatId="list" qsTypeId="urn:microsoft.com/office/officeart/2005/8/quickstyle/simple1" qsCatId="simple" csTypeId="urn:microsoft.com/office/officeart/2005/8/colors/colorful5" csCatId="colorful" phldr="1"/>
      <dgm:spPr/>
      <dgm:t>
        <a:bodyPr/>
        <a:lstStyle/>
        <a:p>
          <a:endParaRPr lang="en-AU"/>
        </a:p>
      </dgm:t>
    </dgm:pt>
    <dgm:pt modelId="{1EE97186-AC29-46D9-9373-5B0E3CEC6F26}">
      <dgm:prSet phldrT="[Text]"/>
      <dgm:spPr/>
      <dgm:t>
        <a:bodyPr/>
        <a:lstStyle/>
        <a:p>
          <a:r>
            <a:rPr lang="en-AU" dirty="0"/>
            <a:t>1</a:t>
          </a:r>
        </a:p>
      </dgm:t>
    </dgm:pt>
    <dgm:pt modelId="{679F1F4F-C100-4BF9-BDC9-8105BC1B54FD}" type="parTrans" cxnId="{6D500187-F013-4E6F-8A25-5FC9E84B601F}">
      <dgm:prSet/>
      <dgm:spPr/>
      <dgm:t>
        <a:bodyPr/>
        <a:lstStyle/>
        <a:p>
          <a:endParaRPr lang="en-AU"/>
        </a:p>
      </dgm:t>
    </dgm:pt>
    <dgm:pt modelId="{2019CDD3-96E7-411E-BC00-0F998E3A6D07}" type="sibTrans" cxnId="{6D500187-F013-4E6F-8A25-5FC9E84B601F}">
      <dgm:prSet/>
      <dgm:spPr/>
      <dgm:t>
        <a:bodyPr/>
        <a:lstStyle/>
        <a:p>
          <a:endParaRPr lang="en-AU"/>
        </a:p>
      </dgm:t>
    </dgm:pt>
    <dgm:pt modelId="{8864E22C-A6A9-470E-A543-19AF0076C541}">
      <dgm:prSet phldrT="[Text]"/>
      <dgm:spPr/>
      <dgm:t>
        <a:bodyPr/>
        <a:lstStyle/>
        <a:p>
          <a:r>
            <a:rPr lang="en-AU" dirty="0"/>
            <a:t>2</a:t>
          </a:r>
        </a:p>
      </dgm:t>
    </dgm:pt>
    <dgm:pt modelId="{2BD46146-295F-4AAF-AF45-0C6378A41063}" type="parTrans" cxnId="{60D801CC-1814-4228-88A4-36563AB098C8}">
      <dgm:prSet/>
      <dgm:spPr/>
      <dgm:t>
        <a:bodyPr/>
        <a:lstStyle/>
        <a:p>
          <a:endParaRPr lang="en-AU"/>
        </a:p>
      </dgm:t>
    </dgm:pt>
    <dgm:pt modelId="{1C18EB07-B932-4C4A-A235-62858852BBC8}" type="sibTrans" cxnId="{60D801CC-1814-4228-88A4-36563AB098C8}">
      <dgm:prSet/>
      <dgm:spPr/>
      <dgm:t>
        <a:bodyPr/>
        <a:lstStyle/>
        <a:p>
          <a:endParaRPr lang="en-AU"/>
        </a:p>
      </dgm:t>
    </dgm:pt>
    <dgm:pt modelId="{688EF85A-F917-4074-A351-604ED9046DD9}">
      <dgm:prSet phldrT="[Text]"/>
      <dgm:spPr/>
      <dgm:t>
        <a:bodyPr/>
        <a:lstStyle/>
        <a:p>
          <a:r>
            <a:rPr lang="en-AU" dirty="0"/>
            <a:t>3</a:t>
          </a:r>
        </a:p>
      </dgm:t>
    </dgm:pt>
    <dgm:pt modelId="{2B66BF6F-35EE-4383-B623-0B5E5CD55C3A}" type="parTrans" cxnId="{C36ED9C7-06D6-4FFC-B432-68F722F5CC59}">
      <dgm:prSet/>
      <dgm:spPr/>
      <dgm:t>
        <a:bodyPr/>
        <a:lstStyle/>
        <a:p>
          <a:endParaRPr lang="en-AU"/>
        </a:p>
      </dgm:t>
    </dgm:pt>
    <dgm:pt modelId="{DA773990-2101-4855-B156-1453CE2E4ACD}" type="sibTrans" cxnId="{C36ED9C7-06D6-4FFC-B432-68F722F5CC59}">
      <dgm:prSet/>
      <dgm:spPr/>
      <dgm:t>
        <a:bodyPr/>
        <a:lstStyle/>
        <a:p>
          <a:endParaRPr lang="en-AU"/>
        </a:p>
      </dgm:t>
    </dgm:pt>
    <dgm:pt modelId="{324EA009-F95B-4D3F-9AF6-1B2581AA58FC}">
      <dgm:prSet phldrT="[Text]"/>
      <dgm:spPr/>
      <dgm:t>
        <a:bodyPr/>
        <a:lstStyle/>
        <a:p>
          <a:r>
            <a:rPr lang="en-AU" dirty="0"/>
            <a:t>4</a:t>
          </a:r>
        </a:p>
      </dgm:t>
    </dgm:pt>
    <dgm:pt modelId="{19C58773-EDA5-40DB-8433-71534CCEF116}" type="parTrans" cxnId="{00FD73D4-4346-4624-8D4C-C748C94A9933}">
      <dgm:prSet/>
      <dgm:spPr/>
      <dgm:t>
        <a:bodyPr/>
        <a:lstStyle/>
        <a:p>
          <a:endParaRPr lang="en-AU"/>
        </a:p>
      </dgm:t>
    </dgm:pt>
    <dgm:pt modelId="{83835A0B-7DC1-4415-9D24-7C693F15A53B}" type="sibTrans" cxnId="{00FD73D4-4346-4624-8D4C-C748C94A9933}">
      <dgm:prSet/>
      <dgm:spPr/>
      <dgm:t>
        <a:bodyPr/>
        <a:lstStyle/>
        <a:p>
          <a:endParaRPr lang="en-AU"/>
        </a:p>
      </dgm:t>
    </dgm:pt>
    <dgm:pt modelId="{226BD054-2715-4E56-A405-7A61EC76A83F}">
      <dgm:prSet phldrT="[Text]"/>
      <dgm:spPr/>
      <dgm:t>
        <a:bodyPr/>
        <a:lstStyle/>
        <a:p>
          <a:r>
            <a:rPr lang="en-AU" dirty="0"/>
            <a:t>5</a:t>
          </a:r>
        </a:p>
      </dgm:t>
    </dgm:pt>
    <dgm:pt modelId="{E9CD8CAD-8976-4384-AB72-864AF824B510}" type="parTrans" cxnId="{B4DED30A-B6B0-4A99-963B-90867FF0126E}">
      <dgm:prSet/>
      <dgm:spPr/>
      <dgm:t>
        <a:bodyPr/>
        <a:lstStyle/>
        <a:p>
          <a:endParaRPr lang="en-AU"/>
        </a:p>
      </dgm:t>
    </dgm:pt>
    <dgm:pt modelId="{664D859E-A276-4563-85DD-030BAF2B359B}" type="sibTrans" cxnId="{B4DED30A-B6B0-4A99-963B-90867FF0126E}">
      <dgm:prSet/>
      <dgm:spPr/>
      <dgm:t>
        <a:bodyPr/>
        <a:lstStyle/>
        <a:p>
          <a:endParaRPr lang="en-AU"/>
        </a:p>
      </dgm:t>
    </dgm:pt>
    <dgm:pt modelId="{6A24D46F-9BBB-482E-9950-0F9D44AA603D}">
      <dgm:prSet phldrT="[Text]"/>
      <dgm:spPr/>
      <dgm:t>
        <a:bodyPr/>
        <a:lstStyle/>
        <a:p>
          <a:r>
            <a:rPr lang="en-AU" dirty="0"/>
            <a:t>6</a:t>
          </a:r>
        </a:p>
      </dgm:t>
    </dgm:pt>
    <dgm:pt modelId="{9A3EB1AA-87FB-494A-B089-A8F65EBA7F59}" type="parTrans" cxnId="{6A78FD73-CD62-4365-8BE9-1D0D2A037249}">
      <dgm:prSet/>
      <dgm:spPr/>
      <dgm:t>
        <a:bodyPr/>
        <a:lstStyle/>
        <a:p>
          <a:endParaRPr lang="en-AU"/>
        </a:p>
      </dgm:t>
    </dgm:pt>
    <dgm:pt modelId="{E2153FD7-7335-42C7-AC75-92FA8258BBC3}" type="sibTrans" cxnId="{6A78FD73-CD62-4365-8BE9-1D0D2A037249}">
      <dgm:prSet/>
      <dgm:spPr/>
      <dgm:t>
        <a:bodyPr/>
        <a:lstStyle/>
        <a:p>
          <a:endParaRPr lang="en-AU"/>
        </a:p>
      </dgm:t>
    </dgm:pt>
    <dgm:pt modelId="{D0A986BB-0073-4B39-B777-6A7E534E7CB0}">
      <dgm:prSet phldrT="[Text]" custT="1"/>
      <dgm:spPr/>
      <dgm:t>
        <a:bodyPr/>
        <a:lstStyle/>
        <a:p>
          <a:r>
            <a:rPr lang="en-AU" sz="2200" dirty="0">
              <a:latin typeface="Helvetica" pitchFamily="34" charset="0"/>
            </a:rPr>
            <a:t>Planning the content of each paragraph</a:t>
          </a:r>
        </a:p>
      </dgm:t>
    </dgm:pt>
    <dgm:pt modelId="{2D1BC5C3-FBFE-4B19-B390-CF66F43ABF2A}" type="parTrans" cxnId="{4C7C7B77-2836-4F3B-AA55-FEC11168259E}">
      <dgm:prSet/>
      <dgm:spPr/>
      <dgm:t>
        <a:bodyPr/>
        <a:lstStyle/>
        <a:p>
          <a:endParaRPr lang="en-AU"/>
        </a:p>
      </dgm:t>
    </dgm:pt>
    <dgm:pt modelId="{07A8B02E-FC4E-43C4-858D-78931B96CAF5}" type="sibTrans" cxnId="{4C7C7B77-2836-4F3B-AA55-FEC11168259E}">
      <dgm:prSet/>
      <dgm:spPr/>
      <dgm:t>
        <a:bodyPr/>
        <a:lstStyle/>
        <a:p>
          <a:endParaRPr lang="en-AU"/>
        </a:p>
      </dgm:t>
    </dgm:pt>
    <dgm:pt modelId="{A3EAC446-6964-4C6B-84EF-EDC375A958D9}">
      <dgm:prSet phldrT="[Text]" custT="1"/>
      <dgm:spPr/>
      <dgm:t>
        <a:bodyPr/>
        <a:lstStyle/>
        <a:p>
          <a:r>
            <a:rPr lang="en-AU" sz="2200" dirty="0">
              <a:latin typeface="Helvetica" pitchFamily="34" charset="0"/>
            </a:rPr>
            <a:t>Research: keep reader in mind. Check layout is </a:t>
          </a:r>
          <a:r>
            <a:rPr lang="en-AU" sz="2200" dirty="0" smtClean="0">
              <a:latin typeface="Helvetica" pitchFamily="34" charset="0"/>
            </a:rPr>
            <a:t>correct</a:t>
          </a:r>
          <a:endParaRPr lang="en-AU" sz="2200" dirty="0">
            <a:latin typeface="Helvetica" pitchFamily="34" charset="0"/>
          </a:endParaRPr>
        </a:p>
      </dgm:t>
    </dgm:pt>
    <dgm:pt modelId="{05F730D8-F6E6-4E98-9C73-992B386BD4DD}" type="parTrans" cxnId="{CEA3F7C2-3EB3-46EE-8123-421829935F51}">
      <dgm:prSet/>
      <dgm:spPr/>
      <dgm:t>
        <a:bodyPr/>
        <a:lstStyle/>
        <a:p>
          <a:endParaRPr lang="en-AU"/>
        </a:p>
      </dgm:t>
    </dgm:pt>
    <dgm:pt modelId="{E0D0684B-3FF0-473C-991C-DA978B5EFE7D}" type="sibTrans" cxnId="{CEA3F7C2-3EB3-46EE-8123-421829935F51}">
      <dgm:prSet/>
      <dgm:spPr/>
      <dgm:t>
        <a:bodyPr/>
        <a:lstStyle/>
        <a:p>
          <a:endParaRPr lang="en-AU"/>
        </a:p>
      </dgm:t>
    </dgm:pt>
    <dgm:pt modelId="{0EB52FD1-9FDF-4C71-90E0-636C18B920A4}">
      <dgm:prSet phldrT="[Text]" custT="1"/>
      <dgm:spPr/>
      <dgm:t>
        <a:bodyPr/>
        <a:lstStyle/>
        <a:p>
          <a:r>
            <a:rPr lang="en-AU" sz="2200" dirty="0">
              <a:latin typeface="Helvetica" pitchFamily="34" charset="0"/>
            </a:rPr>
            <a:t>Collating</a:t>
          </a:r>
        </a:p>
      </dgm:t>
    </dgm:pt>
    <dgm:pt modelId="{3162D6B4-6C4A-4CAD-8EBA-66203C59FA12}" type="parTrans" cxnId="{70135620-C09D-4DB3-A429-AE210D9BDC1A}">
      <dgm:prSet/>
      <dgm:spPr/>
      <dgm:t>
        <a:bodyPr/>
        <a:lstStyle/>
        <a:p>
          <a:endParaRPr lang="en-AU"/>
        </a:p>
      </dgm:t>
    </dgm:pt>
    <dgm:pt modelId="{03ECAA2C-DA90-4FF4-9CC8-87F43B9AD42D}" type="sibTrans" cxnId="{70135620-C09D-4DB3-A429-AE210D9BDC1A}">
      <dgm:prSet/>
      <dgm:spPr/>
      <dgm:t>
        <a:bodyPr/>
        <a:lstStyle/>
        <a:p>
          <a:endParaRPr lang="en-AU"/>
        </a:p>
      </dgm:t>
    </dgm:pt>
    <dgm:pt modelId="{A81CCC92-7BF3-4502-B6DC-9DD59EC1E8E5}">
      <dgm:prSet phldrT="[Text]" custT="1"/>
      <dgm:spPr/>
      <dgm:t>
        <a:bodyPr/>
        <a:lstStyle/>
        <a:p>
          <a:r>
            <a:rPr lang="en-AU" sz="2200" dirty="0">
              <a:latin typeface="Helvetica" pitchFamily="34" charset="0"/>
            </a:rPr>
            <a:t>Writing</a:t>
          </a:r>
        </a:p>
      </dgm:t>
    </dgm:pt>
    <dgm:pt modelId="{6E1740BB-7C62-483D-84D0-A5617B40DECA}" type="parTrans" cxnId="{08A7FF8B-08A3-4F2A-872C-61747B09E5F4}">
      <dgm:prSet/>
      <dgm:spPr/>
      <dgm:t>
        <a:bodyPr/>
        <a:lstStyle/>
        <a:p>
          <a:endParaRPr lang="en-AU"/>
        </a:p>
      </dgm:t>
    </dgm:pt>
    <dgm:pt modelId="{5A529F25-E83F-4CFB-A3B2-F1B210A123E5}" type="sibTrans" cxnId="{08A7FF8B-08A3-4F2A-872C-61747B09E5F4}">
      <dgm:prSet/>
      <dgm:spPr/>
      <dgm:t>
        <a:bodyPr/>
        <a:lstStyle/>
        <a:p>
          <a:endParaRPr lang="en-AU"/>
        </a:p>
      </dgm:t>
    </dgm:pt>
    <dgm:pt modelId="{B9887E8B-D4E4-48C0-8FF8-4302DD91D558}">
      <dgm:prSet phldrT="[Text]" custT="1"/>
      <dgm:spPr/>
      <dgm:t>
        <a:bodyPr/>
        <a:lstStyle/>
        <a:p>
          <a:r>
            <a:rPr lang="en-AU" sz="2200" dirty="0">
              <a:latin typeface="Helvetica" pitchFamily="34" charset="0"/>
            </a:rPr>
            <a:t>Editing</a:t>
          </a:r>
        </a:p>
      </dgm:t>
    </dgm:pt>
    <dgm:pt modelId="{F5ADEF23-1BC7-4B95-BE15-86692D36BE8A}" type="parTrans" cxnId="{19721E98-B61F-4AA2-91C0-C7A57EADFE70}">
      <dgm:prSet/>
      <dgm:spPr/>
      <dgm:t>
        <a:bodyPr/>
        <a:lstStyle/>
        <a:p>
          <a:endParaRPr lang="en-AU"/>
        </a:p>
      </dgm:t>
    </dgm:pt>
    <dgm:pt modelId="{E4E809F4-89E2-4444-BF0A-6113F870B1B3}" type="sibTrans" cxnId="{19721E98-B61F-4AA2-91C0-C7A57EADFE70}">
      <dgm:prSet/>
      <dgm:spPr/>
      <dgm:t>
        <a:bodyPr/>
        <a:lstStyle/>
        <a:p>
          <a:endParaRPr lang="en-AU"/>
        </a:p>
      </dgm:t>
    </dgm:pt>
    <dgm:pt modelId="{2A1212DC-D7CC-4C45-A9EA-F8F8CAECFA35}">
      <dgm:prSet phldrT="[Text]" custT="1"/>
      <dgm:spPr/>
      <dgm:t>
        <a:bodyPr/>
        <a:lstStyle/>
        <a:p>
          <a:r>
            <a:rPr lang="en-AU" sz="2200" dirty="0" smtClean="0">
              <a:latin typeface="Helvetica" pitchFamily="34" charset="0"/>
            </a:rPr>
            <a:t>Presenting.</a:t>
          </a:r>
          <a:endParaRPr lang="en-AU" sz="2200" dirty="0">
            <a:latin typeface="Helvetica" pitchFamily="34" charset="0"/>
          </a:endParaRPr>
        </a:p>
      </dgm:t>
    </dgm:pt>
    <dgm:pt modelId="{B74C2470-8BBA-4155-A0D9-3E23EECA9470}" type="parTrans" cxnId="{8E71E6BC-499D-4CB8-AE72-4CC366330E4D}">
      <dgm:prSet/>
      <dgm:spPr/>
      <dgm:t>
        <a:bodyPr/>
        <a:lstStyle/>
        <a:p>
          <a:endParaRPr lang="en-AU"/>
        </a:p>
      </dgm:t>
    </dgm:pt>
    <dgm:pt modelId="{39577388-A6A9-4D1D-ACCB-91E7D987BABE}" type="sibTrans" cxnId="{8E71E6BC-499D-4CB8-AE72-4CC366330E4D}">
      <dgm:prSet/>
      <dgm:spPr/>
      <dgm:t>
        <a:bodyPr/>
        <a:lstStyle/>
        <a:p>
          <a:endParaRPr lang="en-AU"/>
        </a:p>
      </dgm:t>
    </dgm:pt>
    <dgm:pt modelId="{9598B681-962C-44DF-979A-D41123BA3ABF}" type="pres">
      <dgm:prSet presAssocID="{A4BC4F43-AAFD-4E7F-B027-5925A3C75E94}" presName="linearFlow" presStyleCnt="0">
        <dgm:presLayoutVars>
          <dgm:dir/>
          <dgm:animLvl val="lvl"/>
          <dgm:resizeHandles val="exact"/>
        </dgm:presLayoutVars>
      </dgm:prSet>
      <dgm:spPr/>
      <dgm:t>
        <a:bodyPr/>
        <a:lstStyle/>
        <a:p>
          <a:endParaRPr lang="en-AU"/>
        </a:p>
      </dgm:t>
    </dgm:pt>
    <dgm:pt modelId="{B3419190-A1AE-46AA-A476-73DA00E16394}" type="pres">
      <dgm:prSet presAssocID="{1EE97186-AC29-46D9-9373-5B0E3CEC6F26}" presName="composite" presStyleCnt="0"/>
      <dgm:spPr/>
    </dgm:pt>
    <dgm:pt modelId="{C5315A66-F900-4DA1-8D57-1AAE875C760B}" type="pres">
      <dgm:prSet presAssocID="{1EE97186-AC29-46D9-9373-5B0E3CEC6F26}" presName="parentText" presStyleLbl="alignNode1" presStyleIdx="0" presStyleCnt="6">
        <dgm:presLayoutVars>
          <dgm:chMax val="1"/>
          <dgm:bulletEnabled val="1"/>
        </dgm:presLayoutVars>
      </dgm:prSet>
      <dgm:spPr/>
      <dgm:t>
        <a:bodyPr/>
        <a:lstStyle/>
        <a:p>
          <a:endParaRPr lang="en-AU"/>
        </a:p>
      </dgm:t>
    </dgm:pt>
    <dgm:pt modelId="{E486391B-3C8A-4620-AC5A-466467ED3250}" type="pres">
      <dgm:prSet presAssocID="{1EE97186-AC29-46D9-9373-5B0E3CEC6F26}" presName="descendantText" presStyleLbl="alignAcc1" presStyleIdx="0" presStyleCnt="6">
        <dgm:presLayoutVars>
          <dgm:bulletEnabled val="1"/>
        </dgm:presLayoutVars>
      </dgm:prSet>
      <dgm:spPr/>
      <dgm:t>
        <a:bodyPr/>
        <a:lstStyle/>
        <a:p>
          <a:endParaRPr lang="en-AU"/>
        </a:p>
      </dgm:t>
    </dgm:pt>
    <dgm:pt modelId="{FDC50CE9-7FA0-449D-9A00-1D213220D34C}" type="pres">
      <dgm:prSet presAssocID="{2019CDD3-96E7-411E-BC00-0F998E3A6D07}" presName="sp" presStyleCnt="0"/>
      <dgm:spPr/>
    </dgm:pt>
    <dgm:pt modelId="{BB7D79DF-F675-4030-86E6-F319607A61FD}" type="pres">
      <dgm:prSet presAssocID="{8864E22C-A6A9-470E-A543-19AF0076C541}" presName="composite" presStyleCnt="0"/>
      <dgm:spPr/>
    </dgm:pt>
    <dgm:pt modelId="{E03C95FC-85DB-424B-98F9-BEB50781BF00}" type="pres">
      <dgm:prSet presAssocID="{8864E22C-A6A9-470E-A543-19AF0076C541}" presName="parentText" presStyleLbl="alignNode1" presStyleIdx="1" presStyleCnt="6">
        <dgm:presLayoutVars>
          <dgm:chMax val="1"/>
          <dgm:bulletEnabled val="1"/>
        </dgm:presLayoutVars>
      </dgm:prSet>
      <dgm:spPr/>
      <dgm:t>
        <a:bodyPr/>
        <a:lstStyle/>
        <a:p>
          <a:endParaRPr lang="en-AU"/>
        </a:p>
      </dgm:t>
    </dgm:pt>
    <dgm:pt modelId="{7F22D852-780C-4234-88F4-44D7E21A769F}" type="pres">
      <dgm:prSet presAssocID="{8864E22C-A6A9-470E-A543-19AF0076C541}" presName="descendantText" presStyleLbl="alignAcc1" presStyleIdx="1" presStyleCnt="6" custScaleY="137212">
        <dgm:presLayoutVars>
          <dgm:bulletEnabled val="1"/>
        </dgm:presLayoutVars>
      </dgm:prSet>
      <dgm:spPr/>
      <dgm:t>
        <a:bodyPr/>
        <a:lstStyle/>
        <a:p>
          <a:endParaRPr lang="en-AU"/>
        </a:p>
      </dgm:t>
    </dgm:pt>
    <dgm:pt modelId="{78F4E00E-571E-4C09-A663-5A7D7E998FD0}" type="pres">
      <dgm:prSet presAssocID="{1C18EB07-B932-4C4A-A235-62858852BBC8}" presName="sp" presStyleCnt="0"/>
      <dgm:spPr/>
    </dgm:pt>
    <dgm:pt modelId="{0F73BAEA-B2AD-4F29-8063-162F2CAFF6E1}" type="pres">
      <dgm:prSet presAssocID="{688EF85A-F917-4074-A351-604ED9046DD9}" presName="composite" presStyleCnt="0"/>
      <dgm:spPr/>
    </dgm:pt>
    <dgm:pt modelId="{CBC00EEF-DB33-4BE9-BE67-28DD7D766592}" type="pres">
      <dgm:prSet presAssocID="{688EF85A-F917-4074-A351-604ED9046DD9}" presName="parentText" presStyleLbl="alignNode1" presStyleIdx="2" presStyleCnt="6">
        <dgm:presLayoutVars>
          <dgm:chMax val="1"/>
          <dgm:bulletEnabled val="1"/>
        </dgm:presLayoutVars>
      </dgm:prSet>
      <dgm:spPr/>
      <dgm:t>
        <a:bodyPr/>
        <a:lstStyle/>
        <a:p>
          <a:endParaRPr lang="en-AU"/>
        </a:p>
      </dgm:t>
    </dgm:pt>
    <dgm:pt modelId="{2530D578-0385-41B9-95CE-8EFCF35A9524}" type="pres">
      <dgm:prSet presAssocID="{688EF85A-F917-4074-A351-604ED9046DD9}" presName="descendantText" presStyleLbl="alignAcc1" presStyleIdx="2" presStyleCnt="6">
        <dgm:presLayoutVars>
          <dgm:bulletEnabled val="1"/>
        </dgm:presLayoutVars>
      </dgm:prSet>
      <dgm:spPr/>
      <dgm:t>
        <a:bodyPr/>
        <a:lstStyle/>
        <a:p>
          <a:endParaRPr lang="en-AU"/>
        </a:p>
      </dgm:t>
    </dgm:pt>
    <dgm:pt modelId="{D4353E7C-9301-4470-8C84-ABF349B2C128}" type="pres">
      <dgm:prSet presAssocID="{DA773990-2101-4855-B156-1453CE2E4ACD}" presName="sp" presStyleCnt="0"/>
      <dgm:spPr/>
    </dgm:pt>
    <dgm:pt modelId="{6995E8C1-03B7-4E6A-AA1F-3B6E582B66E4}" type="pres">
      <dgm:prSet presAssocID="{324EA009-F95B-4D3F-9AF6-1B2581AA58FC}" presName="composite" presStyleCnt="0"/>
      <dgm:spPr/>
    </dgm:pt>
    <dgm:pt modelId="{CD913ED8-FD77-4466-A36F-811B1F2920DF}" type="pres">
      <dgm:prSet presAssocID="{324EA009-F95B-4D3F-9AF6-1B2581AA58FC}" presName="parentText" presStyleLbl="alignNode1" presStyleIdx="3" presStyleCnt="6">
        <dgm:presLayoutVars>
          <dgm:chMax val="1"/>
          <dgm:bulletEnabled val="1"/>
        </dgm:presLayoutVars>
      </dgm:prSet>
      <dgm:spPr/>
      <dgm:t>
        <a:bodyPr/>
        <a:lstStyle/>
        <a:p>
          <a:endParaRPr lang="en-AU"/>
        </a:p>
      </dgm:t>
    </dgm:pt>
    <dgm:pt modelId="{68D04851-5637-4F97-B9D6-F979B5385250}" type="pres">
      <dgm:prSet presAssocID="{324EA009-F95B-4D3F-9AF6-1B2581AA58FC}" presName="descendantText" presStyleLbl="alignAcc1" presStyleIdx="3" presStyleCnt="6">
        <dgm:presLayoutVars>
          <dgm:bulletEnabled val="1"/>
        </dgm:presLayoutVars>
      </dgm:prSet>
      <dgm:spPr/>
      <dgm:t>
        <a:bodyPr/>
        <a:lstStyle/>
        <a:p>
          <a:endParaRPr lang="en-AU"/>
        </a:p>
      </dgm:t>
    </dgm:pt>
    <dgm:pt modelId="{9E9D97AC-2A37-4172-AE4C-142E06A88EFC}" type="pres">
      <dgm:prSet presAssocID="{83835A0B-7DC1-4415-9D24-7C693F15A53B}" presName="sp" presStyleCnt="0"/>
      <dgm:spPr/>
    </dgm:pt>
    <dgm:pt modelId="{90B0BEEA-EF1D-4E06-B8D5-7D4CA06E2551}" type="pres">
      <dgm:prSet presAssocID="{226BD054-2715-4E56-A405-7A61EC76A83F}" presName="composite" presStyleCnt="0"/>
      <dgm:spPr/>
    </dgm:pt>
    <dgm:pt modelId="{8B71DA6E-4B0E-498D-A0E7-DFA540924152}" type="pres">
      <dgm:prSet presAssocID="{226BD054-2715-4E56-A405-7A61EC76A83F}" presName="parentText" presStyleLbl="alignNode1" presStyleIdx="4" presStyleCnt="6">
        <dgm:presLayoutVars>
          <dgm:chMax val="1"/>
          <dgm:bulletEnabled val="1"/>
        </dgm:presLayoutVars>
      </dgm:prSet>
      <dgm:spPr/>
      <dgm:t>
        <a:bodyPr/>
        <a:lstStyle/>
        <a:p>
          <a:endParaRPr lang="en-AU"/>
        </a:p>
      </dgm:t>
    </dgm:pt>
    <dgm:pt modelId="{358B7158-ACBA-4AE7-82B9-6F0A9BA2E42E}" type="pres">
      <dgm:prSet presAssocID="{226BD054-2715-4E56-A405-7A61EC76A83F}" presName="descendantText" presStyleLbl="alignAcc1" presStyleIdx="4" presStyleCnt="6">
        <dgm:presLayoutVars>
          <dgm:bulletEnabled val="1"/>
        </dgm:presLayoutVars>
      </dgm:prSet>
      <dgm:spPr/>
      <dgm:t>
        <a:bodyPr/>
        <a:lstStyle/>
        <a:p>
          <a:endParaRPr lang="en-AU"/>
        </a:p>
      </dgm:t>
    </dgm:pt>
    <dgm:pt modelId="{A427F973-9303-455C-B948-C24CEA5E80E7}" type="pres">
      <dgm:prSet presAssocID="{664D859E-A276-4563-85DD-030BAF2B359B}" presName="sp" presStyleCnt="0"/>
      <dgm:spPr/>
    </dgm:pt>
    <dgm:pt modelId="{F32DB519-64E7-4847-A4E2-6EB1A25F8920}" type="pres">
      <dgm:prSet presAssocID="{6A24D46F-9BBB-482E-9950-0F9D44AA603D}" presName="composite" presStyleCnt="0"/>
      <dgm:spPr/>
    </dgm:pt>
    <dgm:pt modelId="{14547AC5-C53F-4756-8C61-7BE4D8ED3A48}" type="pres">
      <dgm:prSet presAssocID="{6A24D46F-9BBB-482E-9950-0F9D44AA603D}" presName="parentText" presStyleLbl="alignNode1" presStyleIdx="5" presStyleCnt="6">
        <dgm:presLayoutVars>
          <dgm:chMax val="1"/>
          <dgm:bulletEnabled val="1"/>
        </dgm:presLayoutVars>
      </dgm:prSet>
      <dgm:spPr/>
      <dgm:t>
        <a:bodyPr/>
        <a:lstStyle/>
        <a:p>
          <a:endParaRPr lang="en-AU"/>
        </a:p>
      </dgm:t>
    </dgm:pt>
    <dgm:pt modelId="{1FAC4E38-5711-4ED8-9A38-7786AA9F0589}" type="pres">
      <dgm:prSet presAssocID="{6A24D46F-9BBB-482E-9950-0F9D44AA603D}" presName="descendantText" presStyleLbl="alignAcc1" presStyleIdx="5" presStyleCnt="6">
        <dgm:presLayoutVars>
          <dgm:bulletEnabled val="1"/>
        </dgm:presLayoutVars>
      </dgm:prSet>
      <dgm:spPr/>
      <dgm:t>
        <a:bodyPr/>
        <a:lstStyle/>
        <a:p>
          <a:endParaRPr lang="en-AU"/>
        </a:p>
      </dgm:t>
    </dgm:pt>
  </dgm:ptLst>
  <dgm:cxnLst>
    <dgm:cxn modelId="{94265F44-7277-4DEA-A47A-CBC8598D61E9}" type="presOf" srcId="{6A24D46F-9BBB-482E-9950-0F9D44AA603D}" destId="{14547AC5-C53F-4756-8C61-7BE4D8ED3A48}" srcOrd="0" destOrd="0" presId="urn:microsoft.com/office/officeart/2005/8/layout/chevron2"/>
    <dgm:cxn modelId="{95B12947-E482-4138-BDD4-713A01F6B222}" type="presOf" srcId="{B9887E8B-D4E4-48C0-8FF8-4302DD91D558}" destId="{358B7158-ACBA-4AE7-82B9-6F0A9BA2E42E}" srcOrd="0" destOrd="0" presId="urn:microsoft.com/office/officeart/2005/8/layout/chevron2"/>
    <dgm:cxn modelId="{60D801CC-1814-4228-88A4-36563AB098C8}" srcId="{A4BC4F43-AAFD-4E7F-B027-5925A3C75E94}" destId="{8864E22C-A6A9-470E-A543-19AF0076C541}" srcOrd="1" destOrd="0" parTransId="{2BD46146-295F-4AAF-AF45-0C6378A41063}" sibTransId="{1C18EB07-B932-4C4A-A235-62858852BBC8}"/>
    <dgm:cxn modelId="{73A6677C-57D9-457F-8BCF-E0DBF73C562A}" type="presOf" srcId="{324EA009-F95B-4D3F-9AF6-1B2581AA58FC}" destId="{CD913ED8-FD77-4466-A36F-811B1F2920DF}" srcOrd="0" destOrd="0" presId="urn:microsoft.com/office/officeart/2005/8/layout/chevron2"/>
    <dgm:cxn modelId="{00D78C58-89D6-4AD4-88E8-82FA17CD1FE7}" type="presOf" srcId="{1EE97186-AC29-46D9-9373-5B0E3CEC6F26}" destId="{C5315A66-F900-4DA1-8D57-1AAE875C760B}" srcOrd="0" destOrd="0" presId="urn:microsoft.com/office/officeart/2005/8/layout/chevron2"/>
    <dgm:cxn modelId="{C37A7772-55C0-4345-B724-9A2A4EC03BCD}" type="presOf" srcId="{A4BC4F43-AAFD-4E7F-B027-5925A3C75E94}" destId="{9598B681-962C-44DF-979A-D41123BA3ABF}" srcOrd="0" destOrd="0" presId="urn:microsoft.com/office/officeart/2005/8/layout/chevron2"/>
    <dgm:cxn modelId="{C36ED9C7-06D6-4FFC-B432-68F722F5CC59}" srcId="{A4BC4F43-AAFD-4E7F-B027-5925A3C75E94}" destId="{688EF85A-F917-4074-A351-604ED9046DD9}" srcOrd="2" destOrd="0" parTransId="{2B66BF6F-35EE-4383-B623-0B5E5CD55C3A}" sibTransId="{DA773990-2101-4855-B156-1453CE2E4ACD}"/>
    <dgm:cxn modelId="{00FD73D4-4346-4624-8D4C-C748C94A9933}" srcId="{A4BC4F43-AAFD-4E7F-B027-5925A3C75E94}" destId="{324EA009-F95B-4D3F-9AF6-1B2581AA58FC}" srcOrd="3" destOrd="0" parTransId="{19C58773-EDA5-40DB-8433-71534CCEF116}" sibTransId="{83835A0B-7DC1-4415-9D24-7C693F15A53B}"/>
    <dgm:cxn modelId="{B4DED30A-B6B0-4A99-963B-90867FF0126E}" srcId="{A4BC4F43-AAFD-4E7F-B027-5925A3C75E94}" destId="{226BD054-2715-4E56-A405-7A61EC76A83F}" srcOrd="4" destOrd="0" parTransId="{E9CD8CAD-8976-4384-AB72-864AF824B510}" sibTransId="{664D859E-A276-4563-85DD-030BAF2B359B}"/>
    <dgm:cxn modelId="{4C7C7B77-2836-4F3B-AA55-FEC11168259E}" srcId="{1EE97186-AC29-46D9-9373-5B0E3CEC6F26}" destId="{D0A986BB-0073-4B39-B777-6A7E534E7CB0}" srcOrd="0" destOrd="0" parTransId="{2D1BC5C3-FBFE-4B19-B390-CF66F43ABF2A}" sibTransId="{07A8B02E-FC4E-43C4-858D-78931B96CAF5}"/>
    <dgm:cxn modelId="{CEA3F7C2-3EB3-46EE-8123-421829935F51}" srcId="{8864E22C-A6A9-470E-A543-19AF0076C541}" destId="{A3EAC446-6964-4C6B-84EF-EDC375A958D9}" srcOrd="0" destOrd="0" parTransId="{05F730D8-F6E6-4E98-9C73-992B386BD4DD}" sibTransId="{E0D0684B-3FF0-473C-991C-DA978B5EFE7D}"/>
    <dgm:cxn modelId="{EE0952D7-B0FB-4783-A6A8-737F1625FB2F}" type="presOf" srcId="{688EF85A-F917-4074-A351-604ED9046DD9}" destId="{CBC00EEF-DB33-4BE9-BE67-28DD7D766592}" srcOrd="0" destOrd="0" presId="urn:microsoft.com/office/officeart/2005/8/layout/chevron2"/>
    <dgm:cxn modelId="{6A78FD73-CD62-4365-8BE9-1D0D2A037249}" srcId="{A4BC4F43-AAFD-4E7F-B027-5925A3C75E94}" destId="{6A24D46F-9BBB-482E-9950-0F9D44AA603D}" srcOrd="5" destOrd="0" parTransId="{9A3EB1AA-87FB-494A-B089-A8F65EBA7F59}" sibTransId="{E2153FD7-7335-42C7-AC75-92FA8258BBC3}"/>
    <dgm:cxn modelId="{19721E98-B61F-4AA2-91C0-C7A57EADFE70}" srcId="{226BD054-2715-4E56-A405-7A61EC76A83F}" destId="{B9887E8B-D4E4-48C0-8FF8-4302DD91D558}" srcOrd="0" destOrd="0" parTransId="{F5ADEF23-1BC7-4B95-BE15-86692D36BE8A}" sibTransId="{E4E809F4-89E2-4444-BF0A-6113F870B1B3}"/>
    <dgm:cxn modelId="{4C25AF46-F6AC-4127-AC4D-DB1D02C27C01}" type="presOf" srcId="{D0A986BB-0073-4B39-B777-6A7E534E7CB0}" destId="{E486391B-3C8A-4620-AC5A-466467ED3250}" srcOrd="0" destOrd="0" presId="urn:microsoft.com/office/officeart/2005/8/layout/chevron2"/>
    <dgm:cxn modelId="{3AEAD829-5C1B-4F84-9298-12BC46ADDC73}" type="presOf" srcId="{2A1212DC-D7CC-4C45-A9EA-F8F8CAECFA35}" destId="{1FAC4E38-5711-4ED8-9A38-7786AA9F0589}" srcOrd="0" destOrd="0" presId="urn:microsoft.com/office/officeart/2005/8/layout/chevron2"/>
    <dgm:cxn modelId="{A135391E-D737-4941-B6B7-4BFD9ADE0735}" type="presOf" srcId="{226BD054-2715-4E56-A405-7A61EC76A83F}" destId="{8B71DA6E-4B0E-498D-A0E7-DFA540924152}" srcOrd="0" destOrd="0" presId="urn:microsoft.com/office/officeart/2005/8/layout/chevron2"/>
    <dgm:cxn modelId="{4582185E-3C15-43DA-AD6C-AE341F2F3DE4}" type="presOf" srcId="{8864E22C-A6A9-470E-A543-19AF0076C541}" destId="{E03C95FC-85DB-424B-98F9-BEB50781BF00}" srcOrd="0" destOrd="0" presId="urn:microsoft.com/office/officeart/2005/8/layout/chevron2"/>
    <dgm:cxn modelId="{8E71E6BC-499D-4CB8-AE72-4CC366330E4D}" srcId="{6A24D46F-9BBB-482E-9950-0F9D44AA603D}" destId="{2A1212DC-D7CC-4C45-A9EA-F8F8CAECFA35}" srcOrd="0" destOrd="0" parTransId="{B74C2470-8BBA-4155-A0D9-3E23EECA9470}" sibTransId="{39577388-A6A9-4D1D-ACCB-91E7D987BABE}"/>
    <dgm:cxn modelId="{B51E2B28-F551-4A25-BF0C-9141D4877115}" type="presOf" srcId="{A3EAC446-6964-4C6B-84EF-EDC375A958D9}" destId="{7F22D852-780C-4234-88F4-44D7E21A769F}" srcOrd="0" destOrd="0" presId="urn:microsoft.com/office/officeart/2005/8/layout/chevron2"/>
    <dgm:cxn modelId="{5A5D475F-9798-4B5A-B380-B32B8092EB6D}" type="presOf" srcId="{0EB52FD1-9FDF-4C71-90E0-636C18B920A4}" destId="{2530D578-0385-41B9-95CE-8EFCF35A9524}" srcOrd="0" destOrd="0" presId="urn:microsoft.com/office/officeart/2005/8/layout/chevron2"/>
    <dgm:cxn modelId="{02CA94D5-429B-4E8A-BE15-DC07FB821394}" type="presOf" srcId="{A81CCC92-7BF3-4502-B6DC-9DD59EC1E8E5}" destId="{68D04851-5637-4F97-B9D6-F979B5385250}" srcOrd="0" destOrd="0" presId="urn:microsoft.com/office/officeart/2005/8/layout/chevron2"/>
    <dgm:cxn modelId="{70135620-C09D-4DB3-A429-AE210D9BDC1A}" srcId="{688EF85A-F917-4074-A351-604ED9046DD9}" destId="{0EB52FD1-9FDF-4C71-90E0-636C18B920A4}" srcOrd="0" destOrd="0" parTransId="{3162D6B4-6C4A-4CAD-8EBA-66203C59FA12}" sibTransId="{03ECAA2C-DA90-4FF4-9CC8-87F43B9AD42D}"/>
    <dgm:cxn modelId="{6D500187-F013-4E6F-8A25-5FC9E84B601F}" srcId="{A4BC4F43-AAFD-4E7F-B027-5925A3C75E94}" destId="{1EE97186-AC29-46D9-9373-5B0E3CEC6F26}" srcOrd="0" destOrd="0" parTransId="{679F1F4F-C100-4BF9-BDC9-8105BC1B54FD}" sibTransId="{2019CDD3-96E7-411E-BC00-0F998E3A6D07}"/>
    <dgm:cxn modelId="{08A7FF8B-08A3-4F2A-872C-61747B09E5F4}" srcId="{324EA009-F95B-4D3F-9AF6-1B2581AA58FC}" destId="{A81CCC92-7BF3-4502-B6DC-9DD59EC1E8E5}" srcOrd="0" destOrd="0" parTransId="{6E1740BB-7C62-483D-84D0-A5617B40DECA}" sibTransId="{5A529F25-E83F-4CFB-A3B2-F1B210A123E5}"/>
    <dgm:cxn modelId="{793DC7B6-D316-490F-BEFB-BE67373C051C}" type="presParOf" srcId="{9598B681-962C-44DF-979A-D41123BA3ABF}" destId="{B3419190-A1AE-46AA-A476-73DA00E16394}" srcOrd="0" destOrd="0" presId="urn:microsoft.com/office/officeart/2005/8/layout/chevron2"/>
    <dgm:cxn modelId="{75BAB6E7-9CD5-40CD-97E6-BC42CC210386}" type="presParOf" srcId="{B3419190-A1AE-46AA-A476-73DA00E16394}" destId="{C5315A66-F900-4DA1-8D57-1AAE875C760B}" srcOrd="0" destOrd="0" presId="urn:microsoft.com/office/officeart/2005/8/layout/chevron2"/>
    <dgm:cxn modelId="{DDF373E2-A6A7-4880-85B3-3A61A8AAD40C}" type="presParOf" srcId="{B3419190-A1AE-46AA-A476-73DA00E16394}" destId="{E486391B-3C8A-4620-AC5A-466467ED3250}" srcOrd="1" destOrd="0" presId="urn:microsoft.com/office/officeart/2005/8/layout/chevron2"/>
    <dgm:cxn modelId="{104BA3CB-EA93-4285-976A-A2A0E436747F}" type="presParOf" srcId="{9598B681-962C-44DF-979A-D41123BA3ABF}" destId="{FDC50CE9-7FA0-449D-9A00-1D213220D34C}" srcOrd="1" destOrd="0" presId="urn:microsoft.com/office/officeart/2005/8/layout/chevron2"/>
    <dgm:cxn modelId="{54F0894C-752B-4EAE-A031-FECE9C65BC81}" type="presParOf" srcId="{9598B681-962C-44DF-979A-D41123BA3ABF}" destId="{BB7D79DF-F675-4030-86E6-F319607A61FD}" srcOrd="2" destOrd="0" presId="urn:microsoft.com/office/officeart/2005/8/layout/chevron2"/>
    <dgm:cxn modelId="{AD2C5145-9C68-4889-9F77-B8C927AF8419}" type="presParOf" srcId="{BB7D79DF-F675-4030-86E6-F319607A61FD}" destId="{E03C95FC-85DB-424B-98F9-BEB50781BF00}" srcOrd="0" destOrd="0" presId="urn:microsoft.com/office/officeart/2005/8/layout/chevron2"/>
    <dgm:cxn modelId="{18AA02D1-0B8C-4ADF-9A46-180CD9B5BBB0}" type="presParOf" srcId="{BB7D79DF-F675-4030-86E6-F319607A61FD}" destId="{7F22D852-780C-4234-88F4-44D7E21A769F}" srcOrd="1" destOrd="0" presId="urn:microsoft.com/office/officeart/2005/8/layout/chevron2"/>
    <dgm:cxn modelId="{5DB779E0-7005-4EA6-A80B-0049E0F29F07}" type="presParOf" srcId="{9598B681-962C-44DF-979A-D41123BA3ABF}" destId="{78F4E00E-571E-4C09-A663-5A7D7E998FD0}" srcOrd="3" destOrd="0" presId="urn:microsoft.com/office/officeart/2005/8/layout/chevron2"/>
    <dgm:cxn modelId="{37915EF9-D0C4-4C78-B10B-94D41FD119BF}" type="presParOf" srcId="{9598B681-962C-44DF-979A-D41123BA3ABF}" destId="{0F73BAEA-B2AD-4F29-8063-162F2CAFF6E1}" srcOrd="4" destOrd="0" presId="urn:microsoft.com/office/officeart/2005/8/layout/chevron2"/>
    <dgm:cxn modelId="{6F5FE44E-E60F-4327-B654-5C78ADEEA41D}" type="presParOf" srcId="{0F73BAEA-B2AD-4F29-8063-162F2CAFF6E1}" destId="{CBC00EEF-DB33-4BE9-BE67-28DD7D766592}" srcOrd="0" destOrd="0" presId="urn:microsoft.com/office/officeart/2005/8/layout/chevron2"/>
    <dgm:cxn modelId="{6B0D19E6-3E87-42D7-8EF3-204121FF804C}" type="presParOf" srcId="{0F73BAEA-B2AD-4F29-8063-162F2CAFF6E1}" destId="{2530D578-0385-41B9-95CE-8EFCF35A9524}" srcOrd="1" destOrd="0" presId="urn:microsoft.com/office/officeart/2005/8/layout/chevron2"/>
    <dgm:cxn modelId="{F272A688-2DD4-410A-85CF-32852530CF00}" type="presParOf" srcId="{9598B681-962C-44DF-979A-D41123BA3ABF}" destId="{D4353E7C-9301-4470-8C84-ABF349B2C128}" srcOrd="5" destOrd="0" presId="urn:microsoft.com/office/officeart/2005/8/layout/chevron2"/>
    <dgm:cxn modelId="{6193FE72-E04B-4FDD-9F13-5105003EA043}" type="presParOf" srcId="{9598B681-962C-44DF-979A-D41123BA3ABF}" destId="{6995E8C1-03B7-4E6A-AA1F-3B6E582B66E4}" srcOrd="6" destOrd="0" presId="urn:microsoft.com/office/officeart/2005/8/layout/chevron2"/>
    <dgm:cxn modelId="{3FF4E7BE-0DAF-4ED4-93F5-DA0EEAE1DCA2}" type="presParOf" srcId="{6995E8C1-03B7-4E6A-AA1F-3B6E582B66E4}" destId="{CD913ED8-FD77-4466-A36F-811B1F2920DF}" srcOrd="0" destOrd="0" presId="urn:microsoft.com/office/officeart/2005/8/layout/chevron2"/>
    <dgm:cxn modelId="{C5CED604-F074-4B9C-80BF-60DD6A1A1B42}" type="presParOf" srcId="{6995E8C1-03B7-4E6A-AA1F-3B6E582B66E4}" destId="{68D04851-5637-4F97-B9D6-F979B5385250}" srcOrd="1" destOrd="0" presId="urn:microsoft.com/office/officeart/2005/8/layout/chevron2"/>
    <dgm:cxn modelId="{79D2963C-2044-4DC0-9E1F-40742C33816E}" type="presParOf" srcId="{9598B681-962C-44DF-979A-D41123BA3ABF}" destId="{9E9D97AC-2A37-4172-AE4C-142E06A88EFC}" srcOrd="7" destOrd="0" presId="urn:microsoft.com/office/officeart/2005/8/layout/chevron2"/>
    <dgm:cxn modelId="{F20BCA80-0AD6-45DC-8AF5-54710DD973A9}" type="presParOf" srcId="{9598B681-962C-44DF-979A-D41123BA3ABF}" destId="{90B0BEEA-EF1D-4E06-B8D5-7D4CA06E2551}" srcOrd="8" destOrd="0" presId="urn:microsoft.com/office/officeart/2005/8/layout/chevron2"/>
    <dgm:cxn modelId="{D371BB8D-CC48-4D37-AF69-C7991CA8F480}" type="presParOf" srcId="{90B0BEEA-EF1D-4E06-B8D5-7D4CA06E2551}" destId="{8B71DA6E-4B0E-498D-A0E7-DFA540924152}" srcOrd="0" destOrd="0" presId="urn:microsoft.com/office/officeart/2005/8/layout/chevron2"/>
    <dgm:cxn modelId="{F6F495C9-F980-4984-B3F2-C9E14858212D}" type="presParOf" srcId="{90B0BEEA-EF1D-4E06-B8D5-7D4CA06E2551}" destId="{358B7158-ACBA-4AE7-82B9-6F0A9BA2E42E}" srcOrd="1" destOrd="0" presId="urn:microsoft.com/office/officeart/2005/8/layout/chevron2"/>
    <dgm:cxn modelId="{7A5B4AFA-FE91-46FD-BF76-5109CBD71098}" type="presParOf" srcId="{9598B681-962C-44DF-979A-D41123BA3ABF}" destId="{A427F973-9303-455C-B948-C24CEA5E80E7}" srcOrd="9" destOrd="0" presId="urn:microsoft.com/office/officeart/2005/8/layout/chevron2"/>
    <dgm:cxn modelId="{F773596D-4F1E-47EC-9CFF-456AEBC2E1C2}" type="presParOf" srcId="{9598B681-962C-44DF-979A-D41123BA3ABF}" destId="{F32DB519-64E7-4847-A4E2-6EB1A25F8920}" srcOrd="10" destOrd="0" presId="urn:microsoft.com/office/officeart/2005/8/layout/chevron2"/>
    <dgm:cxn modelId="{7D4CAD71-5623-4634-B73A-176A4503F962}" type="presParOf" srcId="{F32DB519-64E7-4847-A4E2-6EB1A25F8920}" destId="{14547AC5-C53F-4756-8C61-7BE4D8ED3A48}" srcOrd="0" destOrd="0" presId="urn:microsoft.com/office/officeart/2005/8/layout/chevron2"/>
    <dgm:cxn modelId="{DDEF3047-396F-424C-B7D8-946FE73A39A3}" type="presParOf" srcId="{F32DB519-64E7-4847-A4E2-6EB1A25F8920}" destId="{1FAC4E38-5711-4ED8-9A38-7786AA9F0589}"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0D82819-BB8A-479A-B850-8636586E382A}" type="doc">
      <dgm:prSet loTypeId="urn:microsoft.com/office/officeart/2005/8/layout/process2" loCatId="process" qsTypeId="urn:microsoft.com/office/officeart/2005/8/quickstyle/simple1" qsCatId="simple" csTypeId="urn:microsoft.com/office/officeart/2005/8/colors/colorful5" csCatId="colorful" phldr="1"/>
      <dgm:spPr/>
    </dgm:pt>
    <dgm:pt modelId="{FE5CC327-D1C6-4AAD-BA85-AF0774FD29B3}">
      <dgm:prSet phldrT="[Text]" custT="1"/>
      <dgm:spPr/>
      <dgm:t>
        <a:bodyPr/>
        <a:lstStyle/>
        <a:p>
          <a:pPr algn="ctr"/>
          <a:r>
            <a:rPr lang="en-AU" sz="1200" dirty="0">
              <a:latin typeface="Helvetica" pitchFamily="34" charset="0"/>
            </a:rPr>
            <a:t>Introduction</a:t>
          </a:r>
        </a:p>
      </dgm:t>
    </dgm:pt>
    <dgm:pt modelId="{36A78A1E-37C0-486D-9064-640FE5ABD507}" type="parTrans" cxnId="{EA4EDFD7-C6AF-4219-9192-DB15C262A533}">
      <dgm:prSet/>
      <dgm:spPr/>
      <dgm:t>
        <a:bodyPr/>
        <a:lstStyle/>
        <a:p>
          <a:pPr algn="ctr"/>
          <a:endParaRPr lang="en-AU"/>
        </a:p>
      </dgm:t>
    </dgm:pt>
    <dgm:pt modelId="{FBCA21D5-5EA2-434A-BA74-6C6AF64E93EB}" type="sibTrans" cxnId="{EA4EDFD7-C6AF-4219-9192-DB15C262A533}">
      <dgm:prSet/>
      <dgm:spPr/>
      <dgm:t>
        <a:bodyPr/>
        <a:lstStyle/>
        <a:p>
          <a:pPr algn="ctr"/>
          <a:endParaRPr lang="en-AU" dirty="0"/>
        </a:p>
      </dgm:t>
    </dgm:pt>
    <dgm:pt modelId="{B4686CDA-BFC5-451D-A5F0-4CB30A7E770C}">
      <dgm:prSet phldrT="[Text]" custT="1"/>
      <dgm:spPr/>
      <dgm:t>
        <a:bodyPr/>
        <a:lstStyle/>
        <a:p>
          <a:pPr algn="ctr"/>
          <a:r>
            <a:rPr lang="en-AU" sz="1200" dirty="0">
              <a:latin typeface="Helvetica" pitchFamily="34" charset="0"/>
            </a:rPr>
            <a:t>Body</a:t>
          </a:r>
        </a:p>
      </dgm:t>
    </dgm:pt>
    <dgm:pt modelId="{B928F908-6018-42AA-87E9-88A35D83336A}" type="parTrans" cxnId="{5D7F3CC9-B8D3-4AFC-9674-9ADCF7E97775}">
      <dgm:prSet/>
      <dgm:spPr/>
      <dgm:t>
        <a:bodyPr/>
        <a:lstStyle/>
        <a:p>
          <a:pPr algn="ctr"/>
          <a:endParaRPr lang="en-AU"/>
        </a:p>
      </dgm:t>
    </dgm:pt>
    <dgm:pt modelId="{FE37871F-3ADA-4084-BF34-758353E6D562}" type="sibTrans" cxnId="{5D7F3CC9-B8D3-4AFC-9674-9ADCF7E97775}">
      <dgm:prSet/>
      <dgm:spPr/>
      <dgm:t>
        <a:bodyPr/>
        <a:lstStyle/>
        <a:p>
          <a:pPr algn="ctr"/>
          <a:endParaRPr lang="en-AU" dirty="0"/>
        </a:p>
      </dgm:t>
    </dgm:pt>
    <dgm:pt modelId="{8619D499-CAED-49F5-8864-4F91D0640DCE}">
      <dgm:prSet phldrT="[Text]" custT="1"/>
      <dgm:spPr/>
      <dgm:t>
        <a:bodyPr/>
        <a:lstStyle/>
        <a:p>
          <a:pPr algn="ctr"/>
          <a:r>
            <a:rPr lang="en-AU" sz="1200" dirty="0">
              <a:latin typeface="Helvetica" pitchFamily="34" charset="0"/>
            </a:rPr>
            <a:t>Summary</a:t>
          </a:r>
        </a:p>
      </dgm:t>
    </dgm:pt>
    <dgm:pt modelId="{DEBD602B-94C3-4D6E-99B5-F7C49F3CBEDD}" type="parTrans" cxnId="{743DE8F8-C057-4FF2-994A-9E72D0F1D71D}">
      <dgm:prSet/>
      <dgm:spPr/>
      <dgm:t>
        <a:bodyPr/>
        <a:lstStyle/>
        <a:p>
          <a:pPr algn="ctr"/>
          <a:endParaRPr lang="en-AU"/>
        </a:p>
      </dgm:t>
    </dgm:pt>
    <dgm:pt modelId="{38AAEA76-CED2-459E-A2D3-74889F2A3F6D}" type="sibTrans" cxnId="{743DE8F8-C057-4FF2-994A-9E72D0F1D71D}">
      <dgm:prSet/>
      <dgm:spPr/>
      <dgm:t>
        <a:bodyPr/>
        <a:lstStyle/>
        <a:p>
          <a:pPr algn="ctr"/>
          <a:endParaRPr lang="en-AU"/>
        </a:p>
      </dgm:t>
    </dgm:pt>
    <dgm:pt modelId="{916D961E-4D50-4FCB-B015-ED0439029F0C}">
      <dgm:prSet phldrT="[Text]" custT="1"/>
      <dgm:spPr/>
      <dgm:t>
        <a:bodyPr/>
        <a:lstStyle/>
        <a:p>
          <a:pPr algn="l"/>
          <a:r>
            <a:rPr lang="en-AU" sz="1200" dirty="0" smtClean="0">
              <a:latin typeface="Helvetica" pitchFamily="34" charset="0"/>
            </a:rPr>
            <a:t> Introduce </a:t>
          </a:r>
          <a:r>
            <a:rPr lang="en-AU" sz="1200" dirty="0">
              <a:latin typeface="Helvetica" pitchFamily="34" charset="0"/>
            </a:rPr>
            <a:t>the subject.</a:t>
          </a:r>
        </a:p>
      </dgm:t>
    </dgm:pt>
    <dgm:pt modelId="{4B75837E-592A-4A54-991B-4585888A71A2}" type="parTrans" cxnId="{2E7107A5-DE3F-4ACB-9B29-8AC85D7FB3BE}">
      <dgm:prSet/>
      <dgm:spPr/>
      <dgm:t>
        <a:bodyPr/>
        <a:lstStyle/>
        <a:p>
          <a:pPr algn="ctr"/>
          <a:endParaRPr lang="en-AU"/>
        </a:p>
      </dgm:t>
    </dgm:pt>
    <dgm:pt modelId="{495F920D-1921-4F2B-ACAD-6C97FB97460A}" type="sibTrans" cxnId="{2E7107A5-DE3F-4ACB-9B29-8AC85D7FB3BE}">
      <dgm:prSet/>
      <dgm:spPr/>
      <dgm:t>
        <a:bodyPr/>
        <a:lstStyle/>
        <a:p>
          <a:pPr algn="ctr"/>
          <a:endParaRPr lang="en-AU"/>
        </a:p>
      </dgm:t>
    </dgm:pt>
    <dgm:pt modelId="{ACE6484C-EC4F-4771-9CD0-4FF2775F6051}">
      <dgm:prSet phldrT="[Text]" custT="1"/>
      <dgm:spPr/>
      <dgm:t>
        <a:bodyPr/>
        <a:lstStyle/>
        <a:p>
          <a:pPr algn="l"/>
          <a:r>
            <a:rPr lang="en-AU" sz="1200" dirty="0" smtClean="0">
              <a:latin typeface="Helvetica" pitchFamily="34" charset="0"/>
            </a:rPr>
            <a:t> One </a:t>
          </a:r>
          <a:r>
            <a:rPr lang="en-AU" sz="1200" dirty="0">
              <a:latin typeface="Helvetica" pitchFamily="34" charset="0"/>
            </a:rPr>
            <a:t>idea only.</a:t>
          </a:r>
        </a:p>
      </dgm:t>
    </dgm:pt>
    <dgm:pt modelId="{72F6DD8B-D802-4782-A3C8-9EE52499103B}" type="parTrans" cxnId="{0189F40A-9CF2-4D6C-9E73-93CDD13C0193}">
      <dgm:prSet/>
      <dgm:spPr/>
      <dgm:t>
        <a:bodyPr/>
        <a:lstStyle/>
        <a:p>
          <a:pPr algn="ctr"/>
          <a:endParaRPr lang="en-AU"/>
        </a:p>
      </dgm:t>
    </dgm:pt>
    <dgm:pt modelId="{D9DC4FF8-B027-4F44-AAA0-BCBF7FB45FFF}" type="sibTrans" cxnId="{0189F40A-9CF2-4D6C-9E73-93CDD13C0193}">
      <dgm:prSet/>
      <dgm:spPr/>
      <dgm:t>
        <a:bodyPr/>
        <a:lstStyle/>
        <a:p>
          <a:pPr algn="ctr"/>
          <a:endParaRPr lang="en-AU"/>
        </a:p>
      </dgm:t>
    </dgm:pt>
    <dgm:pt modelId="{A587C368-5934-4C57-8822-C6C7F87381F5}">
      <dgm:prSet phldrT="[Text]" custT="1"/>
      <dgm:spPr/>
      <dgm:t>
        <a:bodyPr/>
        <a:lstStyle/>
        <a:p>
          <a:pPr algn="l"/>
          <a:r>
            <a:rPr lang="en-AU" sz="1200" dirty="0" smtClean="0">
              <a:latin typeface="Helvetica" pitchFamily="34" charset="0"/>
            </a:rPr>
            <a:t> All </a:t>
          </a:r>
          <a:r>
            <a:rPr lang="en-AU" sz="1200" dirty="0">
              <a:latin typeface="Helvetica" pitchFamily="34" charset="0"/>
            </a:rPr>
            <a:t>information must be grouped</a:t>
          </a:r>
        </a:p>
      </dgm:t>
    </dgm:pt>
    <dgm:pt modelId="{384EC4F1-D175-486C-9AF8-5B26752024C4}" type="parTrans" cxnId="{71371EA2-56F3-4357-9F9F-58EE2DE62BCB}">
      <dgm:prSet/>
      <dgm:spPr/>
      <dgm:t>
        <a:bodyPr/>
        <a:lstStyle/>
        <a:p>
          <a:pPr algn="ctr"/>
          <a:endParaRPr lang="en-AU"/>
        </a:p>
      </dgm:t>
    </dgm:pt>
    <dgm:pt modelId="{E9696C95-9082-40CA-B9C3-D20673350208}" type="sibTrans" cxnId="{71371EA2-56F3-4357-9F9F-58EE2DE62BCB}">
      <dgm:prSet/>
      <dgm:spPr/>
      <dgm:t>
        <a:bodyPr/>
        <a:lstStyle/>
        <a:p>
          <a:pPr algn="ctr"/>
          <a:endParaRPr lang="en-AU"/>
        </a:p>
      </dgm:t>
    </dgm:pt>
    <dgm:pt modelId="{C99B0340-4EF9-47B8-8F82-15DF57F7951D}">
      <dgm:prSet phldrT="[Text]" custT="1"/>
      <dgm:spPr/>
      <dgm:t>
        <a:bodyPr/>
        <a:lstStyle/>
        <a:p>
          <a:pPr algn="l"/>
          <a:r>
            <a:rPr lang="en-AU" sz="1200" dirty="0" smtClean="0">
              <a:latin typeface="Helvetica" pitchFamily="34" charset="0"/>
            </a:rPr>
            <a:t> Chunking</a:t>
          </a:r>
          <a:r>
            <a:rPr lang="en-AU" sz="1200" dirty="0">
              <a:latin typeface="Helvetica" pitchFamily="34" charset="0"/>
            </a:rPr>
            <a:t>: breaking down of info</a:t>
          </a:r>
        </a:p>
      </dgm:t>
    </dgm:pt>
    <dgm:pt modelId="{F5B6E816-596D-44C0-A943-30FD217DE06A}" type="parTrans" cxnId="{5609AD5C-070B-4A69-8566-8D724367FDBD}">
      <dgm:prSet/>
      <dgm:spPr/>
      <dgm:t>
        <a:bodyPr/>
        <a:lstStyle/>
        <a:p>
          <a:pPr algn="ctr"/>
          <a:endParaRPr lang="en-AU"/>
        </a:p>
      </dgm:t>
    </dgm:pt>
    <dgm:pt modelId="{08EB7047-5B38-4021-8D77-06FCC442802D}" type="sibTrans" cxnId="{5609AD5C-070B-4A69-8566-8D724367FDBD}">
      <dgm:prSet/>
      <dgm:spPr/>
      <dgm:t>
        <a:bodyPr/>
        <a:lstStyle/>
        <a:p>
          <a:pPr algn="ctr"/>
          <a:endParaRPr lang="en-AU"/>
        </a:p>
      </dgm:t>
    </dgm:pt>
    <dgm:pt modelId="{7BB80CB4-8363-45F3-BF74-995D0E6BE339}">
      <dgm:prSet phldrT="[Text]" custT="1"/>
      <dgm:spPr/>
      <dgm:t>
        <a:bodyPr/>
        <a:lstStyle/>
        <a:p>
          <a:pPr algn="l"/>
          <a:r>
            <a:rPr lang="en-AU" sz="1200" dirty="0" smtClean="0">
              <a:latin typeface="Helvetica" pitchFamily="34" charset="0"/>
            </a:rPr>
            <a:t> Summarise </a:t>
          </a:r>
          <a:r>
            <a:rPr lang="en-AU" sz="1200" dirty="0">
              <a:latin typeface="Helvetica" pitchFamily="34" charset="0"/>
            </a:rPr>
            <a:t>all you have said</a:t>
          </a:r>
        </a:p>
      </dgm:t>
    </dgm:pt>
    <dgm:pt modelId="{068764AF-8670-4E65-A97B-BFAD17D867DF}" type="parTrans" cxnId="{CB737BD0-14A9-4C42-B556-8E997E55C0AE}">
      <dgm:prSet/>
      <dgm:spPr/>
      <dgm:t>
        <a:bodyPr/>
        <a:lstStyle/>
        <a:p>
          <a:pPr algn="ctr"/>
          <a:endParaRPr lang="en-AU"/>
        </a:p>
      </dgm:t>
    </dgm:pt>
    <dgm:pt modelId="{02A7284F-FD68-4536-A58B-44EFB09DC713}" type="sibTrans" cxnId="{CB737BD0-14A9-4C42-B556-8E997E55C0AE}">
      <dgm:prSet/>
      <dgm:spPr/>
      <dgm:t>
        <a:bodyPr/>
        <a:lstStyle/>
        <a:p>
          <a:pPr algn="ctr"/>
          <a:endParaRPr lang="en-AU"/>
        </a:p>
      </dgm:t>
    </dgm:pt>
    <dgm:pt modelId="{D9CCB2E7-6A48-4F05-BCB1-B93A205359B5}">
      <dgm:prSet phldrT="[Text]" custT="1"/>
      <dgm:spPr/>
      <dgm:t>
        <a:bodyPr/>
        <a:lstStyle/>
        <a:p>
          <a:pPr algn="l"/>
          <a:r>
            <a:rPr lang="en-AU" sz="1200" dirty="0" smtClean="0">
              <a:latin typeface="Helvetica" pitchFamily="34" charset="0"/>
            </a:rPr>
            <a:t> Action.</a:t>
          </a:r>
          <a:endParaRPr lang="en-AU" sz="1200" dirty="0">
            <a:latin typeface="Helvetica" pitchFamily="34" charset="0"/>
          </a:endParaRPr>
        </a:p>
      </dgm:t>
    </dgm:pt>
    <dgm:pt modelId="{D263D3AB-C93A-4141-9ECC-279B8F64A434}" type="parTrans" cxnId="{4EDBC3FD-EFFA-4357-82B9-6C7F3666F7BB}">
      <dgm:prSet/>
      <dgm:spPr/>
      <dgm:t>
        <a:bodyPr/>
        <a:lstStyle/>
        <a:p>
          <a:pPr algn="ctr"/>
          <a:endParaRPr lang="en-AU"/>
        </a:p>
      </dgm:t>
    </dgm:pt>
    <dgm:pt modelId="{678E96FE-EE57-4145-ABEE-BD77A100A351}" type="sibTrans" cxnId="{4EDBC3FD-EFFA-4357-82B9-6C7F3666F7BB}">
      <dgm:prSet/>
      <dgm:spPr/>
      <dgm:t>
        <a:bodyPr/>
        <a:lstStyle/>
        <a:p>
          <a:pPr algn="ctr"/>
          <a:endParaRPr lang="en-AU"/>
        </a:p>
      </dgm:t>
    </dgm:pt>
    <dgm:pt modelId="{CABB544A-68DD-4188-BDF6-9A10772AE72A}">
      <dgm:prSet phldrT="[Text]" custT="1"/>
      <dgm:spPr/>
      <dgm:t>
        <a:bodyPr/>
        <a:lstStyle/>
        <a:p>
          <a:pPr algn="l"/>
          <a:r>
            <a:rPr lang="en-AU" sz="1200" dirty="0" smtClean="0">
              <a:latin typeface="Helvetica" pitchFamily="34" charset="0"/>
            </a:rPr>
            <a:t> Labelling</a:t>
          </a:r>
          <a:endParaRPr lang="en-AU" sz="1200" dirty="0">
            <a:latin typeface="Helvetica" pitchFamily="34" charset="0"/>
          </a:endParaRPr>
        </a:p>
      </dgm:t>
    </dgm:pt>
    <dgm:pt modelId="{AD53CB57-D71F-4424-9961-A7DA0DEC3058}" type="parTrans" cxnId="{CAF91B60-B3D2-4835-A27E-800486AE36ED}">
      <dgm:prSet/>
      <dgm:spPr/>
      <dgm:t>
        <a:bodyPr/>
        <a:lstStyle/>
        <a:p>
          <a:endParaRPr lang="en-AU"/>
        </a:p>
      </dgm:t>
    </dgm:pt>
    <dgm:pt modelId="{516A63BB-557C-4F64-851F-4959D87C09D9}" type="sibTrans" cxnId="{CAF91B60-B3D2-4835-A27E-800486AE36ED}">
      <dgm:prSet/>
      <dgm:spPr/>
      <dgm:t>
        <a:bodyPr/>
        <a:lstStyle/>
        <a:p>
          <a:endParaRPr lang="en-AU"/>
        </a:p>
      </dgm:t>
    </dgm:pt>
    <dgm:pt modelId="{35855C9A-4321-48AC-94BD-7D4E56162157}">
      <dgm:prSet phldrT="[Text]" custT="1"/>
      <dgm:spPr/>
      <dgm:t>
        <a:bodyPr/>
        <a:lstStyle/>
        <a:p>
          <a:pPr algn="l"/>
          <a:r>
            <a:rPr lang="en-AU" sz="1200" dirty="0" smtClean="0">
              <a:latin typeface="Helvetica" pitchFamily="34" charset="0"/>
            </a:rPr>
            <a:t> Integrated graphics.</a:t>
          </a:r>
          <a:endParaRPr lang="en-AU" sz="1200" dirty="0">
            <a:latin typeface="Helvetica" pitchFamily="34" charset="0"/>
          </a:endParaRPr>
        </a:p>
        <a:p>
          <a:pPr algn="ctr"/>
          <a:endParaRPr lang="en-AU" sz="700" dirty="0"/>
        </a:p>
      </dgm:t>
    </dgm:pt>
    <dgm:pt modelId="{8B9D503C-97A7-452C-A642-4878385F4034}" type="parTrans" cxnId="{E7E57EDC-4ADC-4D41-83BB-88E95DC23858}">
      <dgm:prSet/>
      <dgm:spPr/>
      <dgm:t>
        <a:bodyPr/>
        <a:lstStyle/>
        <a:p>
          <a:endParaRPr lang="en-AU"/>
        </a:p>
      </dgm:t>
    </dgm:pt>
    <dgm:pt modelId="{4B4A0EB4-1091-4F83-B86E-8117A03E1AF3}" type="sibTrans" cxnId="{E7E57EDC-4ADC-4D41-83BB-88E95DC23858}">
      <dgm:prSet/>
      <dgm:spPr/>
      <dgm:t>
        <a:bodyPr/>
        <a:lstStyle/>
        <a:p>
          <a:endParaRPr lang="en-AU"/>
        </a:p>
      </dgm:t>
    </dgm:pt>
    <dgm:pt modelId="{EAD9E39C-33AF-4038-8588-8FF72C145B3C}" type="pres">
      <dgm:prSet presAssocID="{B0D82819-BB8A-479A-B850-8636586E382A}" presName="linearFlow" presStyleCnt="0">
        <dgm:presLayoutVars>
          <dgm:resizeHandles val="exact"/>
        </dgm:presLayoutVars>
      </dgm:prSet>
      <dgm:spPr/>
    </dgm:pt>
    <dgm:pt modelId="{2278645C-1059-4C29-A1AE-CE7AA80FBAED}" type="pres">
      <dgm:prSet presAssocID="{FE5CC327-D1C6-4AAD-BA85-AF0774FD29B3}" presName="node" presStyleLbl="node1" presStyleIdx="0" presStyleCnt="3" custScaleX="75531" custLinFactNeighborX="-977" custLinFactNeighborY="-974">
        <dgm:presLayoutVars>
          <dgm:bulletEnabled val="1"/>
        </dgm:presLayoutVars>
      </dgm:prSet>
      <dgm:spPr/>
      <dgm:t>
        <a:bodyPr/>
        <a:lstStyle/>
        <a:p>
          <a:endParaRPr lang="en-AU"/>
        </a:p>
      </dgm:t>
    </dgm:pt>
    <dgm:pt modelId="{E316299B-93EC-46D0-95E4-65F391A3691F}" type="pres">
      <dgm:prSet presAssocID="{FBCA21D5-5EA2-434A-BA74-6C6AF64E93EB}" presName="sibTrans" presStyleLbl="sibTrans2D1" presStyleIdx="0" presStyleCnt="2"/>
      <dgm:spPr/>
      <dgm:t>
        <a:bodyPr/>
        <a:lstStyle/>
        <a:p>
          <a:endParaRPr lang="en-AU"/>
        </a:p>
      </dgm:t>
    </dgm:pt>
    <dgm:pt modelId="{93C22658-7CB9-4260-8854-3874B3AA1F6C}" type="pres">
      <dgm:prSet presAssocID="{FBCA21D5-5EA2-434A-BA74-6C6AF64E93EB}" presName="connectorText" presStyleLbl="sibTrans2D1" presStyleIdx="0" presStyleCnt="2"/>
      <dgm:spPr/>
      <dgm:t>
        <a:bodyPr/>
        <a:lstStyle/>
        <a:p>
          <a:endParaRPr lang="en-AU"/>
        </a:p>
      </dgm:t>
    </dgm:pt>
    <dgm:pt modelId="{F4562A0B-23CA-419D-9DA8-A1CEC5DB61E6}" type="pres">
      <dgm:prSet presAssocID="{B4686CDA-BFC5-451D-A5F0-4CB30A7E770C}" presName="node" presStyleLbl="node1" presStyleIdx="1" presStyleCnt="3" custScaleX="77485" custScaleY="180247">
        <dgm:presLayoutVars>
          <dgm:bulletEnabled val="1"/>
        </dgm:presLayoutVars>
      </dgm:prSet>
      <dgm:spPr/>
      <dgm:t>
        <a:bodyPr/>
        <a:lstStyle/>
        <a:p>
          <a:endParaRPr lang="en-AU"/>
        </a:p>
      </dgm:t>
    </dgm:pt>
    <dgm:pt modelId="{11CBFAF0-0AEE-4DCC-9197-AFB7795A1B7A}" type="pres">
      <dgm:prSet presAssocID="{FE37871F-3ADA-4084-BF34-758353E6D562}" presName="sibTrans" presStyleLbl="sibTrans2D1" presStyleIdx="1" presStyleCnt="2"/>
      <dgm:spPr/>
      <dgm:t>
        <a:bodyPr/>
        <a:lstStyle/>
        <a:p>
          <a:endParaRPr lang="en-AU"/>
        </a:p>
      </dgm:t>
    </dgm:pt>
    <dgm:pt modelId="{A650C100-7B5D-4792-B072-C28FB5DFBA90}" type="pres">
      <dgm:prSet presAssocID="{FE37871F-3ADA-4084-BF34-758353E6D562}" presName="connectorText" presStyleLbl="sibTrans2D1" presStyleIdx="1" presStyleCnt="2"/>
      <dgm:spPr/>
      <dgm:t>
        <a:bodyPr/>
        <a:lstStyle/>
        <a:p>
          <a:endParaRPr lang="en-AU"/>
        </a:p>
      </dgm:t>
    </dgm:pt>
    <dgm:pt modelId="{A448D105-70E4-41D6-99A6-1A7324D0DD67}" type="pres">
      <dgm:prSet presAssocID="{8619D499-CAED-49F5-8864-4F91D0640DCE}" presName="node" presStyleLbl="node1" presStyleIdx="2" presStyleCnt="3" custScaleX="77485">
        <dgm:presLayoutVars>
          <dgm:bulletEnabled val="1"/>
        </dgm:presLayoutVars>
      </dgm:prSet>
      <dgm:spPr/>
      <dgm:t>
        <a:bodyPr/>
        <a:lstStyle/>
        <a:p>
          <a:endParaRPr lang="en-AU"/>
        </a:p>
      </dgm:t>
    </dgm:pt>
  </dgm:ptLst>
  <dgm:cxnLst>
    <dgm:cxn modelId="{079A33E7-166C-4FDE-A63E-F39B11AEE16D}" type="presOf" srcId="{FBCA21D5-5EA2-434A-BA74-6C6AF64E93EB}" destId="{E316299B-93EC-46D0-95E4-65F391A3691F}" srcOrd="0" destOrd="0" presId="urn:microsoft.com/office/officeart/2005/8/layout/process2"/>
    <dgm:cxn modelId="{CB737BD0-14A9-4C42-B556-8E997E55C0AE}" srcId="{8619D499-CAED-49F5-8864-4F91D0640DCE}" destId="{7BB80CB4-8363-45F3-BF74-995D0E6BE339}" srcOrd="0" destOrd="0" parTransId="{068764AF-8670-4E65-A97B-BFAD17D867DF}" sibTransId="{02A7284F-FD68-4536-A58B-44EFB09DC713}"/>
    <dgm:cxn modelId="{2EC4A961-BE24-4292-A541-1EA983788EE0}" type="presOf" srcId="{35855C9A-4321-48AC-94BD-7D4E56162157}" destId="{F4562A0B-23CA-419D-9DA8-A1CEC5DB61E6}" srcOrd="0" destOrd="4" presId="urn:microsoft.com/office/officeart/2005/8/layout/process2"/>
    <dgm:cxn modelId="{743DE8F8-C057-4FF2-994A-9E72D0F1D71D}" srcId="{B0D82819-BB8A-479A-B850-8636586E382A}" destId="{8619D499-CAED-49F5-8864-4F91D0640DCE}" srcOrd="2" destOrd="0" parTransId="{DEBD602B-94C3-4D6E-99B5-F7C49F3CBEDD}" sibTransId="{38AAEA76-CED2-459E-A2D3-74889F2A3F6D}"/>
    <dgm:cxn modelId="{B6326608-0F41-404E-8417-18ADCA108008}" type="presOf" srcId="{B4686CDA-BFC5-451D-A5F0-4CB30A7E770C}" destId="{F4562A0B-23CA-419D-9DA8-A1CEC5DB61E6}" srcOrd="0" destOrd="0" presId="urn:microsoft.com/office/officeart/2005/8/layout/process2"/>
    <dgm:cxn modelId="{4B5A14A1-1F08-4D7B-B666-04FAC1DE3877}" type="presOf" srcId="{8619D499-CAED-49F5-8864-4F91D0640DCE}" destId="{A448D105-70E4-41D6-99A6-1A7324D0DD67}" srcOrd="0" destOrd="0" presId="urn:microsoft.com/office/officeart/2005/8/layout/process2"/>
    <dgm:cxn modelId="{EA4EDFD7-C6AF-4219-9192-DB15C262A533}" srcId="{B0D82819-BB8A-479A-B850-8636586E382A}" destId="{FE5CC327-D1C6-4AAD-BA85-AF0774FD29B3}" srcOrd="0" destOrd="0" parTransId="{36A78A1E-37C0-486D-9064-640FE5ABD507}" sibTransId="{FBCA21D5-5EA2-434A-BA74-6C6AF64E93EB}"/>
    <dgm:cxn modelId="{9C447F55-677B-4F5B-935D-D1C4F3B04280}" type="presOf" srcId="{FBCA21D5-5EA2-434A-BA74-6C6AF64E93EB}" destId="{93C22658-7CB9-4260-8854-3874B3AA1F6C}" srcOrd="1" destOrd="0" presId="urn:microsoft.com/office/officeart/2005/8/layout/process2"/>
    <dgm:cxn modelId="{5D7F3CC9-B8D3-4AFC-9674-9ADCF7E97775}" srcId="{B0D82819-BB8A-479A-B850-8636586E382A}" destId="{B4686CDA-BFC5-451D-A5F0-4CB30A7E770C}" srcOrd="1" destOrd="0" parTransId="{B928F908-6018-42AA-87E9-88A35D83336A}" sibTransId="{FE37871F-3ADA-4084-BF34-758353E6D562}"/>
    <dgm:cxn modelId="{0189F40A-9CF2-4D6C-9E73-93CDD13C0193}" srcId="{FE5CC327-D1C6-4AAD-BA85-AF0774FD29B3}" destId="{ACE6484C-EC4F-4771-9CD0-4FF2775F6051}" srcOrd="1" destOrd="0" parTransId="{72F6DD8B-D802-4782-A3C8-9EE52499103B}" sibTransId="{D9DC4FF8-B027-4F44-AAA0-BCBF7FB45FFF}"/>
    <dgm:cxn modelId="{2E7107A5-DE3F-4ACB-9B29-8AC85D7FB3BE}" srcId="{FE5CC327-D1C6-4AAD-BA85-AF0774FD29B3}" destId="{916D961E-4D50-4FCB-B015-ED0439029F0C}" srcOrd="0" destOrd="0" parTransId="{4B75837E-592A-4A54-991B-4585888A71A2}" sibTransId="{495F920D-1921-4F2B-ACAD-6C97FB97460A}"/>
    <dgm:cxn modelId="{9977C0A3-C9DB-4410-B127-B8A61E66DB9A}" type="presOf" srcId="{D9CCB2E7-6A48-4F05-BCB1-B93A205359B5}" destId="{A448D105-70E4-41D6-99A6-1A7324D0DD67}" srcOrd="0" destOrd="2" presId="urn:microsoft.com/office/officeart/2005/8/layout/process2"/>
    <dgm:cxn modelId="{71371EA2-56F3-4357-9F9F-58EE2DE62BCB}" srcId="{B4686CDA-BFC5-451D-A5F0-4CB30A7E770C}" destId="{A587C368-5934-4C57-8822-C6C7F87381F5}" srcOrd="0" destOrd="0" parTransId="{384EC4F1-D175-486C-9AF8-5B26752024C4}" sibTransId="{E9696C95-9082-40CA-B9C3-D20673350208}"/>
    <dgm:cxn modelId="{3E410D45-0E64-4781-B375-7EBB3C6DEB6E}" type="presOf" srcId="{FE5CC327-D1C6-4AAD-BA85-AF0774FD29B3}" destId="{2278645C-1059-4C29-A1AE-CE7AA80FBAED}" srcOrd="0" destOrd="0" presId="urn:microsoft.com/office/officeart/2005/8/layout/process2"/>
    <dgm:cxn modelId="{CAF91B60-B3D2-4835-A27E-800486AE36ED}" srcId="{B4686CDA-BFC5-451D-A5F0-4CB30A7E770C}" destId="{CABB544A-68DD-4188-BDF6-9A10772AE72A}" srcOrd="2" destOrd="0" parTransId="{AD53CB57-D71F-4424-9961-A7DA0DEC3058}" sibTransId="{516A63BB-557C-4F64-851F-4959D87C09D9}"/>
    <dgm:cxn modelId="{A02B0CFE-55B1-43B5-BDAC-E3AA27841885}" type="presOf" srcId="{B0D82819-BB8A-479A-B850-8636586E382A}" destId="{EAD9E39C-33AF-4038-8588-8FF72C145B3C}" srcOrd="0" destOrd="0" presId="urn:microsoft.com/office/officeart/2005/8/layout/process2"/>
    <dgm:cxn modelId="{E7E57EDC-4ADC-4D41-83BB-88E95DC23858}" srcId="{B4686CDA-BFC5-451D-A5F0-4CB30A7E770C}" destId="{35855C9A-4321-48AC-94BD-7D4E56162157}" srcOrd="3" destOrd="0" parTransId="{8B9D503C-97A7-452C-A642-4878385F4034}" sibTransId="{4B4A0EB4-1091-4F83-B86E-8117A03E1AF3}"/>
    <dgm:cxn modelId="{65E83E1E-7C0B-4EC8-B92B-5B3FCCBFEB09}" type="presOf" srcId="{7BB80CB4-8363-45F3-BF74-995D0E6BE339}" destId="{A448D105-70E4-41D6-99A6-1A7324D0DD67}" srcOrd="0" destOrd="1" presId="urn:microsoft.com/office/officeart/2005/8/layout/process2"/>
    <dgm:cxn modelId="{45DA61F5-8ED3-4401-8BEE-DA07EB5FC8A9}" type="presOf" srcId="{A587C368-5934-4C57-8822-C6C7F87381F5}" destId="{F4562A0B-23CA-419D-9DA8-A1CEC5DB61E6}" srcOrd="0" destOrd="1" presId="urn:microsoft.com/office/officeart/2005/8/layout/process2"/>
    <dgm:cxn modelId="{4EDBC3FD-EFFA-4357-82B9-6C7F3666F7BB}" srcId="{8619D499-CAED-49F5-8864-4F91D0640DCE}" destId="{D9CCB2E7-6A48-4F05-BCB1-B93A205359B5}" srcOrd="1" destOrd="0" parTransId="{D263D3AB-C93A-4141-9ECC-279B8F64A434}" sibTransId="{678E96FE-EE57-4145-ABEE-BD77A100A351}"/>
    <dgm:cxn modelId="{1B363B3E-F2C4-4FAE-AB7A-4FA623D090B4}" type="presOf" srcId="{CABB544A-68DD-4188-BDF6-9A10772AE72A}" destId="{F4562A0B-23CA-419D-9DA8-A1CEC5DB61E6}" srcOrd="0" destOrd="3" presId="urn:microsoft.com/office/officeart/2005/8/layout/process2"/>
    <dgm:cxn modelId="{E65ADA8D-B4F5-4C9D-9931-6E80AF072A5D}" type="presOf" srcId="{916D961E-4D50-4FCB-B015-ED0439029F0C}" destId="{2278645C-1059-4C29-A1AE-CE7AA80FBAED}" srcOrd="0" destOrd="1" presId="urn:microsoft.com/office/officeart/2005/8/layout/process2"/>
    <dgm:cxn modelId="{C4E7D6F5-EAEB-47EE-A7FE-CCE0A6CF2A97}" type="presOf" srcId="{ACE6484C-EC4F-4771-9CD0-4FF2775F6051}" destId="{2278645C-1059-4C29-A1AE-CE7AA80FBAED}" srcOrd="0" destOrd="2" presId="urn:microsoft.com/office/officeart/2005/8/layout/process2"/>
    <dgm:cxn modelId="{7B395613-ED39-4337-9B63-0F1A76BF03AD}" type="presOf" srcId="{FE37871F-3ADA-4084-BF34-758353E6D562}" destId="{11CBFAF0-0AEE-4DCC-9197-AFB7795A1B7A}" srcOrd="0" destOrd="0" presId="urn:microsoft.com/office/officeart/2005/8/layout/process2"/>
    <dgm:cxn modelId="{04F9EBBC-7A65-44F4-89A5-B2F0C2979E47}" type="presOf" srcId="{FE37871F-3ADA-4084-BF34-758353E6D562}" destId="{A650C100-7B5D-4792-B072-C28FB5DFBA90}" srcOrd="1" destOrd="0" presId="urn:microsoft.com/office/officeart/2005/8/layout/process2"/>
    <dgm:cxn modelId="{B4C67D21-A888-49EA-8A5F-D102F6877396}" type="presOf" srcId="{C99B0340-4EF9-47B8-8F82-15DF57F7951D}" destId="{F4562A0B-23CA-419D-9DA8-A1CEC5DB61E6}" srcOrd="0" destOrd="2" presId="urn:microsoft.com/office/officeart/2005/8/layout/process2"/>
    <dgm:cxn modelId="{5609AD5C-070B-4A69-8566-8D724367FDBD}" srcId="{B4686CDA-BFC5-451D-A5F0-4CB30A7E770C}" destId="{C99B0340-4EF9-47B8-8F82-15DF57F7951D}" srcOrd="1" destOrd="0" parTransId="{F5B6E816-596D-44C0-A943-30FD217DE06A}" sibTransId="{08EB7047-5B38-4021-8D77-06FCC442802D}"/>
    <dgm:cxn modelId="{B1793432-648C-456B-9DB0-83212A763E10}" type="presParOf" srcId="{EAD9E39C-33AF-4038-8588-8FF72C145B3C}" destId="{2278645C-1059-4C29-A1AE-CE7AA80FBAED}" srcOrd="0" destOrd="0" presId="urn:microsoft.com/office/officeart/2005/8/layout/process2"/>
    <dgm:cxn modelId="{CEAA04C7-851C-466D-858E-DD79A6992115}" type="presParOf" srcId="{EAD9E39C-33AF-4038-8588-8FF72C145B3C}" destId="{E316299B-93EC-46D0-95E4-65F391A3691F}" srcOrd="1" destOrd="0" presId="urn:microsoft.com/office/officeart/2005/8/layout/process2"/>
    <dgm:cxn modelId="{AEA83A16-23EF-4F22-A430-7570B566A667}" type="presParOf" srcId="{E316299B-93EC-46D0-95E4-65F391A3691F}" destId="{93C22658-7CB9-4260-8854-3874B3AA1F6C}" srcOrd="0" destOrd="0" presId="urn:microsoft.com/office/officeart/2005/8/layout/process2"/>
    <dgm:cxn modelId="{9C22C4F2-1656-4046-A564-197D738D3E4D}" type="presParOf" srcId="{EAD9E39C-33AF-4038-8588-8FF72C145B3C}" destId="{F4562A0B-23CA-419D-9DA8-A1CEC5DB61E6}" srcOrd="2" destOrd="0" presId="urn:microsoft.com/office/officeart/2005/8/layout/process2"/>
    <dgm:cxn modelId="{83A7DF5A-705E-44C3-A1C5-E76BB5307B72}" type="presParOf" srcId="{EAD9E39C-33AF-4038-8588-8FF72C145B3C}" destId="{11CBFAF0-0AEE-4DCC-9197-AFB7795A1B7A}" srcOrd="3" destOrd="0" presId="urn:microsoft.com/office/officeart/2005/8/layout/process2"/>
    <dgm:cxn modelId="{C59D05F3-67D1-4846-9C05-04881711A0D8}" type="presParOf" srcId="{11CBFAF0-0AEE-4DCC-9197-AFB7795A1B7A}" destId="{A650C100-7B5D-4792-B072-C28FB5DFBA90}" srcOrd="0" destOrd="0" presId="urn:microsoft.com/office/officeart/2005/8/layout/process2"/>
    <dgm:cxn modelId="{8C4BB862-6143-4C0E-A25D-8D88C6E64C8B}" type="presParOf" srcId="{EAD9E39C-33AF-4038-8588-8FF72C145B3C}" destId="{A448D105-70E4-41D6-99A6-1A7324D0DD67}"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C4101C1-E2CE-473F-A29C-0E96585AEDE3}" type="doc">
      <dgm:prSet loTypeId="urn:microsoft.com/office/officeart/2005/8/layout/chevron2" loCatId="process" qsTypeId="urn:microsoft.com/office/officeart/2005/8/quickstyle/simple1" qsCatId="simple" csTypeId="urn:microsoft.com/office/officeart/2005/8/colors/colorful5" csCatId="colorful" phldr="1"/>
      <dgm:spPr/>
      <dgm:t>
        <a:bodyPr/>
        <a:lstStyle/>
        <a:p>
          <a:endParaRPr lang="en-AU"/>
        </a:p>
      </dgm:t>
    </dgm:pt>
    <dgm:pt modelId="{3CA9DCEE-BD8A-4229-A54D-3FC558299C84}">
      <dgm:prSet phldrT="[Text]" custT="1"/>
      <dgm:spPr/>
      <dgm:t>
        <a:bodyPr/>
        <a:lstStyle/>
        <a:p>
          <a:r>
            <a:rPr lang="en-AU" sz="2200" b="0" dirty="0">
              <a:latin typeface="Helvetica" pitchFamily="34" charset="0"/>
            </a:rPr>
            <a:t>1:</a:t>
          </a:r>
        </a:p>
      </dgm:t>
    </dgm:pt>
    <dgm:pt modelId="{67EF6761-2BF9-4610-A45E-5314CB6B7801}" type="parTrans" cxnId="{9ED9615F-D781-419C-82EB-6F8F7C6B0ECF}">
      <dgm:prSet/>
      <dgm:spPr/>
      <dgm:t>
        <a:bodyPr/>
        <a:lstStyle/>
        <a:p>
          <a:endParaRPr lang="en-AU" sz="2200" b="0">
            <a:latin typeface="Helvetica" pitchFamily="34" charset="0"/>
          </a:endParaRPr>
        </a:p>
      </dgm:t>
    </dgm:pt>
    <dgm:pt modelId="{330272D2-FFC8-467B-BA51-C347BB8A441A}" type="sibTrans" cxnId="{9ED9615F-D781-419C-82EB-6F8F7C6B0ECF}">
      <dgm:prSet/>
      <dgm:spPr/>
      <dgm:t>
        <a:bodyPr/>
        <a:lstStyle/>
        <a:p>
          <a:endParaRPr lang="en-AU" sz="2200" b="0">
            <a:latin typeface="Helvetica" pitchFamily="34" charset="0"/>
          </a:endParaRPr>
        </a:p>
      </dgm:t>
    </dgm:pt>
    <dgm:pt modelId="{11C7ACFE-8FA8-42B6-A570-CE17E92C6F89}">
      <dgm:prSet phldrT="[Text]" custT="1"/>
      <dgm:spPr/>
      <dgm:t>
        <a:bodyPr/>
        <a:lstStyle/>
        <a:p>
          <a:r>
            <a:rPr lang="en-AU" sz="2200" b="0" dirty="0">
              <a:latin typeface="Helvetica" pitchFamily="34" charset="0"/>
            </a:rPr>
            <a:t>2:</a:t>
          </a:r>
        </a:p>
      </dgm:t>
    </dgm:pt>
    <dgm:pt modelId="{D06AE473-6DF5-43DC-A5C0-D7A9C6B1E70A}" type="parTrans" cxnId="{076FAF74-2DE4-400F-9639-48E6234F69BC}">
      <dgm:prSet/>
      <dgm:spPr/>
      <dgm:t>
        <a:bodyPr/>
        <a:lstStyle/>
        <a:p>
          <a:endParaRPr lang="en-AU" sz="2200" b="0">
            <a:latin typeface="Helvetica" pitchFamily="34" charset="0"/>
          </a:endParaRPr>
        </a:p>
      </dgm:t>
    </dgm:pt>
    <dgm:pt modelId="{9E492C42-4BC9-4997-B95B-FA81377EC874}" type="sibTrans" cxnId="{076FAF74-2DE4-400F-9639-48E6234F69BC}">
      <dgm:prSet/>
      <dgm:spPr/>
      <dgm:t>
        <a:bodyPr/>
        <a:lstStyle/>
        <a:p>
          <a:endParaRPr lang="en-AU" sz="2200" b="0">
            <a:latin typeface="Helvetica" pitchFamily="34" charset="0"/>
          </a:endParaRPr>
        </a:p>
      </dgm:t>
    </dgm:pt>
    <dgm:pt modelId="{4426319F-B077-43FF-A820-A3E68DDF7E44}">
      <dgm:prSet phldrT="[Text]" custT="1"/>
      <dgm:spPr/>
      <dgm:t>
        <a:bodyPr/>
        <a:lstStyle/>
        <a:p>
          <a:r>
            <a:rPr lang="en-AU" sz="2200" b="0" dirty="0">
              <a:latin typeface="Helvetica" pitchFamily="34" charset="0"/>
            </a:rPr>
            <a:t>3:</a:t>
          </a:r>
        </a:p>
      </dgm:t>
    </dgm:pt>
    <dgm:pt modelId="{854166E4-58E4-4E56-9E5E-4971B08C9C15}" type="parTrans" cxnId="{9CC96E6E-4FAF-4F2E-81E4-B112F3D69AA4}">
      <dgm:prSet/>
      <dgm:spPr/>
      <dgm:t>
        <a:bodyPr/>
        <a:lstStyle/>
        <a:p>
          <a:endParaRPr lang="en-AU" sz="2200" b="0">
            <a:latin typeface="Helvetica" pitchFamily="34" charset="0"/>
          </a:endParaRPr>
        </a:p>
      </dgm:t>
    </dgm:pt>
    <dgm:pt modelId="{6A8AB65C-B52B-44DF-91CA-F833EA892A7E}" type="sibTrans" cxnId="{9CC96E6E-4FAF-4F2E-81E4-B112F3D69AA4}">
      <dgm:prSet/>
      <dgm:spPr/>
      <dgm:t>
        <a:bodyPr/>
        <a:lstStyle/>
        <a:p>
          <a:endParaRPr lang="en-AU" sz="2200" b="0">
            <a:latin typeface="Helvetica" pitchFamily="34" charset="0"/>
          </a:endParaRPr>
        </a:p>
      </dgm:t>
    </dgm:pt>
    <dgm:pt modelId="{E3D1628F-40F2-40A6-A46F-B8AD51EC8177}">
      <dgm:prSet phldrT="[Text]" custT="1"/>
      <dgm:spPr/>
      <dgm:t>
        <a:bodyPr/>
        <a:lstStyle/>
        <a:p>
          <a:r>
            <a:rPr lang="en-AU" sz="2200" b="0" dirty="0">
              <a:latin typeface="Helvetica" pitchFamily="34" charset="0"/>
            </a:rPr>
            <a:t>4:</a:t>
          </a:r>
        </a:p>
      </dgm:t>
    </dgm:pt>
    <dgm:pt modelId="{53461F7A-9F14-4D0B-816C-AAF901C7A9C3}" type="parTrans" cxnId="{A5EDA284-2DC4-4F24-9FCD-F36004AB27AD}">
      <dgm:prSet/>
      <dgm:spPr/>
      <dgm:t>
        <a:bodyPr/>
        <a:lstStyle/>
        <a:p>
          <a:endParaRPr lang="en-AU" sz="2200" b="0">
            <a:latin typeface="Helvetica" pitchFamily="34" charset="0"/>
          </a:endParaRPr>
        </a:p>
      </dgm:t>
    </dgm:pt>
    <dgm:pt modelId="{5D716A14-95B8-4A38-A23A-9A869C45F764}" type="sibTrans" cxnId="{A5EDA284-2DC4-4F24-9FCD-F36004AB27AD}">
      <dgm:prSet/>
      <dgm:spPr/>
      <dgm:t>
        <a:bodyPr/>
        <a:lstStyle/>
        <a:p>
          <a:endParaRPr lang="en-AU" sz="2200" b="0">
            <a:latin typeface="Helvetica" pitchFamily="34" charset="0"/>
          </a:endParaRPr>
        </a:p>
      </dgm:t>
    </dgm:pt>
    <dgm:pt modelId="{740FB836-0EAA-437B-ADCA-8B6D901D59C0}">
      <dgm:prSet phldrT="[Text]" custT="1"/>
      <dgm:spPr/>
      <dgm:t>
        <a:bodyPr/>
        <a:lstStyle/>
        <a:p>
          <a:r>
            <a:rPr lang="en-AU" sz="2200" b="0" dirty="0">
              <a:latin typeface="Helvetica" pitchFamily="34" charset="0"/>
            </a:rPr>
            <a:t>5:</a:t>
          </a:r>
        </a:p>
      </dgm:t>
    </dgm:pt>
    <dgm:pt modelId="{827FA8A5-EF97-4351-97BB-E6B3BFE693A9}" type="parTrans" cxnId="{28D21DE3-91DE-4C62-88DB-B46CD0113915}">
      <dgm:prSet/>
      <dgm:spPr/>
      <dgm:t>
        <a:bodyPr/>
        <a:lstStyle/>
        <a:p>
          <a:endParaRPr lang="en-AU" sz="2200" b="0">
            <a:latin typeface="Helvetica" pitchFamily="34" charset="0"/>
          </a:endParaRPr>
        </a:p>
      </dgm:t>
    </dgm:pt>
    <dgm:pt modelId="{9A65A639-EA31-4FCE-B5ED-F9EEA7B44DFD}" type="sibTrans" cxnId="{28D21DE3-91DE-4C62-88DB-B46CD0113915}">
      <dgm:prSet/>
      <dgm:spPr/>
      <dgm:t>
        <a:bodyPr/>
        <a:lstStyle/>
        <a:p>
          <a:endParaRPr lang="en-AU" sz="2200" b="0">
            <a:latin typeface="Helvetica" pitchFamily="34" charset="0"/>
          </a:endParaRPr>
        </a:p>
      </dgm:t>
    </dgm:pt>
    <dgm:pt modelId="{919FE342-0884-46AE-8A99-F1E409437B4F}">
      <dgm:prSet phldrT="[Text]" custT="1"/>
      <dgm:spPr/>
      <dgm:t>
        <a:bodyPr/>
        <a:lstStyle/>
        <a:p>
          <a:r>
            <a:rPr lang="en-AU" sz="2200" b="0" dirty="0">
              <a:latin typeface="Helvetica" pitchFamily="34" charset="0"/>
            </a:rPr>
            <a:t>6:</a:t>
          </a:r>
        </a:p>
      </dgm:t>
    </dgm:pt>
    <dgm:pt modelId="{5FF27CE3-9A5D-480C-8AEE-BD21D820F6D4}" type="parTrans" cxnId="{254A4923-D771-4E7C-A83C-71EC3219534F}">
      <dgm:prSet/>
      <dgm:spPr/>
      <dgm:t>
        <a:bodyPr/>
        <a:lstStyle/>
        <a:p>
          <a:endParaRPr lang="en-AU" sz="2200" b="0">
            <a:latin typeface="Helvetica" pitchFamily="34" charset="0"/>
          </a:endParaRPr>
        </a:p>
      </dgm:t>
    </dgm:pt>
    <dgm:pt modelId="{0AA306AD-8686-4826-9BC2-9F85870FA2B6}" type="sibTrans" cxnId="{254A4923-D771-4E7C-A83C-71EC3219534F}">
      <dgm:prSet/>
      <dgm:spPr/>
      <dgm:t>
        <a:bodyPr/>
        <a:lstStyle/>
        <a:p>
          <a:endParaRPr lang="en-AU" sz="2200" b="0">
            <a:latin typeface="Helvetica" pitchFamily="34" charset="0"/>
          </a:endParaRPr>
        </a:p>
      </dgm:t>
    </dgm:pt>
    <dgm:pt modelId="{3D82DC89-1606-4558-AFAA-C13152EEA4A3}">
      <dgm:prSet phldrT="[Text]" custT="1"/>
      <dgm:spPr/>
      <dgm:t>
        <a:bodyPr/>
        <a:lstStyle/>
        <a:p>
          <a:r>
            <a:rPr lang="en-AU" sz="2200" b="0" dirty="0">
              <a:latin typeface="Helvetica" pitchFamily="34" charset="0"/>
            </a:rPr>
            <a:t>Be clear about your purpose</a:t>
          </a:r>
        </a:p>
      </dgm:t>
    </dgm:pt>
    <dgm:pt modelId="{1BB0CAE7-08DE-40BE-B91F-8F90CF7B798A}" type="parTrans" cxnId="{A587F866-43DE-42C4-BE03-CEE657137674}">
      <dgm:prSet/>
      <dgm:spPr/>
      <dgm:t>
        <a:bodyPr/>
        <a:lstStyle/>
        <a:p>
          <a:endParaRPr lang="en-AU" sz="2200" b="0">
            <a:latin typeface="Helvetica" pitchFamily="34" charset="0"/>
          </a:endParaRPr>
        </a:p>
      </dgm:t>
    </dgm:pt>
    <dgm:pt modelId="{68E1263E-2F47-4D1A-8418-2FAEAB92CAE8}" type="sibTrans" cxnId="{A587F866-43DE-42C4-BE03-CEE657137674}">
      <dgm:prSet/>
      <dgm:spPr/>
      <dgm:t>
        <a:bodyPr/>
        <a:lstStyle/>
        <a:p>
          <a:endParaRPr lang="en-AU" sz="2200" b="0">
            <a:latin typeface="Helvetica" pitchFamily="34" charset="0"/>
          </a:endParaRPr>
        </a:p>
      </dgm:t>
    </dgm:pt>
    <dgm:pt modelId="{67F73E7F-701D-4598-883F-18446C481297}">
      <dgm:prSet phldrT="[Text]" custT="1"/>
      <dgm:spPr/>
      <dgm:t>
        <a:bodyPr/>
        <a:lstStyle/>
        <a:p>
          <a:pPr>
            <a:spcBef>
              <a:spcPts val="1200"/>
            </a:spcBef>
          </a:pPr>
          <a:r>
            <a:rPr lang="en-AU" sz="2200" b="0" dirty="0">
              <a:latin typeface="Helvetica" pitchFamily="34" charset="0"/>
            </a:rPr>
            <a:t>Plan what you will say</a:t>
          </a:r>
        </a:p>
      </dgm:t>
    </dgm:pt>
    <dgm:pt modelId="{F23CCBF1-CFF6-4846-9F27-FE87159102AB}" type="parTrans" cxnId="{142397E8-234E-4D9A-A9C0-EF9109C5F15F}">
      <dgm:prSet/>
      <dgm:spPr/>
      <dgm:t>
        <a:bodyPr/>
        <a:lstStyle/>
        <a:p>
          <a:endParaRPr lang="en-AU" sz="2200" b="0">
            <a:latin typeface="Helvetica" pitchFamily="34" charset="0"/>
          </a:endParaRPr>
        </a:p>
      </dgm:t>
    </dgm:pt>
    <dgm:pt modelId="{7B13BCB2-0CF1-43DF-8D7A-D9D6417B25E6}" type="sibTrans" cxnId="{142397E8-234E-4D9A-A9C0-EF9109C5F15F}">
      <dgm:prSet/>
      <dgm:spPr/>
      <dgm:t>
        <a:bodyPr/>
        <a:lstStyle/>
        <a:p>
          <a:endParaRPr lang="en-AU" sz="2200" b="0">
            <a:latin typeface="Helvetica" pitchFamily="34" charset="0"/>
          </a:endParaRPr>
        </a:p>
      </dgm:t>
    </dgm:pt>
    <dgm:pt modelId="{38346484-5781-4D85-81E3-8E6D1C0EC934}">
      <dgm:prSet phldrT="[Text]" custT="1"/>
      <dgm:spPr/>
      <dgm:t>
        <a:bodyPr/>
        <a:lstStyle/>
        <a:p>
          <a:r>
            <a:rPr lang="en-AU" sz="2200" b="0" dirty="0">
              <a:latin typeface="Helvetica" pitchFamily="34" charset="0"/>
            </a:rPr>
            <a:t>Draft your document	</a:t>
          </a:r>
        </a:p>
      </dgm:t>
    </dgm:pt>
    <dgm:pt modelId="{234B2561-8F41-4408-A1CB-D0C8939339A2}" type="parTrans" cxnId="{D37E3922-453C-41D0-A09B-A242299E4B64}">
      <dgm:prSet/>
      <dgm:spPr/>
      <dgm:t>
        <a:bodyPr/>
        <a:lstStyle/>
        <a:p>
          <a:endParaRPr lang="en-AU" sz="2200" b="0">
            <a:latin typeface="Helvetica" pitchFamily="34" charset="0"/>
          </a:endParaRPr>
        </a:p>
      </dgm:t>
    </dgm:pt>
    <dgm:pt modelId="{8BB2C454-B299-4D63-A981-D3FC08A567A7}" type="sibTrans" cxnId="{D37E3922-453C-41D0-A09B-A242299E4B64}">
      <dgm:prSet/>
      <dgm:spPr/>
      <dgm:t>
        <a:bodyPr/>
        <a:lstStyle/>
        <a:p>
          <a:endParaRPr lang="en-AU" sz="2200" b="0">
            <a:latin typeface="Helvetica" pitchFamily="34" charset="0"/>
          </a:endParaRPr>
        </a:p>
      </dgm:t>
    </dgm:pt>
    <dgm:pt modelId="{79A530E3-18AF-4D74-9EA0-D72BF760144F}">
      <dgm:prSet phldrT="[Text]" custT="1"/>
      <dgm:spPr/>
      <dgm:t>
        <a:bodyPr/>
        <a:lstStyle/>
        <a:p>
          <a:r>
            <a:rPr lang="en-AU" sz="2200" b="0" dirty="0">
              <a:latin typeface="Helvetica" pitchFamily="34" charset="0"/>
            </a:rPr>
            <a:t>Edit</a:t>
          </a:r>
        </a:p>
      </dgm:t>
    </dgm:pt>
    <dgm:pt modelId="{FB489D64-A0E4-4960-B73A-F91ED69030EA}" type="parTrans" cxnId="{C4AF8218-52AB-4413-994B-813F5BE267A5}">
      <dgm:prSet/>
      <dgm:spPr/>
      <dgm:t>
        <a:bodyPr/>
        <a:lstStyle/>
        <a:p>
          <a:endParaRPr lang="en-AU" sz="2200" b="0">
            <a:latin typeface="Helvetica" pitchFamily="34" charset="0"/>
          </a:endParaRPr>
        </a:p>
      </dgm:t>
    </dgm:pt>
    <dgm:pt modelId="{9225641F-3D40-4ECF-B6C0-80DCCA73DF8F}" type="sibTrans" cxnId="{C4AF8218-52AB-4413-994B-813F5BE267A5}">
      <dgm:prSet/>
      <dgm:spPr/>
      <dgm:t>
        <a:bodyPr/>
        <a:lstStyle/>
        <a:p>
          <a:endParaRPr lang="en-AU" sz="2200" b="0">
            <a:latin typeface="Helvetica" pitchFamily="34" charset="0"/>
          </a:endParaRPr>
        </a:p>
      </dgm:t>
    </dgm:pt>
    <dgm:pt modelId="{D559E06B-9067-4A18-96C7-9E800843194B}">
      <dgm:prSet phldrT="[Text]" custT="1"/>
      <dgm:spPr/>
      <dgm:t>
        <a:bodyPr/>
        <a:lstStyle/>
        <a:p>
          <a:r>
            <a:rPr lang="en-AU" sz="2200" b="0" dirty="0">
              <a:latin typeface="Helvetica" pitchFamily="34" charset="0"/>
            </a:rPr>
            <a:t>Type the final draft</a:t>
          </a:r>
        </a:p>
      </dgm:t>
    </dgm:pt>
    <dgm:pt modelId="{B82EA3E6-EE37-4DE3-86CC-5065A4605F71}" type="parTrans" cxnId="{9BA9835F-08F1-4A4B-A05C-137588F657EC}">
      <dgm:prSet/>
      <dgm:spPr/>
      <dgm:t>
        <a:bodyPr/>
        <a:lstStyle/>
        <a:p>
          <a:endParaRPr lang="en-AU" sz="2200" b="0">
            <a:latin typeface="Helvetica" pitchFamily="34" charset="0"/>
          </a:endParaRPr>
        </a:p>
      </dgm:t>
    </dgm:pt>
    <dgm:pt modelId="{4FEE735E-F686-45B9-B381-3349D3517B01}" type="sibTrans" cxnId="{9BA9835F-08F1-4A4B-A05C-137588F657EC}">
      <dgm:prSet/>
      <dgm:spPr/>
      <dgm:t>
        <a:bodyPr/>
        <a:lstStyle/>
        <a:p>
          <a:endParaRPr lang="en-AU" sz="2200" b="0">
            <a:latin typeface="Helvetica" pitchFamily="34" charset="0"/>
          </a:endParaRPr>
        </a:p>
      </dgm:t>
    </dgm:pt>
    <dgm:pt modelId="{1087D52F-1DCF-45FA-948D-D887224079A5}">
      <dgm:prSet phldrT="[Text]" custT="1"/>
      <dgm:spPr/>
      <dgm:t>
        <a:bodyPr/>
        <a:lstStyle/>
        <a:p>
          <a:r>
            <a:rPr lang="en-AU" sz="2200" b="0" dirty="0">
              <a:latin typeface="Helvetica" pitchFamily="34" charset="0"/>
            </a:rPr>
            <a:t>Proof read</a:t>
          </a:r>
        </a:p>
      </dgm:t>
    </dgm:pt>
    <dgm:pt modelId="{DF24CFBD-E51D-4823-8675-F27B26E088A4}" type="parTrans" cxnId="{E61AB776-CE63-453C-93E2-C59DE721A4B6}">
      <dgm:prSet/>
      <dgm:spPr/>
      <dgm:t>
        <a:bodyPr/>
        <a:lstStyle/>
        <a:p>
          <a:endParaRPr lang="en-AU" sz="2200" b="0">
            <a:latin typeface="Helvetica" pitchFamily="34" charset="0"/>
          </a:endParaRPr>
        </a:p>
      </dgm:t>
    </dgm:pt>
    <dgm:pt modelId="{DA0627A8-E644-4C1D-A972-F920A294F9A4}" type="sibTrans" cxnId="{E61AB776-CE63-453C-93E2-C59DE721A4B6}">
      <dgm:prSet/>
      <dgm:spPr/>
      <dgm:t>
        <a:bodyPr/>
        <a:lstStyle/>
        <a:p>
          <a:endParaRPr lang="en-AU" sz="2200" b="0">
            <a:latin typeface="Helvetica" pitchFamily="34" charset="0"/>
          </a:endParaRPr>
        </a:p>
      </dgm:t>
    </dgm:pt>
    <dgm:pt modelId="{28287DD4-0C88-49E3-A58E-C790FB733C2D}" type="pres">
      <dgm:prSet presAssocID="{1C4101C1-E2CE-473F-A29C-0E96585AEDE3}" presName="linearFlow" presStyleCnt="0">
        <dgm:presLayoutVars>
          <dgm:dir/>
          <dgm:animLvl val="lvl"/>
          <dgm:resizeHandles val="exact"/>
        </dgm:presLayoutVars>
      </dgm:prSet>
      <dgm:spPr/>
      <dgm:t>
        <a:bodyPr/>
        <a:lstStyle/>
        <a:p>
          <a:endParaRPr lang="en-AU"/>
        </a:p>
      </dgm:t>
    </dgm:pt>
    <dgm:pt modelId="{13FD98B7-A1D4-4ED1-8B98-BF794C4F7A23}" type="pres">
      <dgm:prSet presAssocID="{3CA9DCEE-BD8A-4229-A54D-3FC558299C84}" presName="composite" presStyleCnt="0"/>
      <dgm:spPr/>
    </dgm:pt>
    <dgm:pt modelId="{F2697E70-B845-41B8-AF37-D021F7E04F89}" type="pres">
      <dgm:prSet presAssocID="{3CA9DCEE-BD8A-4229-A54D-3FC558299C84}" presName="parentText" presStyleLbl="alignNode1" presStyleIdx="0" presStyleCnt="6">
        <dgm:presLayoutVars>
          <dgm:chMax val="1"/>
          <dgm:bulletEnabled val="1"/>
        </dgm:presLayoutVars>
      </dgm:prSet>
      <dgm:spPr/>
      <dgm:t>
        <a:bodyPr/>
        <a:lstStyle/>
        <a:p>
          <a:endParaRPr lang="en-AU"/>
        </a:p>
      </dgm:t>
    </dgm:pt>
    <dgm:pt modelId="{192CAF06-1849-428E-8D86-5BC031693FA9}" type="pres">
      <dgm:prSet presAssocID="{3CA9DCEE-BD8A-4229-A54D-3FC558299C84}" presName="descendantText" presStyleLbl="alignAcc1" presStyleIdx="0" presStyleCnt="6">
        <dgm:presLayoutVars>
          <dgm:bulletEnabled val="1"/>
        </dgm:presLayoutVars>
      </dgm:prSet>
      <dgm:spPr/>
      <dgm:t>
        <a:bodyPr/>
        <a:lstStyle/>
        <a:p>
          <a:endParaRPr lang="en-AU"/>
        </a:p>
      </dgm:t>
    </dgm:pt>
    <dgm:pt modelId="{DB1DE15D-96B2-4FA9-9E0D-729185A98A34}" type="pres">
      <dgm:prSet presAssocID="{330272D2-FFC8-467B-BA51-C347BB8A441A}" presName="sp" presStyleCnt="0"/>
      <dgm:spPr/>
    </dgm:pt>
    <dgm:pt modelId="{08E1F412-B1B1-4042-B27E-AD2C77B1A030}" type="pres">
      <dgm:prSet presAssocID="{11C7ACFE-8FA8-42B6-A570-CE17E92C6F89}" presName="composite" presStyleCnt="0"/>
      <dgm:spPr/>
    </dgm:pt>
    <dgm:pt modelId="{6705EAC3-3A80-410A-A925-CC5D44A0DD2B}" type="pres">
      <dgm:prSet presAssocID="{11C7ACFE-8FA8-42B6-A570-CE17E92C6F89}" presName="parentText" presStyleLbl="alignNode1" presStyleIdx="1" presStyleCnt="6">
        <dgm:presLayoutVars>
          <dgm:chMax val="1"/>
          <dgm:bulletEnabled val="1"/>
        </dgm:presLayoutVars>
      </dgm:prSet>
      <dgm:spPr/>
      <dgm:t>
        <a:bodyPr/>
        <a:lstStyle/>
        <a:p>
          <a:endParaRPr lang="en-AU"/>
        </a:p>
      </dgm:t>
    </dgm:pt>
    <dgm:pt modelId="{EA2258C2-C974-4867-997B-833B708B8A50}" type="pres">
      <dgm:prSet presAssocID="{11C7ACFE-8FA8-42B6-A570-CE17E92C6F89}" presName="descendantText" presStyleLbl="alignAcc1" presStyleIdx="1" presStyleCnt="6">
        <dgm:presLayoutVars>
          <dgm:bulletEnabled val="1"/>
        </dgm:presLayoutVars>
      </dgm:prSet>
      <dgm:spPr/>
      <dgm:t>
        <a:bodyPr/>
        <a:lstStyle/>
        <a:p>
          <a:endParaRPr lang="en-AU"/>
        </a:p>
      </dgm:t>
    </dgm:pt>
    <dgm:pt modelId="{3E881B6F-7947-4383-95CA-ECDD934C9B79}" type="pres">
      <dgm:prSet presAssocID="{9E492C42-4BC9-4997-B95B-FA81377EC874}" presName="sp" presStyleCnt="0"/>
      <dgm:spPr/>
    </dgm:pt>
    <dgm:pt modelId="{8F45FA6C-2321-4ADF-B657-3F7CA17E4760}" type="pres">
      <dgm:prSet presAssocID="{4426319F-B077-43FF-A820-A3E68DDF7E44}" presName="composite" presStyleCnt="0"/>
      <dgm:spPr/>
    </dgm:pt>
    <dgm:pt modelId="{F84A07EE-EF3B-4866-BC60-853C497B8642}" type="pres">
      <dgm:prSet presAssocID="{4426319F-B077-43FF-A820-A3E68DDF7E44}" presName="parentText" presStyleLbl="alignNode1" presStyleIdx="2" presStyleCnt="6">
        <dgm:presLayoutVars>
          <dgm:chMax val="1"/>
          <dgm:bulletEnabled val="1"/>
        </dgm:presLayoutVars>
      </dgm:prSet>
      <dgm:spPr/>
      <dgm:t>
        <a:bodyPr/>
        <a:lstStyle/>
        <a:p>
          <a:endParaRPr lang="en-AU"/>
        </a:p>
      </dgm:t>
    </dgm:pt>
    <dgm:pt modelId="{0A32297E-C34E-4F79-A44A-AF95200835D2}" type="pres">
      <dgm:prSet presAssocID="{4426319F-B077-43FF-A820-A3E68DDF7E44}" presName="descendantText" presStyleLbl="alignAcc1" presStyleIdx="2" presStyleCnt="6">
        <dgm:presLayoutVars>
          <dgm:bulletEnabled val="1"/>
        </dgm:presLayoutVars>
      </dgm:prSet>
      <dgm:spPr/>
      <dgm:t>
        <a:bodyPr/>
        <a:lstStyle/>
        <a:p>
          <a:endParaRPr lang="en-AU"/>
        </a:p>
      </dgm:t>
    </dgm:pt>
    <dgm:pt modelId="{B4407610-830D-478E-9C0C-EA43E4B5A005}" type="pres">
      <dgm:prSet presAssocID="{6A8AB65C-B52B-44DF-91CA-F833EA892A7E}" presName="sp" presStyleCnt="0"/>
      <dgm:spPr/>
    </dgm:pt>
    <dgm:pt modelId="{AD7DA843-0C81-4A04-B5F2-B1D1625F98ED}" type="pres">
      <dgm:prSet presAssocID="{E3D1628F-40F2-40A6-A46F-B8AD51EC8177}" presName="composite" presStyleCnt="0"/>
      <dgm:spPr/>
    </dgm:pt>
    <dgm:pt modelId="{B5BFBAF4-69C4-487C-A5B4-26C30924C291}" type="pres">
      <dgm:prSet presAssocID="{E3D1628F-40F2-40A6-A46F-B8AD51EC8177}" presName="parentText" presStyleLbl="alignNode1" presStyleIdx="3" presStyleCnt="6">
        <dgm:presLayoutVars>
          <dgm:chMax val="1"/>
          <dgm:bulletEnabled val="1"/>
        </dgm:presLayoutVars>
      </dgm:prSet>
      <dgm:spPr/>
      <dgm:t>
        <a:bodyPr/>
        <a:lstStyle/>
        <a:p>
          <a:endParaRPr lang="en-AU"/>
        </a:p>
      </dgm:t>
    </dgm:pt>
    <dgm:pt modelId="{EDA1C3BF-995E-4EFE-9914-DD1C163332E8}" type="pres">
      <dgm:prSet presAssocID="{E3D1628F-40F2-40A6-A46F-B8AD51EC8177}" presName="descendantText" presStyleLbl="alignAcc1" presStyleIdx="3" presStyleCnt="6">
        <dgm:presLayoutVars>
          <dgm:bulletEnabled val="1"/>
        </dgm:presLayoutVars>
      </dgm:prSet>
      <dgm:spPr/>
      <dgm:t>
        <a:bodyPr/>
        <a:lstStyle/>
        <a:p>
          <a:endParaRPr lang="en-AU"/>
        </a:p>
      </dgm:t>
    </dgm:pt>
    <dgm:pt modelId="{6E1C199F-6F2B-47A2-BDA0-3ADEA4F6076B}" type="pres">
      <dgm:prSet presAssocID="{5D716A14-95B8-4A38-A23A-9A869C45F764}" presName="sp" presStyleCnt="0"/>
      <dgm:spPr/>
    </dgm:pt>
    <dgm:pt modelId="{B586B326-640C-4320-B021-32A2A0D342B0}" type="pres">
      <dgm:prSet presAssocID="{740FB836-0EAA-437B-ADCA-8B6D901D59C0}" presName="composite" presStyleCnt="0"/>
      <dgm:spPr/>
    </dgm:pt>
    <dgm:pt modelId="{6082C7F8-B966-4C4A-97EA-2BF9F502DF91}" type="pres">
      <dgm:prSet presAssocID="{740FB836-0EAA-437B-ADCA-8B6D901D59C0}" presName="parentText" presStyleLbl="alignNode1" presStyleIdx="4" presStyleCnt="6">
        <dgm:presLayoutVars>
          <dgm:chMax val="1"/>
          <dgm:bulletEnabled val="1"/>
        </dgm:presLayoutVars>
      </dgm:prSet>
      <dgm:spPr/>
      <dgm:t>
        <a:bodyPr/>
        <a:lstStyle/>
        <a:p>
          <a:endParaRPr lang="en-AU"/>
        </a:p>
      </dgm:t>
    </dgm:pt>
    <dgm:pt modelId="{BC181C88-BC07-481B-B541-B627A3DD37BD}" type="pres">
      <dgm:prSet presAssocID="{740FB836-0EAA-437B-ADCA-8B6D901D59C0}" presName="descendantText" presStyleLbl="alignAcc1" presStyleIdx="4" presStyleCnt="6">
        <dgm:presLayoutVars>
          <dgm:bulletEnabled val="1"/>
        </dgm:presLayoutVars>
      </dgm:prSet>
      <dgm:spPr/>
      <dgm:t>
        <a:bodyPr/>
        <a:lstStyle/>
        <a:p>
          <a:endParaRPr lang="en-AU"/>
        </a:p>
      </dgm:t>
    </dgm:pt>
    <dgm:pt modelId="{D04A4E63-6A44-446E-9EA7-A0FEB99F4C13}" type="pres">
      <dgm:prSet presAssocID="{9A65A639-EA31-4FCE-B5ED-F9EEA7B44DFD}" presName="sp" presStyleCnt="0"/>
      <dgm:spPr/>
    </dgm:pt>
    <dgm:pt modelId="{DB0652C0-E06F-4AD6-9DC7-F0374D539DC1}" type="pres">
      <dgm:prSet presAssocID="{919FE342-0884-46AE-8A99-F1E409437B4F}" presName="composite" presStyleCnt="0"/>
      <dgm:spPr/>
    </dgm:pt>
    <dgm:pt modelId="{2242E4FF-CAAE-4A50-8FBA-AD3FB4BC2399}" type="pres">
      <dgm:prSet presAssocID="{919FE342-0884-46AE-8A99-F1E409437B4F}" presName="parentText" presStyleLbl="alignNode1" presStyleIdx="5" presStyleCnt="6">
        <dgm:presLayoutVars>
          <dgm:chMax val="1"/>
          <dgm:bulletEnabled val="1"/>
        </dgm:presLayoutVars>
      </dgm:prSet>
      <dgm:spPr/>
      <dgm:t>
        <a:bodyPr/>
        <a:lstStyle/>
        <a:p>
          <a:endParaRPr lang="en-AU"/>
        </a:p>
      </dgm:t>
    </dgm:pt>
    <dgm:pt modelId="{861E3399-6D5E-4F25-ABD6-7B45AFE46BCC}" type="pres">
      <dgm:prSet presAssocID="{919FE342-0884-46AE-8A99-F1E409437B4F}" presName="descendantText" presStyleLbl="alignAcc1" presStyleIdx="5" presStyleCnt="6">
        <dgm:presLayoutVars>
          <dgm:bulletEnabled val="1"/>
        </dgm:presLayoutVars>
      </dgm:prSet>
      <dgm:spPr/>
      <dgm:t>
        <a:bodyPr/>
        <a:lstStyle/>
        <a:p>
          <a:endParaRPr lang="en-AU"/>
        </a:p>
      </dgm:t>
    </dgm:pt>
  </dgm:ptLst>
  <dgm:cxnLst>
    <dgm:cxn modelId="{5650208E-DAB5-4F3F-BCD2-096845632580}" type="presOf" srcId="{740FB836-0EAA-437B-ADCA-8B6D901D59C0}" destId="{6082C7F8-B966-4C4A-97EA-2BF9F502DF91}" srcOrd="0" destOrd="0" presId="urn:microsoft.com/office/officeart/2005/8/layout/chevron2"/>
    <dgm:cxn modelId="{3E1D3E71-CAA2-4DDB-B6A2-ECF451C8CA2C}" type="presOf" srcId="{1C4101C1-E2CE-473F-A29C-0E96585AEDE3}" destId="{28287DD4-0C88-49E3-A58E-C790FB733C2D}" srcOrd="0" destOrd="0" presId="urn:microsoft.com/office/officeart/2005/8/layout/chevron2"/>
    <dgm:cxn modelId="{076FAF74-2DE4-400F-9639-48E6234F69BC}" srcId="{1C4101C1-E2CE-473F-A29C-0E96585AEDE3}" destId="{11C7ACFE-8FA8-42B6-A570-CE17E92C6F89}" srcOrd="1" destOrd="0" parTransId="{D06AE473-6DF5-43DC-A5C0-D7A9C6B1E70A}" sibTransId="{9E492C42-4BC9-4997-B95B-FA81377EC874}"/>
    <dgm:cxn modelId="{D3676D5C-BF5D-4A8F-B813-B4CD17722942}" type="presOf" srcId="{4426319F-B077-43FF-A820-A3E68DDF7E44}" destId="{F84A07EE-EF3B-4866-BC60-853C497B8642}" srcOrd="0" destOrd="0" presId="urn:microsoft.com/office/officeart/2005/8/layout/chevron2"/>
    <dgm:cxn modelId="{254A4923-D771-4E7C-A83C-71EC3219534F}" srcId="{1C4101C1-E2CE-473F-A29C-0E96585AEDE3}" destId="{919FE342-0884-46AE-8A99-F1E409437B4F}" srcOrd="5" destOrd="0" parTransId="{5FF27CE3-9A5D-480C-8AEE-BD21D820F6D4}" sibTransId="{0AA306AD-8686-4826-9BC2-9F85870FA2B6}"/>
    <dgm:cxn modelId="{9CC96E6E-4FAF-4F2E-81E4-B112F3D69AA4}" srcId="{1C4101C1-E2CE-473F-A29C-0E96585AEDE3}" destId="{4426319F-B077-43FF-A820-A3E68DDF7E44}" srcOrd="2" destOrd="0" parTransId="{854166E4-58E4-4E56-9E5E-4971B08C9C15}" sibTransId="{6A8AB65C-B52B-44DF-91CA-F833EA892A7E}"/>
    <dgm:cxn modelId="{A587F866-43DE-42C4-BE03-CEE657137674}" srcId="{3CA9DCEE-BD8A-4229-A54D-3FC558299C84}" destId="{3D82DC89-1606-4558-AFAA-C13152EEA4A3}" srcOrd="0" destOrd="0" parTransId="{1BB0CAE7-08DE-40BE-B91F-8F90CF7B798A}" sibTransId="{68E1263E-2F47-4D1A-8418-2FAEAB92CAE8}"/>
    <dgm:cxn modelId="{28D21DE3-91DE-4C62-88DB-B46CD0113915}" srcId="{1C4101C1-E2CE-473F-A29C-0E96585AEDE3}" destId="{740FB836-0EAA-437B-ADCA-8B6D901D59C0}" srcOrd="4" destOrd="0" parTransId="{827FA8A5-EF97-4351-97BB-E6B3BFE693A9}" sibTransId="{9A65A639-EA31-4FCE-B5ED-F9EEA7B44DFD}"/>
    <dgm:cxn modelId="{9ED9615F-D781-419C-82EB-6F8F7C6B0ECF}" srcId="{1C4101C1-E2CE-473F-A29C-0E96585AEDE3}" destId="{3CA9DCEE-BD8A-4229-A54D-3FC558299C84}" srcOrd="0" destOrd="0" parTransId="{67EF6761-2BF9-4610-A45E-5314CB6B7801}" sibTransId="{330272D2-FFC8-467B-BA51-C347BB8A441A}"/>
    <dgm:cxn modelId="{BE88A069-6E4B-4222-AF08-686421E2912D}" type="presOf" srcId="{1087D52F-1DCF-45FA-948D-D887224079A5}" destId="{861E3399-6D5E-4F25-ABD6-7B45AFE46BCC}" srcOrd="0" destOrd="0" presId="urn:microsoft.com/office/officeart/2005/8/layout/chevron2"/>
    <dgm:cxn modelId="{D524019E-81DA-4032-B114-9F478F0085C6}" type="presOf" srcId="{79A530E3-18AF-4D74-9EA0-D72BF760144F}" destId="{EDA1C3BF-995E-4EFE-9914-DD1C163332E8}" srcOrd="0" destOrd="0" presId="urn:microsoft.com/office/officeart/2005/8/layout/chevron2"/>
    <dgm:cxn modelId="{55A90B51-7FF5-4763-8AA5-CDE807417352}" type="presOf" srcId="{11C7ACFE-8FA8-42B6-A570-CE17E92C6F89}" destId="{6705EAC3-3A80-410A-A925-CC5D44A0DD2B}" srcOrd="0" destOrd="0" presId="urn:microsoft.com/office/officeart/2005/8/layout/chevron2"/>
    <dgm:cxn modelId="{12CC8A24-FF85-412F-810D-020173555D6A}" type="presOf" srcId="{D559E06B-9067-4A18-96C7-9E800843194B}" destId="{BC181C88-BC07-481B-B541-B627A3DD37BD}" srcOrd="0" destOrd="0" presId="urn:microsoft.com/office/officeart/2005/8/layout/chevron2"/>
    <dgm:cxn modelId="{7D18024C-C671-47D3-A505-161CD1858862}" type="presOf" srcId="{3CA9DCEE-BD8A-4229-A54D-3FC558299C84}" destId="{F2697E70-B845-41B8-AF37-D021F7E04F89}" srcOrd="0" destOrd="0" presId="urn:microsoft.com/office/officeart/2005/8/layout/chevron2"/>
    <dgm:cxn modelId="{9BA9835F-08F1-4A4B-A05C-137588F657EC}" srcId="{740FB836-0EAA-437B-ADCA-8B6D901D59C0}" destId="{D559E06B-9067-4A18-96C7-9E800843194B}" srcOrd="0" destOrd="0" parTransId="{B82EA3E6-EE37-4DE3-86CC-5065A4605F71}" sibTransId="{4FEE735E-F686-45B9-B381-3349D3517B01}"/>
    <dgm:cxn modelId="{E61AB776-CE63-453C-93E2-C59DE721A4B6}" srcId="{919FE342-0884-46AE-8A99-F1E409437B4F}" destId="{1087D52F-1DCF-45FA-948D-D887224079A5}" srcOrd="0" destOrd="0" parTransId="{DF24CFBD-E51D-4823-8675-F27B26E088A4}" sibTransId="{DA0627A8-E644-4C1D-A972-F920A294F9A4}"/>
    <dgm:cxn modelId="{142397E8-234E-4D9A-A9C0-EF9109C5F15F}" srcId="{11C7ACFE-8FA8-42B6-A570-CE17E92C6F89}" destId="{67F73E7F-701D-4598-883F-18446C481297}" srcOrd="0" destOrd="0" parTransId="{F23CCBF1-CFF6-4846-9F27-FE87159102AB}" sibTransId="{7B13BCB2-0CF1-43DF-8D7A-D9D6417B25E6}"/>
    <dgm:cxn modelId="{C4AF8218-52AB-4413-994B-813F5BE267A5}" srcId="{E3D1628F-40F2-40A6-A46F-B8AD51EC8177}" destId="{79A530E3-18AF-4D74-9EA0-D72BF760144F}" srcOrd="0" destOrd="0" parTransId="{FB489D64-A0E4-4960-B73A-F91ED69030EA}" sibTransId="{9225641F-3D40-4ECF-B6C0-80DCCA73DF8F}"/>
    <dgm:cxn modelId="{64C2D273-BB87-4ECC-A4F0-B72B5881C34F}" type="presOf" srcId="{3D82DC89-1606-4558-AFAA-C13152EEA4A3}" destId="{192CAF06-1849-428E-8D86-5BC031693FA9}" srcOrd="0" destOrd="0" presId="urn:microsoft.com/office/officeart/2005/8/layout/chevron2"/>
    <dgm:cxn modelId="{D37E3922-453C-41D0-A09B-A242299E4B64}" srcId="{4426319F-B077-43FF-A820-A3E68DDF7E44}" destId="{38346484-5781-4D85-81E3-8E6D1C0EC934}" srcOrd="0" destOrd="0" parTransId="{234B2561-8F41-4408-A1CB-D0C8939339A2}" sibTransId="{8BB2C454-B299-4D63-A981-D3FC08A567A7}"/>
    <dgm:cxn modelId="{B7CCB2C8-29AC-4816-BCD3-1E644F80A895}" type="presOf" srcId="{919FE342-0884-46AE-8A99-F1E409437B4F}" destId="{2242E4FF-CAAE-4A50-8FBA-AD3FB4BC2399}" srcOrd="0" destOrd="0" presId="urn:microsoft.com/office/officeart/2005/8/layout/chevron2"/>
    <dgm:cxn modelId="{1EEDC6EB-EC4B-439B-81F8-08414612B3E7}" type="presOf" srcId="{E3D1628F-40F2-40A6-A46F-B8AD51EC8177}" destId="{B5BFBAF4-69C4-487C-A5B4-26C30924C291}" srcOrd="0" destOrd="0" presId="urn:microsoft.com/office/officeart/2005/8/layout/chevron2"/>
    <dgm:cxn modelId="{EA7E22BF-A9C8-45D3-BCFC-C5B6C61FDEC8}" type="presOf" srcId="{67F73E7F-701D-4598-883F-18446C481297}" destId="{EA2258C2-C974-4867-997B-833B708B8A50}" srcOrd="0" destOrd="0" presId="urn:microsoft.com/office/officeart/2005/8/layout/chevron2"/>
    <dgm:cxn modelId="{A5EDA284-2DC4-4F24-9FCD-F36004AB27AD}" srcId="{1C4101C1-E2CE-473F-A29C-0E96585AEDE3}" destId="{E3D1628F-40F2-40A6-A46F-B8AD51EC8177}" srcOrd="3" destOrd="0" parTransId="{53461F7A-9F14-4D0B-816C-AAF901C7A9C3}" sibTransId="{5D716A14-95B8-4A38-A23A-9A869C45F764}"/>
    <dgm:cxn modelId="{F2A35BE4-DD50-421D-A281-6BCF23169919}" type="presOf" srcId="{38346484-5781-4D85-81E3-8E6D1C0EC934}" destId="{0A32297E-C34E-4F79-A44A-AF95200835D2}" srcOrd="0" destOrd="0" presId="urn:microsoft.com/office/officeart/2005/8/layout/chevron2"/>
    <dgm:cxn modelId="{55F8562D-AC5D-4378-BACA-EB82C72D0E6A}" type="presParOf" srcId="{28287DD4-0C88-49E3-A58E-C790FB733C2D}" destId="{13FD98B7-A1D4-4ED1-8B98-BF794C4F7A23}" srcOrd="0" destOrd="0" presId="urn:microsoft.com/office/officeart/2005/8/layout/chevron2"/>
    <dgm:cxn modelId="{8A609A98-4807-459B-9DCE-E8914BB0D6F2}" type="presParOf" srcId="{13FD98B7-A1D4-4ED1-8B98-BF794C4F7A23}" destId="{F2697E70-B845-41B8-AF37-D021F7E04F89}" srcOrd="0" destOrd="0" presId="urn:microsoft.com/office/officeart/2005/8/layout/chevron2"/>
    <dgm:cxn modelId="{E0417990-EC44-4085-9EBE-837252E28BD0}" type="presParOf" srcId="{13FD98B7-A1D4-4ED1-8B98-BF794C4F7A23}" destId="{192CAF06-1849-428E-8D86-5BC031693FA9}" srcOrd="1" destOrd="0" presId="urn:microsoft.com/office/officeart/2005/8/layout/chevron2"/>
    <dgm:cxn modelId="{5CA6575B-E773-4837-B4BB-EDB7115E353D}" type="presParOf" srcId="{28287DD4-0C88-49E3-A58E-C790FB733C2D}" destId="{DB1DE15D-96B2-4FA9-9E0D-729185A98A34}" srcOrd="1" destOrd="0" presId="urn:microsoft.com/office/officeart/2005/8/layout/chevron2"/>
    <dgm:cxn modelId="{5EBC5DF7-B3B2-4188-8DC4-390477C924D4}" type="presParOf" srcId="{28287DD4-0C88-49E3-A58E-C790FB733C2D}" destId="{08E1F412-B1B1-4042-B27E-AD2C77B1A030}" srcOrd="2" destOrd="0" presId="urn:microsoft.com/office/officeart/2005/8/layout/chevron2"/>
    <dgm:cxn modelId="{EEA3E8F9-1D5B-47B1-8BBB-9A59316BFBDC}" type="presParOf" srcId="{08E1F412-B1B1-4042-B27E-AD2C77B1A030}" destId="{6705EAC3-3A80-410A-A925-CC5D44A0DD2B}" srcOrd="0" destOrd="0" presId="urn:microsoft.com/office/officeart/2005/8/layout/chevron2"/>
    <dgm:cxn modelId="{F84EC540-5EDB-4403-8A98-3C54B095D064}" type="presParOf" srcId="{08E1F412-B1B1-4042-B27E-AD2C77B1A030}" destId="{EA2258C2-C974-4867-997B-833B708B8A50}" srcOrd="1" destOrd="0" presId="urn:microsoft.com/office/officeart/2005/8/layout/chevron2"/>
    <dgm:cxn modelId="{F881A384-CF5E-4F15-AFE5-3BF37B4625CE}" type="presParOf" srcId="{28287DD4-0C88-49E3-A58E-C790FB733C2D}" destId="{3E881B6F-7947-4383-95CA-ECDD934C9B79}" srcOrd="3" destOrd="0" presId="urn:microsoft.com/office/officeart/2005/8/layout/chevron2"/>
    <dgm:cxn modelId="{CB394338-EBA1-4B29-BDA9-7A57FD939965}" type="presParOf" srcId="{28287DD4-0C88-49E3-A58E-C790FB733C2D}" destId="{8F45FA6C-2321-4ADF-B657-3F7CA17E4760}" srcOrd="4" destOrd="0" presId="urn:microsoft.com/office/officeart/2005/8/layout/chevron2"/>
    <dgm:cxn modelId="{E7C6FBDF-9135-4D7F-B394-DB26904E93A4}" type="presParOf" srcId="{8F45FA6C-2321-4ADF-B657-3F7CA17E4760}" destId="{F84A07EE-EF3B-4866-BC60-853C497B8642}" srcOrd="0" destOrd="0" presId="urn:microsoft.com/office/officeart/2005/8/layout/chevron2"/>
    <dgm:cxn modelId="{B4EA0004-E7E3-475E-AE95-22E9BA94E7CF}" type="presParOf" srcId="{8F45FA6C-2321-4ADF-B657-3F7CA17E4760}" destId="{0A32297E-C34E-4F79-A44A-AF95200835D2}" srcOrd="1" destOrd="0" presId="urn:microsoft.com/office/officeart/2005/8/layout/chevron2"/>
    <dgm:cxn modelId="{8BDFA7E0-667E-4599-993E-AE334197135C}" type="presParOf" srcId="{28287DD4-0C88-49E3-A58E-C790FB733C2D}" destId="{B4407610-830D-478E-9C0C-EA43E4B5A005}" srcOrd="5" destOrd="0" presId="urn:microsoft.com/office/officeart/2005/8/layout/chevron2"/>
    <dgm:cxn modelId="{EB418C7F-05E4-4A8D-9090-F2964EEDD6E9}" type="presParOf" srcId="{28287DD4-0C88-49E3-A58E-C790FB733C2D}" destId="{AD7DA843-0C81-4A04-B5F2-B1D1625F98ED}" srcOrd="6" destOrd="0" presId="urn:microsoft.com/office/officeart/2005/8/layout/chevron2"/>
    <dgm:cxn modelId="{92A7761A-B290-4C23-9D0D-9F7F668DF1DF}" type="presParOf" srcId="{AD7DA843-0C81-4A04-B5F2-B1D1625F98ED}" destId="{B5BFBAF4-69C4-487C-A5B4-26C30924C291}" srcOrd="0" destOrd="0" presId="urn:microsoft.com/office/officeart/2005/8/layout/chevron2"/>
    <dgm:cxn modelId="{6774B98A-6E9E-4CC8-8121-F9BAE2F51C1D}" type="presParOf" srcId="{AD7DA843-0C81-4A04-B5F2-B1D1625F98ED}" destId="{EDA1C3BF-995E-4EFE-9914-DD1C163332E8}" srcOrd="1" destOrd="0" presId="urn:microsoft.com/office/officeart/2005/8/layout/chevron2"/>
    <dgm:cxn modelId="{148F19AB-920C-44D7-9F23-7330361B60E9}" type="presParOf" srcId="{28287DD4-0C88-49E3-A58E-C790FB733C2D}" destId="{6E1C199F-6F2B-47A2-BDA0-3ADEA4F6076B}" srcOrd="7" destOrd="0" presId="urn:microsoft.com/office/officeart/2005/8/layout/chevron2"/>
    <dgm:cxn modelId="{B16A5CB4-45BF-4739-A779-AD831BC530A9}" type="presParOf" srcId="{28287DD4-0C88-49E3-A58E-C790FB733C2D}" destId="{B586B326-640C-4320-B021-32A2A0D342B0}" srcOrd="8" destOrd="0" presId="urn:microsoft.com/office/officeart/2005/8/layout/chevron2"/>
    <dgm:cxn modelId="{BAD099A9-68DA-42AF-85ED-58E613A7289E}" type="presParOf" srcId="{B586B326-640C-4320-B021-32A2A0D342B0}" destId="{6082C7F8-B966-4C4A-97EA-2BF9F502DF91}" srcOrd="0" destOrd="0" presId="urn:microsoft.com/office/officeart/2005/8/layout/chevron2"/>
    <dgm:cxn modelId="{2AE2377D-1BF8-4915-A6AD-60F5BF1D09D5}" type="presParOf" srcId="{B586B326-640C-4320-B021-32A2A0D342B0}" destId="{BC181C88-BC07-481B-B541-B627A3DD37BD}" srcOrd="1" destOrd="0" presId="urn:microsoft.com/office/officeart/2005/8/layout/chevron2"/>
    <dgm:cxn modelId="{D116F88A-05CF-4208-95C0-B9E1D90CF91F}" type="presParOf" srcId="{28287DD4-0C88-49E3-A58E-C790FB733C2D}" destId="{D04A4E63-6A44-446E-9EA7-A0FEB99F4C13}" srcOrd="9" destOrd="0" presId="urn:microsoft.com/office/officeart/2005/8/layout/chevron2"/>
    <dgm:cxn modelId="{5CA8DA22-D59A-4AFB-A053-BF4CEE92DF1A}" type="presParOf" srcId="{28287DD4-0C88-49E3-A58E-C790FB733C2D}" destId="{DB0652C0-E06F-4AD6-9DC7-F0374D539DC1}" srcOrd="10" destOrd="0" presId="urn:microsoft.com/office/officeart/2005/8/layout/chevron2"/>
    <dgm:cxn modelId="{74C88AAA-237D-4622-B941-C2DE1CB8AF50}" type="presParOf" srcId="{DB0652C0-E06F-4AD6-9DC7-F0374D539DC1}" destId="{2242E4FF-CAAE-4A50-8FBA-AD3FB4BC2399}" srcOrd="0" destOrd="0" presId="urn:microsoft.com/office/officeart/2005/8/layout/chevron2"/>
    <dgm:cxn modelId="{DE8B685E-4203-49BD-B201-D531125E01D7}" type="presParOf" srcId="{DB0652C0-E06F-4AD6-9DC7-F0374D539DC1}" destId="{861E3399-6D5E-4F25-ABD6-7B45AFE46BCC}"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3/31/2015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0269778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3/31/2015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93942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to introduce purpose and content of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1623083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85725" indent="0">
              <a:buNone/>
            </a:pPr>
            <a:r>
              <a:rPr lang="en-AU" sz="1200" dirty="0" smtClean="0"/>
              <a:t>Class</a:t>
            </a:r>
            <a:r>
              <a:rPr lang="en-AU" sz="1200" baseline="0" dirty="0" smtClean="0"/>
              <a:t> room requirements: t</a:t>
            </a:r>
            <a:r>
              <a:rPr lang="en-AU" sz="1200" dirty="0" smtClean="0"/>
              <a:t>his unit can be only be delivered in </a:t>
            </a:r>
          </a:p>
          <a:p>
            <a:pPr marL="85725" indent="0">
              <a:buFont typeface="Arial" charset="0"/>
              <a:buChar char="•"/>
            </a:pPr>
            <a:r>
              <a:rPr lang="en-AU" sz="1200" dirty="0" smtClean="0"/>
              <a:t> a computer room </a:t>
            </a:r>
          </a:p>
          <a:p>
            <a:pPr marL="85725" indent="0">
              <a:buFont typeface="Arial" charset="0"/>
              <a:buChar char="•"/>
            </a:pPr>
            <a:r>
              <a:rPr lang="en-AU" sz="1200" dirty="0" smtClean="0"/>
              <a:t> with an interactive whiteboard or data projector.</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64835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Explain</a:t>
            </a:r>
            <a:r>
              <a:rPr lang="en-US" baseline="0" dirty="0" smtClean="0"/>
              <a:t> to trainees the 5 work projects are due by a date agreed to by you, the trainer, and graded.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4002961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hand out TM</a:t>
            </a:r>
          </a:p>
          <a:p>
            <a:pPr>
              <a:buFont typeface="Arial" pitchFamily="34" charset="0"/>
              <a:buChar char="•"/>
            </a:pPr>
            <a:r>
              <a:rPr lang="en-US" dirty="0" smtClean="0"/>
              <a:t>Trainer to show</a:t>
            </a:r>
            <a:r>
              <a:rPr lang="en-US" baseline="0" dirty="0" smtClean="0"/>
              <a:t> glossary and background notes in Trainee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314470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Ask trainees: </a:t>
            </a:r>
            <a:r>
              <a:rPr lang="en-US" sz="1200" dirty="0" smtClean="0">
                <a:latin typeface="Helvetica" pitchFamily="34" charset="0"/>
              </a:rPr>
              <a:t>Who has relevant work experience in terms of use of use of office equipment, writing correspondence, filing, etc.?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42209153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Discuss office duties.  Can you think of</a:t>
            </a:r>
            <a:r>
              <a:rPr lang="en-AU" baseline="0" dirty="0" smtClean="0"/>
              <a:t> any more not listed here?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1588065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Ask trainees for their experience in industry guidelines</a:t>
            </a:r>
            <a:r>
              <a:rPr lang="en-US" baseline="0" dirty="0" smtClean="0"/>
              <a:t> in their workplace.</a:t>
            </a:r>
          </a:p>
          <a:p>
            <a:pPr>
              <a:buFont typeface="Arial" pitchFamily="34" charset="0"/>
              <a:buChar char="•"/>
            </a:pPr>
            <a:r>
              <a:rPr lang="en-US" baseline="0" dirty="0" smtClean="0"/>
              <a:t>Link it to your own</a:t>
            </a:r>
          </a:p>
          <a:p>
            <a:pPr>
              <a:buFont typeface="Arial" pitchFamily="34" charset="0"/>
              <a:buChar char="•"/>
            </a:pPr>
            <a:r>
              <a:rPr lang="en-US" baseline="0" dirty="0" smtClean="0"/>
              <a:t>Bring in some samples.</a:t>
            </a:r>
          </a:p>
          <a:p>
            <a:pPr>
              <a:buFont typeface="Arial" pitchFamily="34" charset="0"/>
              <a:buChar char="•"/>
            </a:pPr>
            <a:r>
              <a:rPr lang="en-US" baseline="0" dirty="0" smtClean="0"/>
              <a:t> Ask students to bring in non-sensitive correspondence or office documentation to show consistency across the board.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3295547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Trainer to explain types of computers</a:t>
            </a:r>
            <a:r>
              <a:rPr lang="en-US" sz="1200" baseline="0" dirty="0" smtClean="0">
                <a:latin typeface="Helvetica" pitchFamily="34" charset="0"/>
              </a:rPr>
              <a:t> and his/her own experience.</a:t>
            </a:r>
            <a:endParaRPr lang="en-US" sz="1200" dirty="0" smtClean="0">
              <a:latin typeface="Helvetica" pitchFamily="34" charset="0"/>
            </a:endParaRPr>
          </a:p>
          <a:p>
            <a:pPr>
              <a:buNone/>
            </a:pPr>
            <a:r>
              <a:rPr lang="en-AU" sz="1200" b="1" dirty="0" smtClean="0"/>
              <a:t>Notebook or Laptop </a:t>
            </a:r>
          </a:p>
          <a:p>
            <a:pPr>
              <a:buNone/>
            </a:pPr>
            <a:r>
              <a:rPr lang="en-AU" sz="1200" dirty="0" smtClean="0"/>
              <a:t>These are portable computers which are used by people “on the go”. A notebook is similar in size to a standard book. A laptop is larger than a notebook. They are both lightweight, very convenient but are not as fast as a fixed PC, have a shorter battery life and can easily be damaged if not taken care of. </a:t>
            </a:r>
          </a:p>
          <a:p>
            <a:pPr>
              <a:buNone/>
            </a:pPr>
            <a:r>
              <a:rPr lang="en-AU" sz="1200" b="1" dirty="0" smtClean="0"/>
              <a:t>Touch Screen PC </a:t>
            </a:r>
          </a:p>
          <a:p>
            <a:pPr>
              <a:buNone/>
            </a:pPr>
            <a:r>
              <a:rPr lang="en-AU" sz="1200" dirty="0" smtClean="0"/>
              <a:t>This is a PC that can be held in the hand. A touch screen looks similar to a notebook/laptop monitor, though they can vary in style. A special pen is used to access different menu options on the touch screen. There is no keyboard or mouse.</a:t>
            </a:r>
          </a:p>
          <a:p>
            <a:pPr>
              <a:buNone/>
            </a:pPr>
            <a:r>
              <a:rPr lang="en-AU" sz="1200" b="1" dirty="0" smtClean="0"/>
              <a:t>Palmtops</a:t>
            </a:r>
          </a:p>
          <a:p>
            <a:pPr>
              <a:buNone/>
            </a:pPr>
            <a:r>
              <a:rPr lang="en-AU" sz="1200" dirty="0" smtClean="0"/>
              <a:t>Mini computers are designed to perform basic computer functions and fit in the palm of the hand. Many are used in conjunction with a normal PC. There are different styles available. Two common types are shown. You can transfer data from your PC to the Palmtop as reference or to edit on the go. The palmtop is not as powerful as a PC. Palmtops can be connected to the internet, or to a PC and are useful when travelling to send and receive email.</a:t>
            </a:r>
          </a:p>
          <a:p>
            <a:pPr>
              <a:buNone/>
            </a:pPr>
            <a:r>
              <a:rPr lang="en-AU" sz="1200" dirty="0" smtClean="0"/>
              <a:t>                                                                                                         </a:t>
            </a:r>
          </a:p>
          <a:p>
            <a:pPr>
              <a:buNone/>
            </a:pPr>
            <a:r>
              <a:rPr lang="en-AU" sz="1200" b="1" dirty="0" smtClean="0"/>
              <a:t>Tablets/I pads and I phones</a:t>
            </a:r>
          </a:p>
          <a:p>
            <a:pPr>
              <a:buNone/>
            </a:pPr>
            <a:r>
              <a:rPr lang="en-AU" sz="1200" dirty="0" smtClean="0"/>
              <a:t>IPads and android tablets are a combination of a modern smart phone and a laptop computer. Business owners often use tablets to get tasks done on the run, create presentations for meetings and update websites and blogs. They are lightweight, compact and affordable.  They can easily be synchronised with your computer when returning to the office.</a:t>
            </a:r>
            <a:endParaRPr lang="en-AU" sz="1200" b="1"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365854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latin typeface="Helvetica" pitchFamily="34" charset="0"/>
              </a:rPr>
              <a:t>Trainer to explain </a:t>
            </a:r>
          </a:p>
          <a:p>
            <a:r>
              <a:rPr lang="en-AU" sz="1200" b="1" kern="1200" dirty="0" smtClean="0">
                <a:solidFill>
                  <a:schemeClr val="tx1"/>
                </a:solidFill>
                <a:latin typeface="+mn-lt"/>
                <a:ea typeface="+mn-ea"/>
                <a:cs typeface="+mn-cs"/>
              </a:rPr>
              <a:t>Hardware 	</a:t>
            </a:r>
          </a:p>
          <a:p>
            <a:r>
              <a:rPr lang="en-AU" sz="1200" kern="1200" dirty="0" smtClean="0">
                <a:solidFill>
                  <a:schemeClr val="tx1"/>
                </a:solidFill>
                <a:latin typeface="+mn-lt"/>
                <a:ea typeface="+mn-ea"/>
                <a:cs typeface="+mn-cs"/>
              </a:rPr>
              <a:t>The physical components of a computer system - everything that you can touch - are called hardware.</a:t>
            </a:r>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Software 	</a:t>
            </a:r>
          </a:p>
          <a:p>
            <a:r>
              <a:rPr lang="en-AU" sz="1200" kern="1200" dirty="0" smtClean="0">
                <a:solidFill>
                  <a:schemeClr val="tx1"/>
                </a:solidFill>
                <a:latin typeface="+mn-lt"/>
                <a:ea typeface="+mn-ea"/>
                <a:cs typeface="+mn-cs"/>
              </a:rPr>
              <a:t>The programs used on a computer are called software. This includes system software (such as Windows, Mac OS etc.) and application software such as Microsoft Word, Microsoft Excel, etc. System software is necessary in order to run a computer and all applications within 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4221508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dirty="0" smtClean="0"/>
              <a:t>Discuss office hardware.  Can you think of</a:t>
            </a:r>
            <a:r>
              <a:rPr lang="en-AU" baseline="0" dirty="0" smtClean="0"/>
              <a:t> any more not listed here?</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957105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a:t>
            </a:r>
            <a:r>
              <a:rPr lang="en-US" baseline="0" dirty="0" smtClean="0"/>
              <a:t> to explain the internet browsers available in their country (e.g. Internet Explorer, Mozilla Firefox) and ask what trainees use at work and at home.</a:t>
            </a:r>
          </a:p>
          <a:p>
            <a:pPr>
              <a:buFont typeface="Arial" pitchFamily="34" charset="0"/>
              <a:buChar char="•"/>
            </a:pPr>
            <a:r>
              <a:rPr lang="en-US" baseline="0" dirty="0" smtClean="0"/>
              <a:t>Trainer to ask what software trainees use to do word processing: Word for Windows?  Or do they use Apple Mac and download Word onto it?  Trainer to explain there are different versions of Word e.g. 2003, 2007, 2010</a:t>
            </a:r>
          </a:p>
          <a:p>
            <a:pPr>
              <a:buFont typeface="Arial" pitchFamily="34" charset="0"/>
              <a:buChar char="•"/>
            </a:pPr>
            <a:r>
              <a:rPr lang="en-US" baseline="0" dirty="0" smtClean="0"/>
              <a:t>Trainer to ask what spreadsheets trainees use (eg Excel) and what they feel is good/not as good about it. Do they know how to sort it? Enter formulas?</a:t>
            </a:r>
          </a:p>
          <a:p>
            <a:pPr>
              <a:buFont typeface="Arial" pitchFamily="34" charset="0"/>
              <a:buChar char="•"/>
            </a:pPr>
            <a:r>
              <a:rPr lang="en-US" baseline="0" dirty="0" smtClean="0"/>
              <a:t>Trainer to explain that engineers, for example, use a project management tool called Microsoft Project which allows them to track projects </a:t>
            </a:r>
          </a:p>
          <a:p>
            <a:pPr>
              <a:buFont typeface="Arial" pitchFamily="34" charset="0"/>
              <a:buChar char="•"/>
            </a:pPr>
            <a:r>
              <a:rPr lang="en-US" baseline="0" dirty="0" smtClean="0"/>
              <a:t>Trainer to explain that there are various packages to do accounting/bookkeeping such as MYOB, Quicken</a:t>
            </a:r>
          </a:p>
          <a:p>
            <a:pPr>
              <a:buFont typeface="Arial" pitchFamily="34" charset="0"/>
              <a:buChar char="•"/>
            </a:pPr>
            <a:r>
              <a:rPr lang="en-US" baseline="0" dirty="0" smtClean="0"/>
              <a:t>Trainer to explain that he/she uses Power Point – trainer to explain its advantages for presentations.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675732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Explain</a:t>
            </a:r>
            <a:r>
              <a:rPr lang="en-US" baseline="0" dirty="0" smtClean="0"/>
              <a:t> how this works and link it to your own experience e.g. When I am at the workplace, the procedure for routine maintenance is….   Or, the procedure for ordering Consumables is…..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Demonstrate how to do it: </a:t>
            </a:r>
            <a:r>
              <a:rPr lang="en-AU" sz="1200" kern="1200" dirty="0" smtClean="0">
                <a:solidFill>
                  <a:schemeClr val="tx1"/>
                </a:solidFill>
                <a:latin typeface="+mn-lt"/>
                <a:ea typeface="+mn-ea"/>
                <a:cs typeface="+mn-cs"/>
              </a:rPr>
              <a:t>turn the keyboard upside down and gently tap the bottom of the keyboard. Show</a:t>
            </a:r>
            <a:r>
              <a:rPr lang="en-AU" sz="1200" kern="1200" baseline="0" dirty="0" smtClean="0">
                <a:solidFill>
                  <a:schemeClr val="tx1"/>
                </a:solidFill>
                <a:latin typeface="+mn-lt"/>
                <a:ea typeface="+mn-ea"/>
                <a:cs typeface="+mn-cs"/>
              </a:rPr>
              <a:t> trainees how to clean m</a:t>
            </a:r>
            <a:r>
              <a:rPr lang="en-AU" sz="1200" kern="1200" dirty="0" smtClean="0">
                <a:solidFill>
                  <a:schemeClr val="tx1"/>
                </a:solidFill>
                <a:latin typeface="+mn-lt"/>
                <a:ea typeface="+mn-ea"/>
                <a:cs typeface="+mn-cs"/>
              </a:rPr>
              <a:t>onitors with a damp cloth.  Demonstrate how you open the mouse, remove the panel, and clean the tracking ball and the rollers inside the mouse. </a:t>
            </a:r>
          </a:p>
          <a:p>
            <a:pPr>
              <a:buFont typeface="Arial" pitchFamily="34" charset="0"/>
              <a:buChar char="•"/>
            </a:pPr>
            <a:endParaRPr lang="en-US" baseline="0" dirty="0" smtClean="0"/>
          </a:p>
          <a:p>
            <a:pPr>
              <a:buFont typeface="Arial" pitchFamily="34" charset="0"/>
              <a:buChar char="•"/>
            </a:pPr>
            <a:r>
              <a:rPr lang="en-US" baseline="0" dirty="0" smtClean="0"/>
              <a:t>Ask trainees what their workplace experience is in relation to ordering new consumables and organising maintenance?   Do they have to use a log?  Did they get training on how to deal with this?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663090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a:t>
            </a:r>
            <a:r>
              <a:rPr lang="en-US" baseline="0" dirty="0" smtClean="0"/>
              <a:t> to bring in some consumables such as per picture.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181057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spcBef>
                <a:spcPts val="600"/>
              </a:spcBef>
              <a:spcAft>
                <a:spcPts val="1200"/>
              </a:spcAft>
              <a:buNone/>
            </a:pPr>
            <a:r>
              <a:rPr lang="en-US" sz="1200" dirty="0" smtClean="0">
                <a:latin typeface="Helvetica" pitchFamily="34" charset="0"/>
              </a:rPr>
              <a:t>Trainer is to read the work project to trainees. Explain there are two separate parts: one</a:t>
            </a:r>
            <a:r>
              <a:rPr lang="en-US" sz="1200" baseline="0" dirty="0" smtClean="0">
                <a:latin typeface="Helvetica" pitchFamily="34" charset="0"/>
              </a:rPr>
              <a:t> written, one oral presentation in pairs. S</a:t>
            </a:r>
            <a:r>
              <a:rPr lang="en-US" sz="1200" dirty="0" smtClean="0">
                <a:latin typeface="Helvetica" pitchFamily="34" charset="0"/>
              </a:rPr>
              <a:t>et a due date for this project to be handed in,</a:t>
            </a:r>
          </a:p>
          <a:p>
            <a:pPr marL="0" indent="0">
              <a:spcBef>
                <a:spcPts val="600"/>
              </a:spcBef>
              <a:spcAft>
                <a:spcPts val="1200"/>
              </a:spcAft>
            </a:pPr>
            <a:r>
              <a:rPr lang="en-US" sz="1200" dirty="0" smtClean="0">
                <a:latin typeface="Helvetica" pitchFamily="34" charset="0"/>
              </a:rPr>
              <a:t>mark and return the projects to trainees</a:t>
            </a:r>
          </a:p>
          <a:p>
            <a:pPr marL="0" indent="0">
              <a:spcBef>
                <a:spcPts val="600"/>
              </a:spcBef>
              <a:spcAft>
                <a:spcPts val="1200"/>
              </a:spcAft>
            </a:pPr>
            <a:endParaRPr lang="en-US" sz="1200" dirty="0" smtClean="0">
              <a:latin typeface="Helvetica" pitchFamily="34" charset="0"/>
            </a:endParaRPr>
          </a:p>
          <a:p>
            <a:pPr marL="0" indent="0">
              <a:spcBef>
                <a:spcPts val="600"/>
              </a:spcBef>
              <a:spcAft>
                <a:spcPts val="1200"/>
              </a:spcAft>
            </a:pPr>
            <a:r>
              <a:rPr lang="en-US" sz="1200" dirty="0" smtClean="0">
                <a:latin typeface="Helvetica" pitchFamily="34" charset="0"/>
              </a:rPr>
              <a:t>This is project 1 of 5.</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23536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a:t>
            </a:r>
            <a:r>
              <a:rPr lang="en-AU" baseline="0" dirty="0" smtClean="0"/>
              <a:t> to explain the report requirements to trainees and assist them to find resources to help them answer the questions.  Trainer may give the trainees the option of working individually, in pairs or in groups.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540931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Show trainees attached sample assessment: </a:t>
            </a:r>
          </a:p>
          <a:p>
            <a:r>
              <a:rPr lang="en-AU" sz="1200" kern="1200" dirty="0" smtClean="0">
                <a:solidFill>
                  <a:schemeClr val="tx1"/>
                </a:solidFill>
                <a:latin typeface="+mn-lt"/>
                <a:ea typeface="+mn-ea"/>
                <a:cs typeface="+mn-cs"/>
              </a:rPr>
              <a:t>Set standard of your expectations</a:t>
            </a:r>
          </a:p>
          <a:p>
            <a:r>
              <a:rPr lang="en-AU" sz="1200" kern="1200" dirty="0" smtClean="0">
                <a:solidFill>
                  <a:schemeClr val="tx1"/>
                </a:solidFill>
                <a:latin typeface="+mn-lt"/>
                <a:ea typeface="+mn-ea"/>
                <a:cs typeface="+mn-cs"/>
              </a:rPr>
              <a:t>Set due date for part A</a:t>
            </a:r>
          </a:p>
          <a:p>
            <a:r>
              <a:rPr lang="en-AU" sz="1200" kern="1200" dirty="0" smtClean="0">
                <a:solidFill>
                  <a:schemeClr val="tx1"/>
                </a:solidFill>
                <a:latin typeface="+mn-lt"/>
                <a:ea typeface="+mn-ea"/>
                <a:cs typeface="+mn-cs"/>
              </a:rPr>
              <a:t>Set due date for part B</a:t>
            </a:r>
          </a:p>
          <a:p>
            <a:r>
              <a:rPr lang="en-AU" sz="1200" kern="1200" dirty="0" smtClean="0">
                <a:solidFill>
                  <a:schemeClr val="tx1"/>
                </a:solidFill>
                <a:latin typeface="+mn-lt"/>
                <a:ea typeface="+mn-ea"/>
                <a:cs typeface="+mn-cs"/>
              </a:rPr>
              <a:t>Consider weight of this assessment.</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093692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Show</a:t>
            </a:r>
            <a:r>
              <a:rPr lang="en-AU" baseline="0" dirty="0" smtClean="0"/>
              <a:t> trainees attached sample assessment – set standard of your expectations. </a:t>
            </a:r>
          </a:p>
          <a:p>
            <a:r>
              <a:rPr lang="en-AU" baseline="0" dirty="0" smtClean="0"/>
              <a:t>Set due date for part A.</a:t>
            </a:r>
          </a:p>
          <a:p>
            <a:r>
              <a:rPr lang="en-AU" baseline="0" dirty="0" smtClean="0"/>
              <a:t>Set due date for part B.</a:t>
            </a:r>
          </a:p>
          <a:p>
            <a:r>
              <a:rPr lang="en-AU" baseline="0" dirty="0" smtClean="0"/>
              <a:t>Consider weight of this assessment.</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398268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Sample opening</a:t>
            </a:r>
            <a:r>
              <a:rPr lang="en-AU" baseline="0" dirty="0" smtClean="0"/>
              <a:t> page.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2631291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Resources</a:t>
            </a:r>
            <a:r>
              <a:rPr lang="en-AU" baseline="0" dirty="0" smtClean="0"/>
              <a:t> and ideas for project.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559189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Resources</a:t>
            </a:r>
            <a:r>
              <a:rPr lang="en-AU" baseline="0" dirty="0" smtClean="0"/>
              <a:t> and ideas for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1376776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Resources</a:t>
            </a:r>
            <a:r>
              <a:rPr lang="en-AU" baseline="0" dirty="0" smtClean="0"/>
              <a:t> and ideas for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4051379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Resources</a:t>
            </a:r>
            <a:r>
              <a:rPr lang="en-AU" baseline="0" dirty="0" smtClean="0"/>
              <a:t> and ideas for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670529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Resources</a:t>
            </a:r>
            <a:r>
              <a:rPr lang="en-AU" baseline="0" dirty="0" smtClean="0"/>
              <a:t> and ideas for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8155689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Resources</a:t>
            </a:r>
            <a:r>
              <a:rPr lang="en-AU" baseline="0" dirty="0" smtClean="0"/>
              <a:t> and ideas for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31879471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Resources</a:t>
            </a:r>
            <a:r>
              <a:rPr lang="en-AU" baseline="0" dirty="0" smtClean="0"/>
              <a:t> and ideas for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10685124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Resources</a:t>
            </a:r>
            <a:r>
              <a:rPr lang="en-AU" baseline="0" dirty="0" smtClean="0"/>
              <a:t> and ideas for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6695706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Resources</a:t>
            </a:r>
            <a:r>
              <a:rPr lang="en-AU" baseline="0" dirty="0" smtClean="0"/>
              <a:t> and ideas for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992909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Resources and ideas for project.</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0938449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Ensure trainees have</a:t>
            </a:r>
            <a:r>
              <a:rPr lang="en-US" baseline="0" dirty="0" smtClean="0"/>
              <a:t> no questions about any of the material covered including acronyms used, difference between hardware and software, consumables, etc.</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9191546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Start</a:t>
            </a:r>
            <a:r>
              <a:rPr lang="en-US" baseline="0" dirty="0" smtClean="0"/>
              <a:t> section 2: </a:t>
            </a:r>
          </a:p>
          <a:p>
            <a:pPr>
              <a:buFont typeface="Arial" pitchFamily="34" charset="0"/>
              <a:buChar char="•"/>
            </a:pPr>
            <a:r>
              <a:rPr lang="en-US" baseline="0" dirty="0" smtClean="0"/>
              <a:t>Return marked assessment – Part A</a:t>
            </a:r>
          </a:p>
          <a:p>
            <a:pPr>
              <a:buFont typeface="Arial" pitchFamily="34" charset="0"/>
              <a:buChar char="•"/>
            </a:pPr>
            <a:r>
              <a:rPr lang="en-US" baseline="0" dirty="0" smtClean="0"/>
              <a:t>Ensure trainees are on course with Part B delivery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2526749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Explain each business</a:t>
            </a:r>
            <a:r>
              <a:rPr lang="en-US" baseline="0" dirty="0" smtClean="0"/>
              <a:t> document by giving them samples you have brought along to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20235409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Discuss</a:t>
            </a:r>
            <a:r>
              <a:rPr lang="en-AU" baseline="0" dirty="0" smtClean="0"/>
              <a:t> the above questions as a whole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7423693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Discuss the basic steps involved in research.</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7204066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Discuss the basic principles involved in preparing documents.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2063692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t>Trainer to go online and show trainees online dictionaries.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t>As</a:t>
            </a:r>
            <a:r>
              <a:rPr lang="en-AU" sz="1200" baseline="0" dirty="0" smtClean="0"/>
              <a:t>k trainees to look up the words ‘scope, pax, FIT’ in all dictionaries and in the thesaurus. Which one did they prefer? Why?  Suggest to bookmark them as a favourite on their computer for future use.</a:t>
            </a:r>
            <a:endParaRPr lang="en-AU" sz="120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7594873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Discuss the six steps to good writing.</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1663428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Trainer to ask trainees to bring a sample of each different style of letter as above.</a:t>
            </a:r>
          </a:p>
          <a:p>
            <a:r>
              <a:rPr lang="en-AU" sz="1200" dirty="0" smtClean="0"/>
              <a:t>Ask</a:t>
            </a:r>
            <a:r>
              <a:rPr lang="en-AU" sz="1200" baseline="0" dirty="0" smtClean="0"/>
              <a:t> trainees which one is which.</a:t>
            </a:r>
          </a:p>
          <a:p>
            <a:endParaRPr lang="en-AU" sz="1200" dirty="0" smtClean="0"/>
          </a:p>
          <a:p>
            <a:r>
              <a:rPr lang="en-AU" sz="1200" dirty="0" smtClean="0"/>
              <a:t>Trainer to ask trainees</a:t>
            </a:r>
            <a:r>
              <a:rPr lang="en-AU" sz="1200" baseline="0" dirty="0" smtClean="0"/>
              <a:t> to bring in </a:t>
            </a:r>
            <a:r>
              <a:rPr lang="en-AU" sz="1200" dirty="0" smtClean="0"/>
              <a:t>samples and ask them to identify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9103823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Trainer to ask trainees to bring a sample of each different style of letter as above.</a:t>
            </a:r>
          </a:p>
          <a:p>
            <a:r>
              <a:rPr lang="en-AU" sz="1200" dirty="0" smtClean="0"/>
              <a:t>Ask</a:t>
            </a:r>
            <a:r>
              <a:rPr lang="en-AU" sz="1200" baseline="0" dirty="0" smtClean="0"/>
              <a:t> trainees which one is which.</a:t>
            </a:r>
          </a:p>
          <a:p>
            <a:endParaRPr lang="en-AU" sz="1200" dirty="0" smtClean="0"/>
          </a:p>
          <a:p>
            <a:r>
              <a:rPr lang="en-AU" sz="1200" dirty="0" smtClean="0"/>
              <a:t>Trainer to ask trainees</a:t>
            </a:r>
            <a:r>
              <a:rPr lang="en-AU" sz="1200" baseline="0" dirty="0" smtClean="0"/>
              <a:t> to bring in </a:t>
            </a:r>
            <a:r>
              <a:rPr lang="en-AU" sz="1200" dirty="0" smtClean="0"/>
              <a:t>samples and ask them to identify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612344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Trainer to ask trainees to bring a sample of each different style of letter as above.</a:t>
            </a:r>
          </a:p>
          <a:p>
            <a:r>
              <a:rPr lang="en-AU" sz="1200" dirty="0" smtClean="0"/>
              <a:t>Ask</a:t>
            </a:r>
            <a:r>
              <a:rPr lang="en-AU" sz="1200" baseline="0" dirty="0" smtClean="0"/>
              <a:t> trainees which one is which.</a:t>
            </a:r>
          </a:p>
          <a:p>
            <a:endParaRPr lang="en-AU" sz="1200" dirty="0" smtClean="0"/>
          </a:p>
          <a:p>
            <a:r>
              <a:rPr lang="en-AU" sz="1200" dirty="0" smtClean="0"/>
              <a:t>Trainer to ask trainees</a:t>
            </a:r>
            <a:r>
              <a:rPr lang="en-AU" sz="1200" baseline="0" dirty="0" smtClean="0"/>
              <a:t> to bring in </a:t>
            </a:r>
            <a:r>
              <a:rPr lang="en-AU" sz="1200" dirty="0" smtClean="0"/>
              <a:t>samples and ask them to identify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5529887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Trainer to ask trainees to bring a sample of each different style of letter as above.</a:t>
            </a:r>
          </a:p>
          <a:p>
            <a:r>
              <a:rPr lang="en-AU" sz="1200" dirty="0" smtClean="0"/>
              <a:t>Ask</a:t>
            </a:r>
            <a:r>
              <a:rPr lang="en-AU" sz="1200" baseline="0" dirty="0" smtClean="0"/>
              <a:t> trainees which one is which.</a:t>
            </a:r>
          </a:p>
          <a:p>
            <a:endParaRPr lang="en-AU" sz="1200" dirty="0" smtClean="0"/>
          </a:p>
          <a:p>
            <a:r>
              <a:rPr lang="en-AU" sz="1200" dirty="0" smtClean="0"/>
              <a:t>Trainer to ask trainees</a:t>
            </a:r>
            <a:r>
              <a:rPr lang="en-AU" sz="1200" baseline="0" dirty="0" smtClean="0"/>
              <a:t> to bring in </a:t>
            </a:r>
            <a:r>
              <a:rPr lang="en-AU" sz="1200" dirty="0" smtClean="0"/>
              <a:t>samples and ask them to identify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7989003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Discuss sample</a:t>
            </a:r>
            <a:r>
              <a:rPr lang="en-AU" baseline="0" dirty="0" smtClean="0"/>
              <a:t> memo in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8478274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Discuss sample routine letter in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6240601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Discuss sample good</a:t>
            </a:r>
            <a:r>
              <a:rPr lang="en-AU" baseline="0" dirty="0" smtClean="0"/>
              <a:t> news</a:t>
            </a:r>
            <a:r>
              <a:rPr lang="en-AU" dirty="0" smtClean="0"/>
              <a:t> letter in slide.</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9834334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Discuss sample bad</a:t>
            </a:r>
            <a:r>
              <a:rPr lang="en-AU" baseline="0" dirty="0" smtClean="0"/>
              <a:t> news</a:t>
            </a:r>
            <a:r>
              <a:rPr lang="en-AU" dirty="0" smtClean="0"/>
              <a:t> letter in slide.</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2112839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spcBef>
                <a:spcPts val="600"/>
              </a:spcBef>
              <a:spcAft>
                <a:spcPts val="1200"/>
              </a:spcAft>
              <a:buNone/>
            </a:pPr>
            <a:r>
              <a:rPr lang="en-US" sz="1200" dirty="0" smtClean="0">
                <a:latin typeface="Helvetica" pitchFamily="34" charset="0"/>
              </a:rPr>
              <a:t>Trainer is to show trainees how to download a memo template (office button- new-memo template) as the basis of their assessment.</a:t>
            </a:r>
          </a:p>
          <a:p>
            <a:pPr marL="0" indent="0">
              <a:spcBef>
                <a:spcPts val="600"/>
              </a:spcBef>
              <a:spcAft>
                <a:spcPts val="1200"/>
              </a:spcAft>
              <a:buNone/>
            </a:pPr>
            <a:r>
              <a:rPr lang="en-US" sz="1200" dirty="0" smtClean="0">
                <a:latin typeface="Helvetica" pitchFamily="34" charset="0"/>
              </a:rPr>
              <a:t>Trainer is then to:</a:t>
            </a:r>
          </a:p>
          <a:p>
            <a:pPr marL="0" indent="0">
              <a:spcBef>
                <a:spcPts val="600"/>
              </a:spcBef>
              <a:spcAft>
                <a:spcPts val="1200"/>
              </a:spcAft>
              <a:buFont typeface="Arial" pitchFamily="34" charset="0"/>
              <a:buChar char="•"/>
            </a:pPr>
            <a:r>
              <a:rPr lang="en-US" sz="1200" dirty="0" smtClean="0">
                <a:latin typeface="Helvetica" pitchFamily="34" charset="0"/>
              </a:rPr>
              <a:t> read the work project to trainees.</a:t>
            </a:r>
          </a:p>
          <a:p>
            <a:pPr marL="0" indent="0">
              <a:spcBef>
                <a:spcPts val="600"/>
              </a:spcBef>
              <a:spcAft>
                <a:spcPts val="1200"/>
              </a:spcAft>
              <a:buFont typeface="Arial" pitchFamily="34" charset="0"/>
              <a:buChar char="•"/>
            </a:pPr>
            <a:r>
              <a:rPr lang="en-US" sz="1200" dirty="0" smtClean="0">
                <a:latin typeface="Helvetica" pitchFamily="34" charset="0"/>
              </a:rPr>
              <a:t> set a due date for this project to be handed in</a:t>
            </a:r>
          </a:p>
          <a:p>
            <a:pPr marL="0" indent="0">
              <a:spcBef>
                <a:spcPts val="600"/>
              </a:spcBef>
              <a:spcAft>
                <a:spcPts val="1200"/>
              </a:spcAft>
              <a:buFont typeface="Arial" pitchFamily="34" charset="0"/>
              <a:buChar char="•"/>
            </a:pPr>
            <a:r>
              <a:rPr lang="en-US" sz="1200" dirty="0" smtClean="0">
                <a:latin typeface="Helvetica" pitchFamily="34" charset="0"/>
              </a:rPr>
              <a:t> mark and return the projects to trainees.</a:t>
            </a:r>
          </a:p>
          <a:p>
            <a:pPr>
              <a:buFont typeface="Arial" pitchFamily="34" charset="0"/>
              <a:buChar cha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This</a:t>
            </a:r>
            <a:r>
              <a:rPr lang="en-US" baseline="0" dirty="0" smtClean="0"/>
              <a:t> is work project 2 out of 5.</a:t>
            </a:r>
          </a:p>
          <a:p>
            <a:pPr>
              <a:buFont typeface="Arial" pitchFamily="34" charset="0"/>
              <a:buChar char="•"/>
            </a:pPr>
            <a:endParaRPr lang="en-US" baseline="0" dirty="0" smtClean="0"/>
          </a:p>
          <a:p>
            <a:pPr>
              <a:buFont typeface="Arial" pitchFamily="34" charset="0"/>
              <a:buChar char="•"/>
            </a:pPr>
            <a:r>
              <a:rPr lang="en-US" baseline="0" dirty="0" smtClean="0"/>
              <a:t>Remember to assess Part B of previous work project (oral presentation)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23421229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0" kern="1200" dirty="0" smtClean="0">
                <a:solidFill>
                  <a:schemeClr val="tx1"/>
                </a:solidFill>
                <a:latin typeface="+mn-lt"/>
                <a:ea typeface="+mn-ea"/>
                <a:cs typeface="+mn-cs"/>
              </a:rPr>
              <a:t>Rule of 7 Cs:</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Clear - able to be understood in one reading by the recipient (time = money).</a:t>
            </a:r>
          </a:p>
          <a:p>
            <a:pPr>
              <a:buFont typeface="Arial" pitchFamily="34" charset="0"/>
              <a:buChar char="•"/>
            </a:pPr>
            <a:r>
              <a:rPr lang="en-AU" sz="1200" kern="1200" dirty="0" smtClean="0">
                <a:solidFill>
                  <a:schemeClr val="tx1"/>
                </a:solidFill>
                <a:latin typeface="+mn-lt"/>
                <a:ea typeface="+mn-ea"/>
                <a:cs typeface="+mn-cs"/>
              </a:rPr>
              <a:t>Concise - conveying what has to be stated with a minimum of words, sentences and paragraphs. </a:t>
            </a:r>
          </a:p>
          <a:p>
            <a:pPr>
              <a:buFont typeface="Arial" pitchFamily="34" charset="0"/>
              <a:buChar char="•"/>
            </a:pPr>
            <a:r>
              <a:rPr lang="en-AU" sz="1200" kern="1200" dirty="0" smtClean="0">
                <a:solidFill>
                  <a:schemeClr val="tx1"/>
                </a:solidFill>
                <a:latin typeface="+mn-lt"/>
                <a:ea typeface="+mn-ea"/>
                <a:cs typeface="+mn-cs"/>
              </a:rPr>
              <a:t>Complete - all of the information necessary to understand the correspondence is passed on. </a:t>
            </a:r>
          </a:p>
          <a:p>
            <a:pPr>
              <a:buFont typeface="Arial" pitchFamily="34" charset="0"/>
              <a:buChar char="•"/>
            </a:pPr>
            <a:r>
              <a:rPr lang="en-AU" sz="1200" kern="1200" dirty="0" smtClean="0">
                <a:solidFill>
                  <a:schemeClr val="tx1"/>
                </a:solidFill>
                <a:latin typeface="+mn-lt"/>
                <a:ea typeface="+mn-ea"/>
                <a:cs typeface="+mn-cs"/>
              </a:rPr>
              <a:t>Correct - all of the information conveyed is accurate. </a:t>
            </a:r>
          </a:p>
          <a:p>
            <a:pPr>
              <a:buFont typeface="Arial" pitchFamily="34" charset="0"/>
              <a:buChar char="•"/>
            </a:pPr>
            <a:r>
              <a:rPr lang="en-AU" sz="1200" kern="1200" dirty="0" smtClean="0">
                <a:solidFill>
                  <a:schemeClr val="tx1"/>
                </a:solidFill>
                <a:latin typeface="+mn-lt"/>
                <a:ea typeface="+mn-ea"/>
                <a:cs typeface="+mn-cs"/>
              </a:rPr>
              <a:t>Courteous - your tone is always polite as you are representing your organization and wish to create goodwill. </a:t>
            </a:r>
          </a:p>
          <a:p>
            <a:pPr>
              <a:buFont typeface="Arial" pitchFamily="34" charset="0"/>
              <a:buChar char="•"/>
            </a:pPr>
            <a:r>
              <a:rPr lang="en-AU" sz="1200" kern="1200" dirty="0" smtClean="0">
                <a:solidFill>
                  <a:schemeClr val="tx1"/>
                </a:solidFill>
                <a:latin typeface="+mn-lt"/>
                <a:ea typeface="+mn-ea"/>
                <a:cs typeface="+mn-cs"/>
              </a:rPr>
              <a:t>Clean - this means that there are no coffee stains, liquid paper, or crossing out on your correspondence. It also means that your work is not cluttered and there is plenty of white space so that the document looks appealing and professional. </a:t>
            </a:r>
          </a:p>
          <a:p>
            <a:pPr>
              <a:buFont typeface="Arial" pitchFamily="34" charset="0"/>
              <a:buChar char="•"/>
            </a:pPr>
            <a:r>
              <a:rPr lang="en-AU" sz="1200" kern="1200" dirty="0" smtClean="0">
                <a:solidFill>
                  <a:schemeClr val="tx1"/>
                </a:solidFill>
                <a:latin typeface="+mn-lt"/>
                <a:ea typeface="+mn-ea"/>
                <a:cs typeface="+mn-cs"/>
              </a:rPr>
              <a:t>Checked - this means your work has been examined for spelling mistakes, grammatical mistakes, format and layout and found to be mistake-free.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731162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None/>
            </a:pPr>
            <a:r>
              <a:rPr lang="en-AU" sz="1200" dirty="0" smtClean="0"/>
              <a:t>Trainer is to do a very comprehensive class demonstration showing students how to</a:t>
            </a:r>
            <a:r>
              <a:rPr lang="en-AU" sz="1200" baseline="0" dirty="0" smtClean="0"/>
              <a:t> do the above.</a:t>
            </a:r>
          </a:p>
          <a:p>
            <a:pPr>
              <a:buNone/>
            </a:pPr>
            <a:r>
              <a:rPr lang="en-AU" sz="1200" baseline="0" dirty="0" smtClean="0"/>
              <a:t>Trainer is to give an exercise to the trainees so they can demonstrate competency.</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42206383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smtClean="0"/>
          </a:p>
          <a:p>
            <a:pPr>
              <a:buNone/>
            </a:pPr>
            <a:r>
              <a:rPr lang="en-AU" sz="1200" dirty="0" smtClean="0"/>
              <a:t>Trainer is to do a very comprehensive class demonstration showing students how to</a:t>
            </a:r>
            <a:r>
              <a:rPr lang="en-AU" sz="1200" baseline="0" dirty="0" smtClean="0"/>
              <a:t> do the above.</a:t>
            </a:r>
          </a:p>
          <a:p>
            <a:pPr>
              <a:buNone/>
            </a:pPr>
            <a:r>
              <a:rPr lang="en-AU" sz="1200" baseline="0" dirty="0" smtClean="0"/>
              <a:t>Trainer is to give an exercise to the trainees so they can demonstrate competency.</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dirty="0" smtClean="0"/>
              <a:t> Holiday on the Mekong</a:t>
            </a:r>
            <a:r>
              <a:rPr lang="en-AU" baseline="0" dirty="0" smtClean="0"/>
              <a:t> River – see next slides.</a:t>
            </a:r>
            <a:endParaRPr lang="en-AU"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8369201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Display this class exercise</a:t>
            </a:r>
            <a:r>
              <a:rPr lang="en-AU" baseline="0" dirty="0" smtClean="0"/>
              <a:t> on the whiteboard/projector.  Trainees are to follow instructions on the following page. Trainer can print out copies of this class exercise for easier reference.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16039547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Students</a:t>
            </a:r>
            <a:r>
              <a:rPr lang="en-AU" baseline="0" dirty="0" smtClean="0"/>
              <a:t> to complete the above exercise. Students should do this individually or in pairs depending on the number of computers available.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32531563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spcBef>
                <a:spcPts val="600"/>
              </a:spcBef>
              <a:spcAft>
                <a:spcPts val="1200"/>
              </a:spcAft>
              <a:buNone/>
            </a:pPr>
            <a:r>
              <a:rPr lang="en-US" sz="1200" dirty="0" smtClean="0">
                <a:latin typeface="Helvetica" pitchFamily="34" charset="0"/>
              </a:rPr>
              <a:t>Trainer is to </a:t>
            </a:r>
          </a:p>
          <a:p>
            <a:pPr marL="0" indent="0">
              <a:spcBef>
                <a:spcPts val="600"/>
              </a:spcBef>
              <a:spcAft>
                <a:spcPts val="1200"/>
              </a:spcAft>
              <a:buFont typeface="Arial" pitchFamily="34" charset="0"/>
              <a:buChar char="•"/>
            </a:pPr>
            <a:r>
              <a:rPr lang="en-US" sz="1200" dirty="0" smtClean="0">
                <a:latin typeface="Helvetica" pitchFamily="34" charset="0"/>
              </a:rPr>
              <a:t> read the work project to trainees.</a:t>
            </a:r>
          </a:p>
          <a:p>
            <a:pPr marL="0" indent="0">
              <a:spcBef>
                <a:spcPts val="600"/>
              </a:spcBef>
              <a:spcAft>
                <a:spcPts val="1200"/>
              </a:spcAft>
              <a:buFont typeface="Arial" pitchFamily="34" charset="0"/>
              <a:buChar char="•"/>
            </a:pPr>
            <a:r>
              <a:rPr lang="en-US" sz="1200" dirty="0" smtClean="0">
                <a:latin typeface="Helvetica" pitchFamily="34" charset="0"/>
              </a:rPr>
              <a:t> set a due date for this project to be handed in</a:t>
            </a:r>
          </a:p>
          <a:p>
            <a:pPr marL="0" indent="0">
              <a:spcBef>
                <a:spcPts val="600"/>
              </a:spcBef>
              <a:spcAft>
                <a:spcPts val="1200"/>
              </a:spcAft>
              <a:buFont typeface="Arial" pitchFamily="34" charset="0"/>
              <a:buChar char="•"/>
            </a:pPr>
            <a:r>
              <a:rPr lang="en-US" sz="1200" dirty="0" smtClean="0">
                <a:latin typeface="Helvetica" pitchFamily="34" charset="0"/>
              </a:rPr>
              <a:t> mark and return the projects to trainees.</a:t>
            </a:r>
          </a:p>
          <a:p>
            <a:pPr>
              <a:buFont typeface="Arial" pitchFamily="34" charset="0"/>
              <a:buChar char="•"/>
            </a:pPr>
            <a:endParaRPr lang="en-US" dirty="0" smtClean="0"/>
          </a:p>
          <a:p>
            <a:pPr>
              <a:buFont typeface="Arial" pitchFamily="34" charset="0"/>
              <a:buChar char="•"/>
            </a:pPr>
            <a:endParaRPr lang="en-US" dirty="0" smtClean="0"/>
          </a:p>
          <a:p>
            <a:pPr>
              <a:buFont typeface="Arial" pitchFamily="34" charset="0"/>
              <a:buChar char="•"/>
            </a:pPr>
            <a:r>
              <a:rPr lang="en-US" dirty="0" smtClean="0"/>
              <a:t>This is </a:t>
            </a:r>
            <a:r>
              <a:rPr lang="en-US" dirty="0" err="1" smtClean="0"/>
              <a:t>Workproject</a:t>
            </a:r>
            <a:r>
              <a:rPr lang="en-US" dirty="0" smtClean="0"/>
              <a:t> 3 out of 5</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7578465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Refer</a:t>
            </a:r>
            <a:r>
              <a:rPr lang="en-AU" baseline="0" dirty="0" smtClean="0"/>
              <a:t> trainees to their manual to see sample.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6308871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spcBef>
                <a:spcPts val="600"/>
              </a:spcBef>
              <a:spcAft>
                <a:spcPts val="1200"/>
              </a:spcAft>
              <a:buNone/>
            </a:pPr>
            <a:r>
              <a:rPr lang="en-US" dirty="0" smtClean="0"/>
              <a:t>Trainer to demonstrate how to type an envelope in</a:t>
            </a:r>
            <a:r>
              <a:rPr lang="en-US" baseline="0" dirty="0" smtClean="0"/>
              <a:t> Word.  </a:t>
            </a:r>
          </a:p>
          <a:p>
            <a:pPr marL="0" indent="0">
              <a:spcBef>
                <a:spcPts val="600"/>
              </a:spcBef>
              <a:spcAft>
                <a:spcPts val="1200"/>
              </a:spcAft>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4425769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dirty="0" smtClean="0"/>
              <a:t>Show this chart</a:t>
            </a:r>
            <a:r>
              <a:rPr lang="en-AU" baseline="0" dirty="0" smtClean="0"/>
              <a:t> to the trainees. Hand out A4 paper and ask them to fold according to these instructions:</a:t>
            </a:r>
          </a:p>
          <a:p>
            <a:pPr lvl="0"/>
            <a:r>
              <a:rPr lang="en-AU" sz="1200" kern="1200" baseline="0" dirty="0" smtClean="0">
                <a:solidFill>
                  <a:schemeClr val="tx1"/>
                </a:solidFill>
                <a:latin typeface="+mn-lt"/>
                <a:ea typeface="+mn-ea"/>
                <a:cs typeface="+mn-cs"/>
              </a:rPr>
              <a:t>1. </a:t>
            </a:r>
            <a:r>
              <a:rPr lang="en-AU" sz="1200" kern="1200" dirty="0" smtClean="0">
                <a:solidFill>
                  <a:schemeClr val="tx1"/>
                </a:solidFill>
                <a:latin typeface="+mn-lt"/>
                <a:ea typeface="+mn-ea"/>
                <a:cs typeface="+mn-cs"/>
              </a:rPr>
              <a:t>Begin with the first page of the letter facing towards you. </a:t>
            </a:r>
          </a:p>
          <a:p>
            <a:pPr lvl="0"/>
            <a:r>
              <a:rPr lang="en-AU" sz="1200" kern="1200" dirty="0" smtClean="0">
                <a:solidFill>
                  <a:schemeClr val="tx1"/>
                </a:solidFill>
                <a:latin typeface="+mn-lt"/>
                <a:ea typeface="+mn-ea"/>
                <a:cs typeface="+mn-cs"/>
              </a:rPr>
              <a:t>2. Crease the letter along a fold one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third from the bottom. Fold the letter up to a point one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third from the top, covering the writing on the letter. </a:t>
            </a:r>
          </a:p>
          <a:p>
            <a:pPr lvl="0"/>
            <a:r>
              <a:rPr lang="en-AU" sz="1200" kern="1200" dirty="0" smtClean="0">
                <a:solidFill>
                  <a:schemeClr val="tx1"/>
                </a:solidFill>
                <a:latin typeface="+mn-lt"/>
                <a:ea typeface="+mn-ea"/>
                <a:cs typeface="+mn-cs"/>
              </a:rPr>
              <a:t>3. Make a second horizontal crease one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third from the top of the letter where the bottom of the letter had been folded to. </a:t>
            </a:r>
          </a:p>
          <a:p>
            <a:pPr lvl="0"/>
            <a:r>
              <a:rPr lang="en-AU" sz="1200" kern="1200" dirty="0" smtClean="0">
                <a:solidFill>
                  <a:schemeClr val="tx1"/>
                </a:solidFill>
                <a:latin typeface="+mn-lt"/>
                <a:ea typeface="+mn-ea"/>
                <a:cs typeface="+mn-cs"/>
              </a:rPr>
              <a:t>4. Tuck the bottom into this crease and fold the top over it. The letter will be folded into thirds. It will fit any standard envelope.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23243843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spcBef>
                <a:spcPts val="600"/>
              </a:spcBef>
              <a:spcAft>
                <a:spcPts val="1200"/>
              </a:spcAft>
              <a:buNone/>
            </a:pPr>
            <a:r>
              <a:rPr lang="en-US" sz="1200" dirty="0" smtClean="0">
                <a:latin typeface="Helvetica" pitchFamily="34" charset="0"/>
              </a:rPr>
              <a:t>Trainer is to:</a:t>
            </a:r>
          </a:p>
          <a:p>
            <a:pPr marL="0" indent="0">
              <a:spcBef>
                <a:spcPts val="600"/>
              </a:spcBef>
              <a:spcAft>
                <a:spcPts val="1200"/>
              </a:spcAft>
              <a:buFont typeface="Arial" pitchFamily="34" charset="0"/>
              <a:buChar char="•"/>
            </a:pPr>
            <a:r>
              <a:rPr lang="en-US" sz="1200" dirty="0" smtClean="0">
                <a:latin typeface="Helvetica" pitchFamily="34" charset="0"/>
              </a:rPr>
              <a:t> read the work project to trainees.</a:t>
            </a:r>
          </a:p>
          <a:p>
            <a:pPr marL="0" indent="0">
              <a:spcBef>
                <a:spcPts val="600"/>
              </a:spcBef>
              <a:spcAft>
                <a:spcPts val="1200"/>
              </a:spcAft>
              <a:buFont typeface="Arial" pitchFamily="34" charset="0"/>
              <a:buChar char="•"/>
            </a:pPr>
            <a:r>
              <a:rPr lang="en-US" sz="1200" dirty="0" smtClean="0">
                <a:latin typeface="Helvetica" pitchFamily="34" charset="0"/>
              </a:rPr>
              <a:t> set a due date for this project to be handed in</a:t>
            </a:r>
          </a:p>
          <a:p>
            <a:pPr marL="0" indent="0">
              <a:spcBef>
                <a:spcPts val="600"/>
              </a:spcBef>
              <a:spcAft>
                <a:spcPts val="1200"/>
              </a:spcAft>
              <a:buFont typeface="Arial" pitchFamily="34" charset="0"/>
              <a:buChar char="•"/>
            </a:pPr>
            <a:r>
              <a:rPr lang="en-US" sz="1200" dirty="0" smtClean="0">
                <a:latin typeface="Helvetica" pitchFamily="34" charset="0"/>
              </a:rPr>
              <a:t> mark and return the projects to trainees.</a:t>
            </a:r>
          </a:p>
          <a:p>
            <a:pPr>
              <a:buFont typeface="Arial" pitchFamily="34" charset="0"/>
              <a:buChar char="•"/>
            </a:pPr>
            <a:endParaRPr lang="en-US" dirty="0" smtClean="0"/>
          </a:p>
          <a:p>
            <a:pPr>
              <a:buFont typeface="Arial" pitchFamily="34" charset="0"/>
              <a:buChar char="•"/>
            </a:pPr>
            <a:endParaRPr lang="en-US" dirty="0" smtClean="0"/>
          </a:p>
          <a:p>
            <a:pPr>
              <a:buFont typeface="Arial" pitchFamily="34" charset="0"/>
              <a:buChar char="•"/>
            </a:pPr>
            <a:r>
              <a:rPr lang="en-US" dirty="0" smtClean="0"/>
              <a:t>This is </a:t>
            </a:r>
            <a:r>
              <a:rPr lang="en-US" dirty="0" err="1" smtClean="0"/>
              <a:t>Workproject</a:t>
            </a:r>
            <a:r>
              <a:rPr lang="en-US" dirty="0" smtClean="0"/>
              <a:t> 4 out of 5</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13583458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spcBef>
                <a:spcPts val="600"/>
              </a:spcBef>
              <a:spcAft>
                <a:spcPts val="1200"/>
              </a:spcAft>
              <a:buNone/>
            </a:pPr>
            <a:r>
              <a:rPr lang="en-US" sz="1200" dirty="0" smtClean="0">
                <a:latin typeface="Helvetica" pitchFamily="34" charset="0"/>
              </a:rPr>
              <a:t>Trainer to revise this element through the summary and provide a general class discussion.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6823122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dirty="0" smtClean="0">
                <a:latin typeface="Helvetica" pitchFamily="34" charset="0"/>
              </a:rPr>
              <a:t>At start of each element, trainer to explain the element in brief.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3028933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47675" indent="-447675">
              <a:spcBef>
                <a:spcPts val="600"/>
              </a:spcBef>
              <a:spcAft>
                <a:spcPts val="1200"/>
              </a:spcAft>
            </a:pPr>
            <a:r>
              <a:rPr lang="en-US" sz="1200" dirty="0" smtClean="0">
                <a:latin typeface="Helvetica" pitchFamily="34" charset="0"/>
              </a:rPr>
              <a:t>Trainer to explain his/her </a:t>
            </a:r>
            <a:r>
              <a:rPr lang="en-US" sz="1200" u="sng" dirty="0" smtClean="0">
                <a:latin typeface="Helvetica" pitchFamily="34" charset="0"/>
              </a:rPr>
              <a:t>own</a:t>
            </a:r>
            <a:r>
              <a:rPr lang="en-US" sz="1200" dirty="0" smtClean="0">
                <a:latin typeface="Helvetica" pitchFamily="34" charset="0"/>
              </a:rPr>
              <a:t> experience when filing according to industry guidelines. </a:t>
            </a:r>
          </a:p>
          <a:p>
            <a:pPr marL="447675" indent="-447675">
              <a:spcBef>
                <a:spcPts val="600"/>
              </a:spcBef>
              <a:spcAft>
                <a:spcPts val="1200"/>
              </a:spcAft>
            </a:pPr>
            <a:r>
              <a:rPr lang="en-US" sz="1200" dirty="0" smtClean="0">
                <a:latin typeface="Helvetica" pitchFamily="34" charset="0"/>
              </a:rPr>
              <a:t>Trainer to ask </a:t>
            </a:r>
            <a:r>
              <a:rPr lang="en-US" sz="1200" u="sng" dirty="0" smtClean="0">
                <a:latin typeface="Helvetica" pitchFamily="34" charset="0"/>
              </a:rPr>
              <a:t>trainees</a:t>
            </a:r>
            <a:r>
              <a:rPr lang="en-US" sz="1200" dirty="0" smtClean="0">
                <a:latin typeface="Helvetica" pitchFamily="34" charset="0"/>
              </a:rPr>
              <a:t> their experience.  “Did anyone ever have trouble finding files? Why?” OR “What did you like about the filing system in use and why?”</a:t>
            </a:r>
          </a:p>
          <a:p>
            <a:pPr marL="447675" indent="-447675">
              <a:spcBef>
                <a:spcPts val="600"/>
              </a:spcBef>
              <a:spcAft>
                <a:spcPts val="1200"/>
              </a:spcAft>
            </a:pPr>
            <a:r>
              <a:rPr lang="en-US" sz="1200" dirty="0" smtClean="0">
                <a:latin typeface="Helvetica" pitchFamily="34" charset="0"/>
              </a:rPr>
              <a:t>Trainer to </a:t>
            </a:r>
            <a:r>
              <a:rPr lang="en-US" sz="1200" u="sng" dirty="0" smtClean="0">
                <a:latin typeface="Helvetica" pitchFamily="34" charset="0"/>
              </a:rPr>
              <a:t>link</a:t>
            </a:r>
            <a:r>
              <a:rPr lang="en-US" sz="1200" dirty="0" smtClean="0">
                <a:latin typeface="Helvetica" pitchFamily="34" charset="0"/>
              </a:rPr>
              <a:t> the above with the various filing techniques</a:t>
            </a:r>
          </a:p>
          <a:p>
            <a:pPr marL="447675" indent="-447675">
              <a:spcBef>
                <a:spcPts val="600"/>
              </a:spcBef>
              <a:spcAft>
                <a:spcPts val="1200"/>
              </a:spcAft>
            </a:pPr>
            <a:endParaRPr lang="en-US" sz="1200" dirty="0" smtClean="0">
              <a:latin typeface="Helvetica" pitchFamily="34" charset="0"/>
            </a:endParaRPr>
          </a:p>
          <a:p>
            <a:r>
              <a:rPr lang="en-AU" sz="1200" b="1" i="0" kern="1200" dirty="0" smtClean="0">
                <a:solidFill>
                  <a:schemeClr val="tx1"/>
                </a:solidFill>
                <a:latin typeface="+mn-lt"/>
                <a:ea typeface="+mn-ea"/>
                <a:cs typeface="+mn-cs"/>
              </a:rPr>
              <a:t>Alphabetical</a:t>
            </a:r>
            <a:endParaRPr lang="en-AU" sz="1200" b="1" i="1"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most commonly used method of filing, the alphabetical system, places files in alphabetical order according to the customer or business name e.g. the telephone book. </a:t>
            </a:r>
          </a:p>
          <a:p>
            <a:r>
              <a:rPr lang="en-AU" sz="1200" b="1" i="0" kern="1200" dirty="0" smtClean="0">
                <a:solidFill>
                  <a:schemeClr val="tx1"/>
                </a:solidFill>
                <a:latin typeface="+mn-lt"/>
                <a:ea typeface="+mn-ea"/>
                <a:cs typeface="+mn-cs"/>
              </a:rPr>
              <a:t>Numerical</a:t>
            </a:r>
            <a:endParaRPr lang="en-AU" sz="1200" b="1" i="1"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Each file or piece of information is filed in number order, from lowest to highest, according to the number on the document (for example, invoice number) or the customer number. </a:t>
            </a:r>
          </a:p>
          <a:p>
            <a:r>
              <a:rPr lang="en-AU" sz="1200" b="1" i="0" kern="1200" dirty="0" smtClean="0">
                <a:solidFill>
                  <a:schemeClr val="tx1"/>
                </a:solidFill>
                <a:latin typeface="+mn-lt"/>
                <a:ea typeface="+mn-ea"/>
                <a:cs typeface="+mn-cs"/>
              </a:rPr>
              <a:t>Geographical</a:t>
            </a:r>
            <a:endParaRPr lang="en-AU" sz="1200" b="1" i="1"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Information is indexed alphabetically according to geographical location. States/Provinces  are indexed first, followed by the city, town or suburb, then other appropriate information e.g. customer name.</a:t>
            </a:r>
          </a:p>
          <a:p>
            <a:r>
              <a:rPr lang="en-AU" sz="1200" b="1" i="0" kern="1200" dirty="0" smtClean="0">
                <a:solidFill>
                  <a:schemeClr val="tx1"/>
                </a:solidFill>
                <a:latin typeface="+mn-lt"/>
                <a:ea typeface="+mn-ea"/>
                <a:cs typeface="+mn-cs"/>
              </a:rPr>
              <a:t>Subject</a:t>
            </a:r>
            <a:endParaRPr lang="en-AU" sz="1200" b="1" i="1"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Records are sorted according to the subject matter and filed alphabetically. This allows information on the one topic, or subject, to be easily located.</a:t>
            </a:r>
          </a:p>
          <a:p>
            <a:r>
              <a:rPr lang="en-AU" sz="1200" b="1" i="0" kern="1200" dirty="0" smtClean="0">
                <a:solidFill>
                  <a:schemeClr val="tx1"/>
                </a:solidFill>
                <a:latin typeface="+mn-lt"/>
                <a:ea typeface="+mn-ea"/>
                <a:cs typeface="+mn-cs"/>
              </a:rPr>
              <a:t>Key word</a:t>
            </a:r>
            <a:endParaRPr lang="en-AU" sz="1200" b="1" i="1"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particular word is used as the subject classification and specific descriptors are also allocated to further classify the information. Keyword systems are usually used in large organisations where the keywords are specifically designated.</a:t>
            </a:r>
          </a:p>
          <a:p>
            <a:r>
              <a:rPr lang="en-AU" sz="1200" b="1" i="0" kern="1200" dirty="0" smtClean="0">
                <a:solidFill>
                  <a:schemeClr val="tx1"/>
                </a:solidFill>
                <a:latin typeface="+mn-lt"/>
                <a:ea typeface="+mn-ea"/>
                <a:cs typeface="+mn-cs"/>
              </a:rPr>
              <a:t>Chronological</a:t>
            </a:r>
            <a:endParaRPr lang="en-AU" sz="1200" b="1" i="1"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Chronological filing is used in conjunction with other filing methods and involves sorting records according to their date.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7251037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dirty="0" smtClean="0"/>
              <a:t>Trainer to do a class demonstration on documen</a:t>
            </a:r>
            <a:r>
              <a:rPr lang="en-AU" sz="1200" baseline="0" dirty="0" smtClean="0"/>
              <a:t>t retrieval.</a:t>
            </a:r>
            <a:endParaRPr lang="en-AU" sz="120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4761344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t>Trainer to do a class demonstration on</a:t>
            </a:r>
            <a:r>
              <a:rPr lang="en-AU" sz="1200" baseline="0" dirty="0" smtClean="0"/>
              <a:t> how to delete all files. Students to do this on their computer.</a:t>
            </a:r>
            <a:endParaRPr lang="en-AU" sz="120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60222540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t>Trainer to do a class demonstration on</a:t>
            </a:r>
            <a:r>
              <a:rPr lang="en-AU" sz="1200" baseline="0" dirty="0" smtClean="0"/>
              <a:t> emptying the recycling bin.  Students to follow.</a:t>
            </a:r>
            <a:endParaRPr lang="en-AU" sz="120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8168131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REMIND – trainees to always save everything on a regular basis.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78607679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aseline="0" dirty="0" smtClean="0"/>
              <a:t> Trainer to explain own experience with these and advantages/disadvantages he or she experienced.</a:t>
            </a:r>
            <a:endParaRPr lang="en-AU" sz="1200" dirty="0" smtClean="0"/>
          </a:p>
          <a:p>
            <a:pPr>
              <a:buFont typeface="Arial" pitchFamily="34" charset="0"/>
              <a:buChar char="•"/>
            </a:pPr>
            <a:r>
              <a:rPr lang="en-US" baseline="0" dirty="0" smtClean="0"/>
              <a:t> Ask trainees what they have used to date in the workplace.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32718399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aseline="0" dirty="0" smtClean="0"/>
              <a:t>Trainer to explain own experience with these and advantages/disadvantages he/she experienced.</a:t>
            </a:r>
            <a:endParaRPr lang="en-AU" sz="1200" dirty="0" smtClean="0"/>
          </a:p>
          <a:p>
            <a:pPr>
              <a:buFont typeface="Arial" pitchFamily="34" charset="0"/>
              <a:buChar char="•"/>
            </a:pPr>
            <a:r>
              <a:rPr lang="en-US" baseline="0" dirty="0" smtClean="0"/>
              <a:t> Ask trainees what they have used to date in the workplace.</a:t>
            </a:r>
          </a:p>
          <a:p>
            <a:pPr>
              <a:buFont typeface="Arial" pitchFamily="34" charset="0"/>
              <a:buChar char="•"/>
            </a:pPr>
            <a:r>
              <a:rPr lang="en-US" baseline="0" dirty="0" smtClean="0"/>
              <a:t>Explain that Access has templates for database management. Print-outs of reports.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31224354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spcBef>
                <a:spcPts val="600"/>
              </a:spcBef>
              <a:spcAft>
                <a:spcPts val="1200"/>
              </a:spcAft>
              <a:buNone/>
            </a:pPr>
            <a:r>
              <a:rPr lang="en-US" sz="1200" dirty="0" smtClean="0">
                <a:latin typeface="Helvetica" pitchFamily="34" charset="0"/>
              </a:rPr>
              <a:t>Trainer is to: </a:t>
            </a:r>
          </a:p>
          <a:p>
            <a:pPr marL="0" indent="0">
              <a:spcBef>
                <a:spcPts val="600"/>
              </a:spcBef>
              <a:spcAft>
                <a:spcPts val="1200"/>
              </a:spcAft>
              <a:buFont typeface="Arial" pitchFamily="34" charset="0"/>
              <a:buChar char="•"/>
            </a:pPr>
            <a:r>
              <a:rPr lang="en-US" sz="1200" dirty="0" smtClean="0">
                <a:latin typeface="Helvetica" pitchFamily="34" charset="0"/>
              </a:rPr>
              <a:t> read the work project to trainees.</a:t>
            </a:r>
          </a:p>
          <a:p>
            <a:pPr marL="0" indent="0">
              <a:spcBef>
                <a:spcPts val="600"/>
              </a:spcBef>
              <a:spcAft>
                <a:spcPts val="1200"/>
              </a:spcAft>
              <a:buFont typeface="Arial" pitchFamily="34" charset="0"/>
              <a:buChar char="•"/>
            </a:pPr>
            <a:r>
              <a:rPr lang="en-US" sz="1200" dirty="0" smtClean="0">
                <a:latin typeface="Helvetica" pitchFamily="34" charset="0"/>
              </a:rPr>
              <a:t> set a due date for this project to be handed in</a:t>
            </a:r>
          </a:p>
          <a:p>
            <a:pPr marL="0" indent="0">
              <a:spcBef>
                <a:spcPts val="600"/>
              </a:spcBef>
              <a:spcAft>
                <a:spcPts val="1200"/>
              </a:spcAft>
              <a:buFont typeface="Arial" pitchFamily="34" charset="0"/>
              <a:buChar char="•"/>
            </a:pPr>
            <a:r>
              <a:rPr lang="en-US" sz="1200" dirty="0" smtClean="0">
                <a:latin typeface="Helvetica" pitchFamily="34" charset="0"/>
              </a:rPr>
              <a:t> mark and return the projects to trainees.</a:t>
            </a:r>
          </a:p>
          <a:p>
            <a:pPr>
              <a:buFont typeface="Arial" pitchFamily="34" charset="0"/>
              <a:buChar char="•"/>
            </a:pPr>
            <a:endParaRPr lang="en-US" dirty="0" smtClean="0"/>
          </a:p>
          <a:p>
            <a:pPr>
              <a:buFont typeface="Arial" pitchFamily="34" charset="0"/>
              <a:buChar char="•"/>
            </a:pPr>
            <a:r>
              <a:rPr lang="en-US" dirty="0" smtClean="0"/>
              <a:t>This</a:t>
            </a:r>
            <a:r>
              <a:rPr lang="en-US" baseline="0" dirty="0" smtClean="0"/>
              <a:t> is work project 5 out of 5</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337492704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spcBef>
                <a:spcPts val="600"/>
              </a:spcBef>
              <a:spcAft>
                <a:spcPts val="1200"/>
              </a:spcAft>
              <a:buNone/>
            </a:pPr>
            <a:r>
              <a:rPr lang="en-US" sz="1200" dirty="0" smtClean="0">
                <a:latin typeface="Helvetica" pitchFamily="34" charset="0"/>
              </a:rPr>
              <a:t>Trainer to revise this element through the summary and provide a general class discussion.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817770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3/31/2015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3/31/2015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3/31/2015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3/31/2015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dirty="0"/>
          </a:p>
        </p:txBody>
      </p:sp>
      <p:sp>
        <p:nvSpPr>
          <p:cNvPr id="4" name="Rectangle 4"/>
          <p:cNvSpPr>
            <a:spLocks noGrp="1" noChangeArrowheads="1"/>
          </p:cNvSpPr>
          <p:nvPr>
            <p:ph type="dt" sz="half" idx="10"/>
          </p:nvPr>
        </p:nvSpPr>
        <p:spPr>
          <a:ln/>
        </p:spPr>
        <p:txBody>
          <a:bodyPr/>
          <a:lstStyle>
            <a:lvl1pPr>
              <a:defRPr/>
            </a:lvl1pPr>
          </a:lstStyle>
          <a:p>
            <a:pPr>
              <a:defRPr/>
            </a:pPr>
            <a:endParaRPr lang="th-TH"/>
          </a:p>
        </p:txBody>
      </p:sp>
      <p:sp>
        <p:nvSpPr>
          <p:cNvPr id="5" name="Rectangle 5"/>
          <p:cNvSpPr>
            <a:spLocks noGrp="1" noChangeArrowheads="1"/>
          </p:cNvSpPr>
          <p:nvPr>
            <p:ph type="ftr" sz="quarter" idx="11"/>
          </p:nvPr>
        </p:nvSpPr>
        <p:spPr>
          <a:ln/>
        </p:spPr>
        <p:txBody>
          <a:bodyPr/>
          <a:lstStyle>
            <a:lvl1pPr>
              <a:defRPr/>
            </a:lvl1pPr>
          </a:lstStyle>
          <a:p>
            <a:pPr>
              <a:defRPr/>
            </a:pPr>
            <a:endParaRPr lang="th-TH"/>
          </a:p>
        </p:txBody>
      </p:sp>
      <p:sp>
        <p:nvSpPr>
          <p:cNvPr id="6" name="Rectangle 6"/>
          <p:cNvSpPr>
            <a:spLocks noGrp="1" noChangeArrowheads="1"/>
          </p:cNvSpPr>
          <p:nvPr>
            <p:ph type="sldNum" sz="quarter" idx="12"/>
          </p:nvPr>
        </p:nvSpPr>
        <p:spPr>
          <a:ln/>
        </p:spPr>
        <p:txBody>
          <a:bodyPr/>
          <a:lstStyle>
            <a:lvl1pPr>
              <a:defRPr/>
            </a:lvl1pPr>
          </a:lstStyle>
          <a:p>
            <a:pPr>
              <a:defRPr/>
            </a:pPr>
            <a:fld id="{83F80AD4-A012-4C4C-BDFD-8A5A6202755D}" type="slidenum">
              <a:rPr lang="en-US"/>
              <a:pPr>
                <a:defRPr/>
              </a:pPr>
              <a:t>‹#›</a:t>
            </a:fld>
            <a:endParaRPr lang="th-TH"/>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3F96675B-16CB-449C-AA64-20E2E057E166}" type="datetime1">
              <a:rPr lang="en-US" smtClean="0"/>
              <a:pPr/>
              <a:t>3/31/2015</a:t>
            </a:fld>
            <a:endParaRPr lang="en-US" dirty="0"/>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dirty="0"/>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90BDF71C-F485-43AE-8825-5070AF1EA8C9}"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646F223-D3A2-44F5-8051-829B2F23C0D4}" type="datetime1">
              <a:rPr lang="en-US" smtClean="0"/>
              <a:pPr/>
              <a:t>3/31/2015</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90BDF71C-F485-43AE-8825-5070AF1EA8C9}" type="slidenum">
              <a:rPr lang="en-US" smtClean="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9A33FE7D-417D-483E-A327-7AED21196679}" type="datetime1">
              <a:rPr lang="en-US" smtClean="0"/>
              <a:pPr/>
              <a:t>3/31/2015</a:t>
            </a:fld>
            <a:endParaRPr lang="en-US" dirty="0"/>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dirty="0"/>
          </a:p>
        </p:txBody>
      </p:sp>
      <p:sp>
        <p:nvSpPr>
          <p:cNvPr id="6" name="Slide Number Placeholder 5"/>
          <p:cNvSpPr>
            <a:spLocks noGrp="1"/>
          </p:cNvSpPr>
          <p:nvPr>
            <p:ph type="sldNum" sz="quarter" idx="12"/>
          </p:nvPr>
        </p:nvSpPr>
        <p:spPr>
          <a:xfrm>
            <a:off x="6733952" y="6555112"/>
            <a:ext cx="588336" cy="228600"/>
          </a:xfrm>
        </p:spPr>
        <p:txBody>
          <a:bodyPr/>
          <a:lstStyle>
            <a:extLst/>
          </a:lstStyle>
          <a:p>
            <a:fld id="{90BDF71C-F485-43AE-8825-5070AF1EA8C9}"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BBE8DDC-366E-4D96-B475-59755FBFA064}" type="datetime1">
              <a:rPr lang="en-US" smtClean="0"/>
              <a:pPr/>
              <a:t>3/31/2015</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90BDF71C-F485-43AE-8825-5070AF1EA8C9}"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AFB5C968-0B16-4ADF-91B3-C8ECABCFDA29}" type="datetime1">
              <a:rPr lang="en-US" smtClean="0"/>
              <a:pPr/>
              <a:t>3/31/2015</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90BDF71C-F485-43AE-8825-5070AF1EA8C9}" type="slidenum">
              <a:rPr lang="en-US" smtClean="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F3921DEA-061C-49D7-974B-38721BC66A5F}" type="datetime1">
              <a:rPr lang="en-US" smtClean="0"/>
              <a:pPr/>
              <a:t>3/31/2015</a:t>
            </a:fld>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90BDF71C-F485-43AE-8825-5070AF1EA8C9}" type="slidenum">
              <a:rPr lang="en-US" smtClean="0"/>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87EFC2B-FC2E-46FA-B53A-48A270754B05}" type="datetime1">
              <a:rPr lang="en-US" smtClean="0"/>
              <a:pPr/>
              <a:t>3/31/2015</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dirty="0"/>
          </a:p>
        </p:txBody>
      </p:sp>
      <p:sp>
        <p:nvSpPr>
          <p:cNvPr id="4" name="Slide Number Placeholder 3"/>
          <p:cNvSpPr>
            <a:spLocks noGrp="1"/>
          </p:cNvSpPr>
          <p:nvPr>
            <p:ph type="sldNum" sz="quarter" idx="12"/>
          </p:nvPr>
        </p:nvSpPr>
        <p:spPr/>
        <p:txBody>
          <a:bodyPr/>
          <a:lstStyle>
            <a:extLst/>
          </a:lstStyle>
          <a:p>
            <a:fld id="{90BDF71C-F485-43AE-8825-5070AF1EA8C9}" type="slidenum">
              <a:rPr lang="en-US" smtClean="0"/>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71873B9F-1886-41EB-8596-DFD2474565B7}" type="datetime1">
              <a:rPr lang="en-US" smtClean="0"/>
              <a:pPr/>
              <a:t>3/31/2015</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90BDF71C-F485-43AE-8825-5070AF1EA8C9}"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5A6D77F6-049E-4E03-BBEC-9C9525B9448E}" type="datetime1">
              <a:rPr lang="en-US" smtClean="0"/>
              <a:pPr/>
              <a:t>3/31/2015</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90BDF71C-F485-43AE-8825-5070AF1EA8C9}" type="slidenum">
              <a:rPr lang="en-US" smtClean="0"/>
              <a:pPr/>
              <a:t>‹#›</a:t>
            </a:fld>
            <a:endParaRPr lang="en-US" dirty="0"/>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dirty="0"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C8BABC8-BFBF-4030-9C7D-70F812C9AAE4}" type="datetime1">
              <a:rPr lang="en-US" smtClean="0"/>
              <a:pPr/>
              <a:t>3/31/2015</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90BDF71C-F485-43AE-8825-5070AF1EA8C9}" type="slidenum">
              <a:rPr lang="en-US" smtClean="0"/>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88CF46A6-0262-42FF-B093-039AED07B7AD}" type="datetime1">
              <a:rPr lang="en-US" smtClean="0"/>
              <a:pPr/>
              <a:t>3/31/2015</a:t>
            </a:fld>
            <a:endParaRPr lang="en-US" dirty="0"/>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dirty="0"/>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90BDF71C-F485-43AE-8825-5070AF1EA8C9}" type="slidenum">
              <a:rPr lang="en-US" smtClean="0"/>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dirty="0"/>
          </a:p>
        </p:txBody>
      </p:sp>
      <p:sp>
        <p:nvSpPr>
          <p:cNvPr id="4" name="Rectangle 4"/>
          <p:cNvSpPr>
            <a:spLocks noGrp="1" noChangeArrowheads="1"/>
          </p:cNvSpPr>
          <p:nvPr>
            <p:ph type="dt" sz="half" idx="10"/>
          </p:nvPr>
        </p:nvSpPr>
        <p:spPr>
          <a:ln/>
        </p:spPr>
        <p:txBody>
          <a:bodyPr/>
          <a:lstStyle>
            <a:lvl1pPr>
              <a:defRPr/>
            </a:lvl1pPr>
          </a:lstStyle>
          <a:p>
            <a:pPr>
              <a:defRPr/>
            </a:pPr>
            <a:endParaRPr lang="th-TH"/>
          </a:p>
        </p:txBody>
      </p:sp>
      <p:sp>
        <p:nvSpPr>
          <p:cNvPr id="5" name="Rectangle 5"/>
          <p:cNvSpPr>
            <a:spLocks noGrp="1" noChangeArrowheads="1"/>
          </p:cNvSpPr>
          <p:nvPr>
            <p:ph type="ftr" sz="quarter" idx="11"/>
          </p:nvPr>
        </p:nvSpPr>
        <p:spPr>
          <a:ln/>
        </p:spPr>
        <p:txBody>
          <a:bodyPr/>
          <a:lstStyle>
            <a:lvl1pPr>
              <a:defRPr/>
            </a:lvl1pPr>
          </a:lstStyle>
          <a:p>
            <a:pPr>
              <a:defRPr/>
            </a:pPr>
            <a:endParaRPr lang="th-TH"/>
          </a:p>
        </p:txBody>
      </p:sp>
      <p:sp>
        <p:nvSpPr>
          <p:cNvPr id="6" name="Rectangle 6"/>
          <p:cNvSpPr>
            <a:spLocks noGrp="1" noChangeArrowheads="1"/>
          </p:cNvSpPr>
          <p:nvPr>
            <p:ph type="sldNum" sz="quarter" idx="12"/>
          </p:nvPr>
        </p:nvSpPr>
        <p:spPr>
          <a:ln/>
        </p:spPr>
        <p:txBody>
          <a:bodyPr/>
          <a:lstStyle>
            <a:lvl1pPr>
              <a:defRPr/>
            </a:lvl1pPr>
          </a:lstStyle>
          <a:p>
            <a:pPr>
              <a:defRPr/>
            </a:pPr>
            <a:fld id="{83F80AD4-A012-4C4C-BDFD-8A5A6202755D}" type="slidenum">
              <a:rPr lang="en-US"/>
              <a:pPr>
                <a:defRPr/>
              </a:pPr>
              <a:t>‹#›</a:t>
            </a:fld>
            <a:endParaRPr lang="th-T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3/31/2015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4"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60B9F9CF-7D2C-460C-8F3E-F6213A54EF65}" type="datetime1">
              <a:rPr lang="en-US" smtClean="0"/>
              <a:pPr/>
              <a:t>3/31/2015</a:t>
            </a:fld>
            <a:endParaRPr lang="en-US" dirty="0"/>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dirty="0"/>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hdr="0" ftr="0" dt="0"/>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0.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hyperlink" Target="http://www.google.com.au/imgres?q=palmtop&amp;hl=en&amp;biw=1680&amp;bih=867&amp;tbm=isch&amp;tbnid=uOHQTwYzHQ5ykM:&amp;imgrefurl=http://www.forum.hansveta.com/index.php?showtopic=7263&amp;docid=NrSqPwoVzqdZOM&amp;imgurl=http://img103.imageshack.us/img103/3426/atariportfolio1ol3.jpg&amp;w=310&amp;h=302&amp;ei=nRjoTv36HoqSiQfXm53CCA&amp;zoom=1&amp;iact=rc&amp;dur=719&amp;sig=100832912127281516835&amp;page=2&amp;tbnh=149&amp;tbnw=153&amp;start=32&amp;ndsp=33&amp;ved=1t:429,r:9,s:32&amp;tx=100&amp;ty=51" TargetMode="Externa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1.jpeg"/><Relationship Id="rId3" Type="http://schemas.openxmlformats.org/officeDocument/2006/relationships/hyperlink" Target="http://www.google.com.au/imgres?q=fax+machine&amp;hl=en&amp;biw=1680&amp;bih=867&amp;tbm=isch&amp;tbnid=dqjTODqjDIGSsM:&amp;imgrefurl=http://www.top4office.com/fax-machines/canon-jx-500-fax/&amp;docid=VgfBGX1M_goVWM&amp;imgurl=http://www.top4office.com/product/canon-jx500-fax.gif&amp;w=600&amp;h=450&amp;ei=WBToTpfJIOWWiQfNu7D7CA&amp;zoom=1&amp;iact=rc&amp;dur=484&amp;sig=100832912127281516835&amp;page=2&amp;tbnh=159&amp;tbnw=201&amp;start=32&amp;ndsp=28&amp;ved=1t:429,r:24,s:32&amp;tx=108&amp;ty=88" TargetMode="External"/><Relationship Id="rId7" Type="http://schemas.openxmlformats.org/officeDocument/2006/relationships/hyperlink" Target="http://www.cybertheater.com/wp-content/uploads/2008/10/30-10-08-lenovo_m58.jpg" TargetMode="External"/><Relationship Id="rId12"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jpeg"/><Relationship Id="rId11" Type="http://schemas.openxmlformats.org/officeDocument/2006/relationships/hyperlink" Target="http://www.google.com.au/imgres?q=laptop&amp;hl=en&amp;biw=1680&amp;bih=867&amp;tbm=isch&amp;tbnid=ufiMWjm8tQO4HM:&amp;imgrefurl=http://unbiasedreview.org/toshiba-portege-r835-p56x-13-3-inch-led-laptop-magnesium-blue-review/&amp;docid=ydH5JoGbftHOvM&amp;imgurl=http://unbiasedreview.org/wp-content/uploads/2011/05/4184u9Bsb8L__SL500_AA300_.jpg&amp;w=300&amp;h=300&amp;ei=xhPoTtO0DMKTiQfqxpHICA&amp;zoom=1&amp;iact=rc&amp;dur=281&amp;sig=100832912127281516835&amp;page=4&amp;tbnh=151&amp;tbnw=146&amp;start=91&amp;ndsp=30&amp;ved=1t:429,r:0,s:91&amp;tx=95&amp;ty=68" TargetMode="External"/><Relationship Id="rId5" Type="http://schemas.openxmlformats.org/officeDocument/2006/relationships/hyperlink" Target="http://www.google.com.au/imgres?q=huge+printer+scanner+copier&amp;hl=en&amp;biw=1680&amp;bih=867&amp;tbm=isch&amp;tbnid=vNXGumwiWQxOQM:&amp;imgrefurl=http://www.copiergeeks.biz/&amp;docid=4p24tXViATMveM&amp;imgurl=http://www.copiergeeks.biz/images/Picture%20251.jpg&amp;w=640&amp;h=480&amp;ei=khPoTsv0LsKiiAeMqMzTCA&amp;zoom=1&amp;iact=rc&amp;dur=250&amp;sig=100832912127281516835&amp;page=3&amp;tbnh=151&amp;tbnw=193&amp;start=67&amp;ndsp=30&amp;ved=1t:429,r:8,s:67&amp;tx=76&amp;ty=72" TargetMode="External"/><Relationship Id="rId10" Type="http://schemas.openxmlformats.org/officeDocument/2006/relationships/image" Target="../media/image19.jpeg"/><Relationship Id="rId4" Type="http://schemas.openxmlformats.org/officeDocument/2006/relationships/image" Target="../media/image16.jpeg"/><Relationship Id="rId9" Type="http://schemas.openxmlformats.org/officeDocument/2006/relationships/hyperlink" Target="http://www.google.com.au/imgres?q=ergonomic+mouse&amp;hl=en&amp;biw=1680&amp;bih=867&amp;tbm=isch&amp;tbnid=FQ7HrG7MAZa8-M:&amp;imgrefurl=http://www.getsmartfish.com/v1/buy-now.asp&amp;docid=ic98LzufOJ734M&amp;imgurl=http://www.getsmartfish.com/v1/images/mouse_large01.jpg&amp;w=509&amp;h=313&amp;ei=6hPoTvbeJ824iAeE94D4CA&amp;zoom=1"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hyperlink" Target="http://www.googleadservices.com/pagead/aclk?sa=L&amp;ai=BClYzAfFKT5WBCsy6kAXouehDq96aoQLjlcj5I8CNtwGAkE4QARgBILv6wAY4AFCK74KUB2ClwKOApAGgAZHOrvsDsgEUd3d3LmdhbnR0cHJvamVjdC5iaXq6AQoyMDB4MjAwX2FzyAEC2gEkaHR0cDovL3d3dy5nYW50dHByb2plY3QuYml6L2Rvd25sb2FkgAIBqAMByAMV6AO5AugDzwroA68C6APcBfUDAAAAwPUDAAAAEIgGAaAGAg&amp;num=1&amp;cid=5GinxjgzcsvQIFXLxfmnCAYx&amp;sig=AOD64_3-AUOXwfk8YWPbTEg-emr1o17Gwg&amp;client=ca-pub-3945239509607936&amp;adurl=https://www.smartsheet.com/online-gantt-chart?s=2&amp;c=24&amp;m=414&amp;a=200cn&amp;nm=3" TargetMode="External"/><Relationship Id="rId7" Type="http://schemas.openxmlformats.org/officeDocument/2006/relationships/image" Target="../media/image30.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hyperlink" Target="http://www.google.com.au/imgres?q=cleaning+keyboards&amp;hl=en&amp;sa=X&amp;biw=1680&amp;bih=867&amp;tbm=isch&amp;prmd=imvns&amp;tbnid=6wM-qM64aGFycM:&amp;imgrefurl=http://www.euroffice.co.uk/p/r/Computer-Cleaning-Products&amp;docid=A8EIpyJPcPRY3M&amp;imgurl=http://img.euroffice.co.uk/keyboard.gif&amp;w=566&amp;h=556&amp;ei=W3juTuWsO8myiQfep5SDBw&amp;zoom=1"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3.gif"/><Relationship Id="rId4" Type="http://schemas.openxmlformats.org/officeDocument/2006/relationships/image" Target="../media/image32.jpeg"/></Relationships>
</file>

<file path=ppt/slides/_rels/slide1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17.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4.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0.xml"/><Relationship Id="rId1" Type="http://schemas.openxmlformats.org/officeDocument/2006/relationships/slideLayout" Target="../slideLayouts/slideLayout24.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1.xml"/><Relationship Id="rId1" Type="http://schemas.openxmlformats.org/officeDocument/2006/relationships/slideLayout" Target="../slideLayouts/slideLayout24.xml"/><Relationship Id="rId6" Type="http://schemas.openxmlformats.org/officeDocument/2006/relationships/image" Target="../media/image46.jpeg"/><Relationship Id="rId5" Type="http://schemas.openxmlformats.org/officeDocument/2006/relationships/hyperlink" Target="http://www.laptop.com.au/product/toshiba215s58153gb.shtml" TargetMode="External"/><Relationship Id="rId4" Type="http://schemas.openxmlformats.org/officeDocument/2006/relationships/image" Target="http://cache.websetters.com.au/images/1143-250x800-cube_lounge_2_seat.jp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2.xml"/><Relationship Id="rId1" Type="http://schemas.openxmlformats.org/officeDocument/2006/relationships/slideLayout" Target="../slideLayouts/slideLayout24.xml"/><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24.xml"/><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4.xml"/><Relationship Id="rId1" Type="http://schemas.openxmlformats.org/officeDocument/2006/relationships/slideLayout" Target="../slideLayouts/slideLayout24.xml"/><Relationship Id="rId4" Type="http://schemas.openxmlformats.org/officeDocument/2006/relationships/image" Target="../media/image52.jpe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24.xml"/><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8" Type="http://schemas.openxmlformats.org/officeDocument/2006/relationships/image" Target="../media/image62.wmf"/><Relationship Id="rId13" Type="http://schemas.openxmlformats.org/officeDocument/2006/relationships/image" Target="../media/image67.wmf"/><Relationship Id="rId3" Type="http://schemas.openxmlformats.org/officeDocument/2006/relationships/image" Target="../media/image57.png"/><Relationship Id="rId7" Type="http://schemas.openxmlformats.org/officeDocument/2006/relationships/image" Target="../media/image61.gif"/><Relationship Id="rId12" Type="http://schemas.openxmlformats.org/officeDocument/2006/relationships/image" Target="../media/image66.wmf"/><Relationship Id="rId2" Type="http://schemas.openxmlformats.org/officeDocument/2006/relationships/notesSlide" Target="../notesSlides/notesSlide27.xml"/><Relationship Id="rId1" Type="http://schemas.openxmlformats.org/officeDocument/2006/relationships/slideLayout" Target="../slideLayouts/slideLayout14.xml"/><Relationship Id="rId6" Type="http://schemas.openxmlformats.org/officeDocument/2006/relationships/image" Target="../media/image60.png"/><Relationship Id="rId11" Type="http://schemas.openxmlformats.org/officeDocument/2006/relationships/image" Target="../media/image65.wmf"/><Relationship Id="rId5" Type="http://schemas.openxmlformats.org/officeDocument/2006/relationships/image" Target="../media/image59.wmf"/><Relationship Id="rId10" Type="http://schemas.openxmlformats.org/officeDocument/2006/relationships/image" Target="../media/image64.wmf"/><Relationship Id="rId4" Type="http://schemas.openxmlformats.org/officeDocument/2006/relationships/image" Target="../media/image58.png"/><Relationship Id="rId9" Type="http://schemas.openxmlformats.org/officeDocument/2006/relationships/image" Target="../media/image63.wmf"/></Relationships>
</file>

<file path=ppt/slides/_rels/slide2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69.png"/></Relationships>
</file>

<file path=ppt/slides/_rels/slide2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5.xml.rels><?xml version="1.0" encoding="UTF-8" standalone="yes"?>
<Relationships xmlns="http://schemas.openxmlformats.org/package/2006/relationships"><Relationship Id="rId8" Type="http://schemas.openxmlformats.org/officeDocument/2006/relationships/image" Target="../media/image75.jpeg"/><Relationship Id="rId3" Type="http://schemas.openxmlformats.org/officeDocument/2006/relationships/hyperlink" Target="http://www.dictionary.com/" TargetMode="External"/><Relationship Id="rId7" Type="http://schemas.openxmlformats.org/officeDocument/2006/relationships/image" Target="../media/image74.jpe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http://www.macquariedictionary.com.au/" TargetMode="External"/><Relationship Id="rId5" Type="http://schemas.openxmlformats.org/officeDocument/2006/relationships/hyperlink" Target="http://www.thesaurus.com/" TargetMode="External"/><Relationship Id="rId10" Type="http://schemas.openxmlformats.org/officeDocument/2006/relationships/image" Target="../media/image77.png"/><Relationship Id="rId4" Type="http://schemas.openxmlformats.org/officeDocument/2006/relationships/hyperlink" Target="http://www.thefreedictionary.com/" TargetMode="External"/><Relationship Id="rId9" Type="http://schemas.openxmlformats.org/officeDocument/2006/relationships/image" Target="../media/image76.jpeg"/></Relationships>
</file>

<file path=ppt/slides/_rels/slide36.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81.jpeg"/><Relationship Id="rId4" Type="http://schemas.openxmlformats.org/officeDocument/2006/relationships/image" Target="../media/image80.jpeg"/></Relationships>
</file>

<file path=ppt/slides/_rels/slide3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2.wmf"/><Relationship Id="rId5" Type="http://schemas.openxmlformats.org/officeDocument/2006/relationships/oleObject" Target="../embeddings/oleObject2.bin"/><Relationship Id="rId4" Type="http://schemas.openxmlformats.org/officeDocument/2006/relationships/hyperlink" Target="mailto:birgittam@angliss.edu.au"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www.vietnamdhtravel.com/"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88.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89.png"/></Relationships>
</file>

<file path=ppt/slides/_rels/slide51.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4.png"/></Relationships>
</file>

<file path=ppt/slides/_rels/slide55.x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s>
</file>

<file path=ppt/slides/_rels/slide59.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07.jpeg"/><Relationship Id="rId7" Type="http://schemas.openxmlformats.org/officeDocument/2006/relationships/image" Target="../media/image111.jpe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jpeg"/><Relationship Id="rId4" Type="http://schemas.openxmlformats.org/officeDocument/2006/relationships/image" Target="../media/image108.jpeg"/></Relationships>
</file>

<file path=ppt/slides/_rels/slide6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6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536" y="548680"/>
            <a:ext cx="6264696" cy="1008112"/>
          </a:xfrm>
        </p:spPr>
        <p:txBody>
          <a:bodyPr>
            <a:normAutofit fontScale="90000"/>
          </a:bodyPr>
          <a:lstStyle/>
          <a:p>
            <a:r>
              <a:rPr lang="en-US" sz="4000" cap="none" dirty="0" smtClean="0">
                <a:ln w="5000" cmpd="sng">
                  <a:noFill/>
                  <a:prstDash val="solid"/>
                </a:ln>
                <a:solidFill>
                  <a:srgbClr val="FF6600"/>
                </a:solidFill>
                <a:latin typeface="Helvetica" pitchFamily="34" charset="0"/>
              </a:rPr>
              <a:t>Perform Clerical Procedures</a:t>
            </a:r>
            <a:endParaRPr lang="en-US" sz="4000" cap="none"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6156176" y="4653136"/>
            <a:ext cx="2541268" cy="1513878"/>
          </a:xfrm>
        </p:spPr>
        <p:txBody>
          <a:bodyPr>
            <a:noAutofit/>
          </a:bodyPr>
          <a:lstStyle/>
          <a:p>
            <a:pPr algn="l"/>
            <a:r>
              <a:rPr lang="en-US" b="1" dirty="0" smtClean="0">
                <a:latin typeface="Helvetica" pitchFamily="34" charset="0"/>
              </a:rPr>
              <a:t>Unit Code: </a:t>
            </a:r>
          </a:p>
          <a:p>
            <a:pPr algn="l"/>
            <a:r>
              <a:rPr lang="en-AU" b="1" dirty="0" smtClean="0">
                <a:latin typeface="Helvetica" pitchFamily="34" charset="0"/>
              </a:rPr>
              <a:t>D1.HRS.CL1.11</a:t>
            </a:r>
            <a:br>
              <a:rPr lang="en-AU" b="1" dirty="0" smtClean="0">
                <a:latin typeface="Helvetica" pitchFamily="34" charset="0"/>
              </a:rPr>
            </a:br>
            <a:r>
              <a:rPr lang="en-AU" b="1" dirty="0" smtClean="0">
                <a:latin typeface="Helvetica" pitchFamily="34" charset="0"/>
              </a:rPr>
              <a:t>D1.HOT.CL1.05</a:t>
            </a:r>
            <a:br>
              <a:rPr lang="en-AU" b="1" dirty="0" smtClean="0">
                <a:latin typeface="Helvetica" pitchFamily="34" charset="0"/>
              </a:rPr>
            </a:br>
            <a:r>
              <a:rPr lang="en-AU" b="1" dirty="0" smtClean="0">
                <a:latin typeface="Helvetica" pitchFamily="34" charset="0"/>
              </a:rPr>
              <a:t>D2.TCC.CL1.09</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8" name="Picture 2" descr="C:\Documents and Settings\danielc\Local Settings\Temporary Internet Files\Content.IE5\9N3QFUEZ\MP900409708[1].jpg"/>
          <p:cNvPicPr>
            <a:picLocks noChangeAspect="1" noChangeArrowheads="1"/>
          </p:cNvPicPr>
          <p:nvPr/>
        </p:nvPicPr>
        <p:blipFill>
          <a:blip r:embed="rId3" cstate="print"/>
          <a:srcRect/>
          <a:stretch>
            <a:fillRect/>
          </a:stretch>
        </p:blipFill>
        <p:spPr bwMode="auto">
          <a:xfrm>
            <a:off x="1475656" y="1772816"/>
            <a:ext cx="2664296" cy="17734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descr="motion.jpg"/>
          <p:cNvPicPr>
            <a:picLocks noChangeAspect="1"/>
          </p:cNvPicPr>
          <p:nvPr/>
        </p:nvPicPr>
        <p:blipFill>
          <a:blip r:embed="rId4" cstate="print"/>
          <a:stretch>
            <a:fillRect/>
          </a:stretch>
        </p:blipFill>
        <p:spPr>
          <a:xfrm>
            <a:off x="1763688" y="3933056"/>
            <a:ext cx="2160240" cy="19853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2" descr="C:\Documents and Settings\danielc\Desktop\iStock_Comm on Phone.jpg"/>
          <p:cNvPicPr>
            <a:picLocks noChangeAspect="1" noChangeArrowheads="1"/>
          </p:cNvPicPr>
          <p:nvPr/>
        </p:nvPicPr>
        <p:blipFill>
          <a:blip r:embed="rId5" cstate="print"/>
          <a:srcRect/>
          <a:stretch>
            <a:fillRect/>
          </a:stretch>
        </p:blipFill>
        <p:spPr bwMode="auto">
          <a:xfrm>
            <a:off x="3131840" y="2924944"/>
            <a:ext cx="2539155" cy="16407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332656"/>
            <a:ext cx="6624736" cy="1143000"/>
          </a:xfrm>
        </p:spPr>
        <p:txBody>
          <a:bodyPr>
            <a:normAutofit/>
          </a:bodyPr>
          <a:lstStyle/>
          <a:p>
            <a:r>
              <a:rPr lang="en-US" sz="3400" b="1" dirty="0" smtClean="0">
                <a:solidFill>
                  <a:srgbClr val="FF6600"/>
                </a:solidFill>
                <a:latin typeface="Helvetica" pitchFamily="34" charset="0"/>
              </a:rPr>
              <a:t>Unit descriptor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83568" y="1628800"/>
            <a:ext cx="7467600" cy="4525963"/>
          </a:xfrm>
        </p:spPr>
        <p:txBody>
          <a:bodyPr>
            <a:normAutofit/>
          </a:bodyPr>
          <a:lstStyle/>
          <a:p>
            <a:pPr marL="85725" indent="0">
              <a:buNone/>
            </a:pPr>
            <a:r>
              <a:rPr lang="en-AU" sz="2200" dirty="0" smtClean="0"/>
              <a:t>This unit deals with the skills and knowledge required to perform clerical procedures in a range of settings within the hotel and travel industries workplace context.</a:t>
            </a:r>
          </a:p>
          <a:p>
            <a:pPr marL="85725" indent="0">
              <a:buNone/>
            </a:pPr>
            <a:endParaRPr lang="en-AU" sz="2200" dirty="0" smtClean="0"/>
          </a:p>
          <a:p>
            <a:pPr marL="358775" indent="-358775"/>
            <a:r>
              <a:rPr lang="en-AU" sz="2200" b="1" dirty="0" smtClean="0"/>
              <a:t>Element 1: Process office documents</a:t>
            </a:r>
          </a:p>
          <a:p>
            <a:pPr marL="358775" indent="-358775"/>
            <a:r>
              <a:rPr lang="en-AU" sz="2200" b="1" dirty="0" smtClean="0"/>
              <a:t>Element 2: Draft correspondence</a:t>
            </a:r>
          </a:p>
          <a:p>
            <a:pPr marL="358775" indent="-358775">
              <a:spcBef>
                <a:spcPts val="600"/>
              </a:spcBef>
              <a:spcAft>
                <a:spcPts val="1200"/>
              </a:spcAft>
            </a:pPr>
            <a:r>
              <a:rPr lang="en-AU" sz="2200" b="1" dirty="0" smtClean="0"/>
              <a:t>Element 3: Maintain document systems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6" name="Picture 3" descr="C:\Program Files\Microsoft Office\MEDIA\CAGCAT10\j0300520.gif"/>
          <p:cNvPicPr>
            <a:picLocks noChangeAspect="1" noChangeArrowheads="1" noCrop="1"/>
          </p:cNvPicPr>
          <p:nvPr/>
        </p:nvPicPr>
        <p:blipFill>
          <a:blip r:embed="rId3" cstate="print"/>
          <a:srcRect/>
          <a:stretch>
            <a:fillRect/>
          </a:stretch>
        </p:blipFill>
        <p:spPr bwMode="auto">
          <a:xfrm>
            <a:off x="6084168" y="4797152"/>
            <a:ext cx="1716470" cy="1476164"/>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200800" cy="4525963"/>
          </a:xfrm>
        </p:spPr>
        <p:txBody>
          <a:bodyPr>
            <a:normAutofit/>
          </a:bodyPr>
          <a:lstStyle/>
          <a:p>
            <a:pPr marL="0" indent="0">
              <a:spcBef>
                <a:spcPts val="600"/>
              </a:spcBef>
              <a:spcAft>
                <a:spcPts val="1200"/>
              </a:spcAft>
              <a:buNone/>
            </a:pPr>
            <a:r>
              <a:rPr lang="en-US" sz="2200" dirty="0" smtClean="0">
                <a:latin typeface="Helvetica" pitchFamily="34" charset="0"/>
              </a:rPr>
              <a:t>For this unit, you must complete:</a:t>
            </a:r>
          </a:p>
          <a:p>
            <a:pPr marL="360000" indent="-360000">
              <a:spcBef>
                <a:spcPts val="600"/>
              </a:spcBef>
              <a:spcAft>
                <a:spcPts val="1200"/>
              </a:spcAft>
            </a:pPr>
            <a:r>
              <a:rPr lang="en-US" sz="2200" dirty="0" smtClean="0">
                <a:latin typeface="Helvetica" pitchFamily="34" charset="0"/>
              </a:rPr>
              <a:t>5 work projects to be graded</a:t>
            </a:r>
          </a:p>
          <a:p>
            <a:pPr marL="360000" indent="-360000">
              <a:spcBef>
                <a:spcPts val="600"/>
              </a:spcBef>
              <a:spcAft>
                <a:spcPts val="1200"/>
              </a:spcAft>
            </a:pPr>
            <a:r>
              <a:rPr lang="en-US" sz="2200" dirty="0" smtClean="0">
                <a:latin typeface="Helvetica" pitchFamily="34" charset="0"/>
              </a:rPr>
              <a:t>Multiple class demonstrations by trainer, followed by class practice.</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7" name="Picture 6" descr="review.jpg"/>
          <p:cNvPicPr>
            <a:picLocks noChangeAspect="1"/>
          </p:cNvPicPr>
          <p:nvPr/>
        </p:nvPicPr>
        <p:blipFill>
          <a:blip r:embed="rId3" cstate="print"/>
          <a:stretch>
            <a:fillRect/>
          </a:stretch>
        </p:blipFill>
        <p:spPr>
          <a:xfrm>
            <a:off x="3275856" y="4148665"/>
            <a:ext cx="1872208" cy="186681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467600" cy="1143000"/>
          </a:xfrm>
        </p:spPr>
        <p:txBody>
          <a:bodyPr>
            <a:normAutofit/>
          </a:bodyPr>
          <a:lstStyle/>
          <a:p>
            <a:r>
              <a:rPr lang="en-US" sz="3400" b="1" dirty="0" smtClean="0">
                <a:solidFill>
                  <a:srgbClr val="FF6600"/>
                </a:solidFill>
                <a:latin typeface="Helvetica" pitchFamily="34" charset="0"/>
              </a:rPr>
              <a:t>Background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also contains </a:t>
            </a:r>
          </a:p>
          <a:p>
            <a:pPr marL="360000" indent="-360000">
              <a:spcBef>
                <a:spcPts val="600"/>
              </a:spcBef>
              <a:spcAft>
                <a:spcPts val="1200"/>
              </a:spcAft>
            </a:pPr>
            <a:r>
              <a:rPr lang="en-US" sz="2200" dirty="0" smtClean="0">
                <a:latin typeface="Helvetica" pitchFamily="34" charset="0"/>
              </a:rPr>
              <a:t>Glossary – background information only </a:t>
            </a:r>
          </a:p>
          <a:p>
            <a:pPr marL="360000" indent="-360000">
              <a:spcBef>
                <a:spcPts val="600"/>
              </a:spcBef>
              <a:spcAft>
                <a:spcPts val="1200"/>
              </a:spcAft>
            </a:pPr>
            <a:r>
              <a:rPr lang="en-US" sz="2200" dirty="0" smtClean="0">
                <a:latin typeface="Helvetica" pitchFamily="34" charset="0"/>
              </a:rPr>
              <a:t>Background notes – read this at home (marked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6" name="Picture 5"/>
          <p:cNvPicPr/>
          <p:nvPr/>
        </p:nvPicPr>
        <p:blipFill>
          <a:blip r:embed="rId3" cstate="print"/>
          <a:srcRect/>
          <a:stretch>
            <a:fillRect/>
          </a:stretch>
        </p:blipFill>
        <p:spPr bwMode="auto">
          <a:xfrm>
            <a:off x="6948264" y="2708920"/>
            <a:ext cx="571500" cy="409575"/>
          </a:xfrm>
          <a:prstGeom prst="rect">
            <a:avLst/>
          </a:prstGeom>
          <a:noFill/>
          <a:ln w="9525">
            <a:noFill/>
            <a:miter lim="800000"/>
            <a:headEnd/>
            <a:tailEnd/>
          </a:ln>
        </p:spPr>
      </p:pic>
      <p:pic>
        <p:nvPicPr>
          <p:cNvPr id="7" name="Picture 2" descr="C:\Documents and Settings\jirayut\Local Settings\Temporary Internet Files\Content.IE5\54081KBU\MC900239653[1].wmf"/>
          <p:cNvPicPr>
            <a:picLocks noChangeAspect="1" noChangeArrowheads="1"/>
          </p:cNvPicPr>
          <p:nvPr/>
        </p:nvPicPr>
        <p:blipFill>
          <a:blip r:embed="rId4" cstate="print"/>
          <a:srcRect/>
          <a:stretch>
            <a:fillRect/>
          </a:stretch>
        </p:blipFill>
        <p:spPr bwMode="auto">
          <a:xfrm>
            <a:off x="3347864" y="4149080"/>
            <a:ext cx="1440160" cy="1527628"/>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064896" cy="1143000"/>
          </a:xfrm>
        </p:spPr>
        <p:txBody>
          <a:bodyPr>
            <a:normAutofit/>
          </a:bodyPr>
          <a:lstStyle/>
          <a:p>
            <a:r>
              <a:rPr lang="en-US" sz="3400" b="1" dirty="0" smtClean="0">
                <a:solidFill>
                  <a:srgbClr val="FF6600"/>
                </a:solidFill>
                <a:latin typeface="Helvetica" pitchFamily="34" charset="0"/>
              </a:rPr>
              <a:t>Element 1: Process office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4525963"/>
          </a:xfrm>
        </p:spPr>
        <p:txBody>
          <a:bodyPr>
            <a:normAutofit/>
          </a:bodyPr>
          <a:lstStyle/>
          <a:p>
            <a:pPr marL="360000" indent="-360000">
              <a:spcBef>
                <a:spcPts val="600"/>
              </a:spcBef>
              <a:spcAft>
                <a:spcPts val="1200"/>
              </a:spcAft>
              <a:buNone/>
            </a:pPr>
            <a:r>
              <a:rPr lang="en-US" sz="2200" dirty="0" smtClean="0">
                <a:latin typeface="Helvetica" pitchFamily="34" charset="0"/>
              </a:rPr>
              <a:t>In this section, you will learn how to…</a:t>
            </a:r>
          </a:p>
          <a:p>
            <a:pPr marL="457200" indent="-457200">
              <a:spcBef>
                <a:spcPts val="600"/>
              </a:spcBef>
              <a:spcAft>
                <a:spcPts val="1200"/>
              </a:spcAft>
            </a:pPr>
            <a:r>
              <a:rPr lang="en-US" sz="2200" dirty="0" smtClean="0">
                <a:latin typeface="Helvetica" pitchFamily="34" charset="0"/>
              </a:rPr>
              <a:t>Process documents with appropriate office equipment in accordance with enterprise procedures and within designated timelines</a:t>
            </a:r>
          </a:p>
          <a:p>
            <a:pPr marL="457200" indent="-457200">
              <a:spcBef>
                <a:spcPts val="600"/>
              </a:spcBef>
              <a:spcAft>
                <a:spcPts val="1200"/>
              </a:spcAft>
            </a:pPr>
            <a:r>
              <a:rPr lang="en-US" sz="2200" dirty="0" smtClean="0">
                <a:latin typeface="Helvetica" pitchFamily="34" charset="0"/>
              </a:rPr>
              <a:t>Identify and rectify and/or report malfunctions promptly in accordance with enterprise procedures</a:t>
            </a:r>
          </a:p>
          <a:p>
            <a:pPr marL="457200" indent="-457200">
              <a:spcBef>
                <a:spcPts val="600"/>
              </a:spcBef>
              <a:spcAft>
                <a:spcPts val="1200"/>
              </a:spcAft>
            </a:pPr>
            <a:r>
              <a:rPr lang="en-US" sz="2200" dirty="0" smtClean="0">
                <a:latin typeface="Helvetica" pitchFamily="34" charset="0"/>
              </a:rPr>
              <a:t>Use office equipment to process documents.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5" name="Picture 3" descr="C:\Documents and Settings\jirayut\Local Settings\Temporary Internet Files\Content.IE5\G3WM5228\MC900231784[1].wmf"/>
          <p:cNvPicPr>
            <a:picLocks noChangeAspect="1" noChangeArrowheads="1"/>
          </p:cNvPicPr>
          <p:nvPr/>
        </p:nvPicPr>
        <p:blipFill>
          <a:blip r:embed="rId3" cstate="print"/>
          <a:srcRect/>
          <a:stretch>
            <a:fillRect/>
          </a:stretch>
        </p:blipFill>
        <p:spPr bwMode="auto">
          <a:xfrm>
            <a:off x="3491880" y="4869160"/>
            <a:ext cx="1584176" cy="1418275"/>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Hospitality office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400" dirty="0" smtClean="0"/>
              <a:t>Recording receipt or sending of documents</a:t>
            </a:r>
          </a:p>
          <a:p>
            <a:r>
              <a:rPr lang="en-AU" sz="2400" dirty="0" smtClean="0"/>
              <a:t>Mailing (including bulk mailing)</a:t>
            </a:r>
          </a:p>
          <a:p>
            <a:r>
              <a:rPr lang="en-AU" sz="2400" dirty="0" smtClean="0"/>
              <a:t>Photocopying </a:t>
            </a:r>
          </a:p>
          <a:p>
            <a:r>
              <a:rPr lang="en-AU" sz="2400" dirty="0" smtClean="0"/>
              <a:t>Faxing </a:t>
            </a:r>
          </a:p>
          <a:p>
            <a:r>
              <a:rPr lang="en-AU" sz="2400" dirty="0" smtClean="0"/>
              <a:t>E-mailing </a:t>
            </a:r>
          </a:p>
          <a:p>
            <a:r>
              <a:rPr lang="en-AU" sz="2400" dirty="0" smtClean="0"/>
              <a:t>Collating and binding</a:t>
            </a:r>
          </a:p>
          <a:p>
            <a:r>
              <a:rPr lang="en-AU" sz="2400" dirty="0" smtClean="0"/>
              <a:t>Banking</a:t>
            </a:r>
          </a:p>
          <a:p>
            <a:endParaRPr lang="en-AU" sz="2400" dirty="0" smtClean="0"/>
          </a:p>
          <a:p>
            <a:endParaRPr lang="en-AU" sz="2400" dirty="0" smtClean="0"/>
          </a:p>
          <a:p>
            <a:pPr algn="r">
              <a:buNone/>
            </a:pPr>
            <a:r>
              <a:rPr lang="en-AU" sz="2400" dirty="0" smtClean="0"/>
              <a:t>Contd.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graphicFrame>
        <p:nvGraphicFramePr>
          <p:cNvPr id="64513" name="Object 1"/>
          <p:cNvGraphicFramePr>
            <a:graphicFrameLocks noChangeAspect="1"/>
          </p:cNvGraphicFramePr>
          <p:nvPr/>
        </p:nvGraphicFramePr>
        <p:xfrm>
          <a:off x="5580112" y="3717032"/>
          <a:ext cx="2730624" cy="1733223"/>
        </p:xfrm>
        <a:graphic>
          <a:graphicData uri="http://schemas.openxmlformats.org/presentationml/2006/ole">
            <mc:AlternateContent xmlns:mc="http://schemas.openxmlformats.org/markup-compatibility/2006">
              <mc:Choice xmlns:v="urn:schemas-microsoft-com:vml" Requires="v">
                <p:oleObj spid="_x0000_s64514" name="Clip" r:id="rId4" imgW="4671000" imgH="2966040" progId="">
                  <p:embed/>
                </p:oleObj>
              </mc:Choice>
              <mc:Fallback>
                <p:oleObj name="Clip" r:id="rId4" imgW="4671000" imgH="296604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112" y="3717032"/>
                        <a:ext cx="2730624" cy="17332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2000" fill="hold"/>
                                        <p:tgtEl>
                                          <p:spTgt spid="645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Hospitality office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400" dirty="0" smtClean="0"/>
              <a:t>Guest mail</a:t>
            </a:r>
          </a:p>
          <a:p>
            <a:r>
              <a:rPr lang="en-AU" sz="2400" dirty="0" smtClean="0"/>
              <a:t>Customer records</a:t>
            </a:r>
          </a:p>
          <a:p>
            <a:r>
              <a:rPr lang="en-AU" sz="2400" dirty="0" smtClean="0"/>
              <a:t>Incoming and outgoing correspondence, letters, facsimiles, memos, reports</a:t>
            </a:r>
          </a:p>
          <a:p>
            <a:r>
              <a:rPr lang="en-AU" sz="2400" dirty="0" smtClean="0"/>
              <a:t>Menus </a:t>
            </a:r>
          </a:p>
          <a:p>
            <a:r>
              <a:rPr lang="en-AU" sz="2400" dirty="0" smtClean="0"/>
              <a:t>Banquet orders</a:t>
            </a:r>
          </a:p>
          <a:p>
            <a:r>
              <a:rPr lang="en-AU" sz="2400" dirty="0" smtClean="0"/>
              <a:t>Financial records, invoices, and receipts.</a:t>
            </a:r>
          </a:p>
          <a:p>
            <a:endParaRPr lang="en-AU" sz="2400" dirty="0" smtClean="0"/>
          </a:p>
          <a:p>
            <a:pPr>
              <a:buNone/>
            </a:pPr>
            <a:r>
              <a:rPr lang="en-AU" sz="2400" dirty="0" smtClean="0"/>
              <a:t>Always follow industry guidelines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6" name="Picture 2" descr="C:\Documents and Settings\jirayut\Local Settings\Temporary Internet Files\Content.IE5\UBEM25R5\MC900358961[1].wmf"/>
          <p:cNvPicPr>
            <a:picLocks noChangeAspect="1" noChangeArrowheads="1"/>
          </p:cNvPicPr>
          <p:nvPr/>
        </p:nvPicPr>
        <p:blipFill>
          <a:blip r:embed="rId3" cstate="print"/>
          <a:srcRect/>
          <a:stretch>
            <a:fillRect/>
          </a:stretch>
        </p:blipFill>
        <p:spPr bwMode="auto">
          <a:xfrm>
            <a:off x="7020272" y="5085184"/>
            <a:ext cx="1296288" cy="1297584"/>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l_fi" descr="http://www.wired.com/images_blogs/gadgetlab/2010/11/IMG_01061.jpg"/>
          <p:cNvPicPr/>
          <p:nvPr/>
        </p:nvPicPr>
        <p:blipFill>
          <a:blip r:embed="rId3" cstate="print"/>
          <a:srcRect/>
          <a:stretch>
            <a:fillRect/>
          </a:stretch>
        </p:blipFill>
        <p:spPr bwMode="auto">
          <a:xfrm>
            <a:off x="1475656" y="5157192"/>
            <a:ext cx="1581150" cy="1185863"/>
          </a:xfrm>
          <a:prstGeom prst="rect">
            <a:avLst/>
          </a:prstGeom>
          <a:noFill/>
          <a:ln w="9525">
            <a:noFill/>
            <a:miter lim="800000"/>
            <a:headEnd/>
            <a:tailEnd/>
          </a:ln>
        </p:spPr>
      </p:pic>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Different types of computers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0"/>
              </a:spcBef>
            </a:pPr>
            <a:r>
              <a:rPr lang="en-US" sz="2200" dirty="0" smtClean="0">
                <a:latin typeface="Helvetica" pitchFamily="34" charset="0"/>
              </a:rPr>
              <a:t> </a:t>
            </a:r>
            <a:r>
              <a:rPr lang="en-AU" sz="2200" dirty="0" smtClean="0">
                <a:latin typeface="Helvetica" pitchFamily="34" charset="0"/>
              </a:rPr>
              <a:t>Notebook or Laptop </a:t>
            </a:r>
          </a:p>
          <a:p>
            <a:pPr>
              <a:spcBef>
                <a:spcPts val="0"/>
              </a:spcBef>
            </a:pPr>
            <a:endParaRPr lang="en-AU" sz="2200" dirty="0" smtClean="0">
              <a:latin typeface="Helvetica" pitchFamily="34" charset="0"/>
            </a:endParaRPr>
          </a:p>
          <a:p>
            <a:pPr>
              <a:spcBef>
                <a:spcPts val="0"/>
              </a:spcBef>
            </a:pPr>
            <a:r>
              <a:rPr lang="en-AU" sz="2200" dirty="0" smtClean="0">
                <a:latin typeface="Helvetica" pitchFamily="34" charset="0"/>
              </a:rPr>
              <a:t>Touch Screen PC </a:t>
            </a:r>
          </a:p>
          <a:p>
            <a:pPr>
              <a:spcBef>
                <a:spcPts val="0"/>
              </a:spcBef>
            </a:pPr>
            <a:endParaRPr lang="en-AU" sz="2200" dirty="0" smtClean="0">
              <a:latin typeface="Helvetica" pitchFamily="34" charset="0"/>
            </a:endParaRPr>
          </a:p>
          <a:p>
            <a:pPr>
              <a:spcBef>
                <a:spcPts val="0"/>
              </a:spcBef>
            </a:pPr>
            <a:r>
              <a:rPr lang="en-AU" sz="2200" dirty="0" smtClean="0">
                <a:latin typeface="Helvetica" pitchFamily="34" charset="0"/>
              </a:rPr>
              <a:t>Palmtops</a:t>
            </a:r>
          </a:p>
          <a:p>
            <a:pPr>
              <a:spcBef>
                <a:spcPts val="0"/>
              </a:spcBef>
              <a:buNone/>
            </a:pPr>
            <a:r>
              <a:rPr lang="en-AU" sz="2200" dirty="0" smtClean="0">
                <a:latin typeface="Helvetica" pitchFamily="34" charset="0"/>
              </a:rPr>
              <a:t>                                                                                                              </a:t>
            </a:r>
          </a:p>
          <a:p>
            <a:pPr>
              <a:spcBef>
                <a:spcPts val="0"/>
              </a:spcBef>
            </a:pPr>
            <a:r>
              <a:rPr lang="en-AU" sz="2200" dirty="0" smtClean="0">
                <a:latin typeface="Helvetica" pitchFamily="34" charset="0"/>
              </a:rPr>
              <a:t>Tablets/I pads and I phones.</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60418" name="Picture 2" descr="http://www.jrlinton.co.uk/images/products/zoom/1288761412-29424000.jpg"/>
          <p:cNvPicPr>
            <a:picLocks noChangeAspect="1" noChangeArrowheads="1"/>
          </p:cNvPicPr>
          <p:nvPr/>
        </p:nvPicPr>
        <p:blipFill>
          <a:blip r:embed="rId4" cstate="print"/>
          <a:srcRect/>
          <a:stretch>
            <a:fillRect/>
          </a:stretch>
        </p:blipFill>
        <p:spPr bwMode="auto">
          <a:xfrm>
            <a:off x="5940152" y="3933056"/>
            <a:ext cx="1440160" cy="1440160"/>
          </a:xfrm>
          <a:prstGeom prst="rect">
            <a:avLst/>
          </a:prstGeom>
          <a:noFill/>
        </p:spPr>
      </p:pic>
      <p:pic>
        <p:nvPicPr>
          <p:cNvPr id="15" name="Picture 14" descr="http://t0.gstatic.com/images?q=tbn:ANd9GcRujGpp807Zv9YeHECnKPeSslHUbXTL2xn6eHHD9LuJBCZzjHjSXIaCQ7is">
            <a:hlinkClick r:id="rId5"/>
          </p:cNvPr>
          <p:cNvPicPr/>
          <p:nvPr/>
        </p:nvPicPr>
        <p:blipFill>
          <a:blip r:embed="rId6" cstate="print"/>
          <a:srcRect/>
          <a:stretch>
            <a:fillRect/>
          </a:stretch>
        </p:blipFill>
        <p:spPr bwMode="auto">
          <a:xfrm>
            <a:off x="4067944" y="4941168"/>
            <a:ext cx="1152525" cy="1123950"/>
          </a:xfrm>
          <a:prstGeom prst="rect">
            <a:avLst/>
          </a:prstGeom>
          <a:noFill/>
          <a:ln w="9525">
            <a:noFill/>
            <a:miter lim="800000"/>
            <a:headEnd/>
            <a:tailEnd/>
          </a:ln>
        </p:spPr>
      </p:pic>
      <p:pic>
        <p:nvPicPr>
          <p:cNvPr id="167937" name="Picture 1" descr="C:\Documents and Settings\jirayut\Local Settings\Temporary Internet Files\Content.IE5\UBEM25R5\MP900433172[1].jpg"/>
          <p:cNvPicPr>
            <a:picLocks noChangeAspect="1" noChangeArrowheads="1"/>
          </p:cNvPicPr>
          <p:nvPr/>
        </p:nvPicPr>
        <p:blipFill>
          <a:blip r:embed="rId7" cstate="print">
            <a:clrChange>
              <a:clrFrom>
                <a:srgbClr val="DADADA"/>
              </a:clrFrom>
              <a:clrTo>
                <a:srgbClr val="DADADA">
                  <a:alpha val="0"/>
                </a:srgbClr>
              </a:clrTo>
            </a:clrChange>
          </a:blip>
          <a:srcRect/>
          <a:stretch>
            <a:fillRect/>
          </a:stretch>
        </p:blipFill>
        <p:spPr bwMode="auto">
          <a:xfrm>
            <a:off x="6516216" y="1844824"/>
            <a:ext cx="1656801" cy="1661549"/>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http://t3.gstatic.com/images?q=tbn:ANd9GcSSx0JrDQvrIgNuL9HFBd5a8mZO_dTezrh5Hhm8IzrpxgLwZlSqLA">
            <a:hlinkClick r:id="rId3"/>
          </p:cNvPr>
          <p:cNvPicPr/>
          <p:nvPr/>
        </p:nvPicPr>
        <p:blipFill>
          <a:blip r:embed="rId4" cstate="print"/>
          <a:srcRect/>
          <a:stretch>
            <a:fillRect/>
          </a:stretch>
        </p:blipFill>
        <p:spPr bwMode="auto">
          <a:xfrm>
            <a:off x="5724128" y="4149080"/>
            <a:ext cx="1584176" cy="1150615"/>
          </a:xfrm>
          <a:prstGeom prst="rect">
            <a:avLst/>
          </a:prstGeom>
          <a:noFill/>
          <a:ln w="9525">
            <a:noFill/>
            <a:miter lim="800000"/>
            <a:headEnd/>
            <a:tailEnd/>
          </a:ln>
        </p:spPr>
      </p:pic>
      <p:pic>
        <p:nvPicPr>
          <p:cNvPr id="12" name="Picture 11" descr="http://t2.gstatic.com/images?q=tbn:ANd9GcQfgn2NG90vImjYETGdsFCZVc4OiDNn1xlHhv__tT0_hIv8zNkY">
            <a:hlinkClick r:id="rId5"/>
          </p:cNvPr>
          <p:cNvPicPr/>
          <p:nvPr/>
        </p:nvPicPr>
        <p:blipFill>
          <a:blip r:embed="rId6" cstate="print"/>
          <a:srcRect/>
          <a:stretch>
            <a:fillRect/>
          </a:stretch>
        </p:blipFill>
        <p:spPr bwMode="auto">
          <a:xfrm>
            <a:off x="5652120" y="2996952"/>
            <a:ext cx="1584176" cy="1169665"/>
          </a:xfrm>
          <a:prstGeom prst="rect">
            <a:avLst/>
          </a:prstGeom>
          <a:noFill/>
          <a:ln w="9525">
            <a:noFill/>
            <a:miter lim="800000"/>
            <a:headEnd/>
            <a:tailEnd/>
          </a:ln>
        </p:spPr>
      </p:pic>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Hardware versus software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buNone/>
            </a:pPr>
            <a:r>
              <a:rPr lang="en-US" sz="2200" dirty="0" smtClean="0">
                <a:latin typeface="Helvetica" pitchFamily="34" charset="0"/>
              </a:rPr>
              <a:t> </a:t>
            </a:r>
            <a:endParaRPr lang="en-AU" sz="2400" b="1" dirty="0" smtClean="0"/>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9" name="Picture 8" descr="http://www.cybertheater.com/wp-content/uploads/2008/10/30-10-08-lenovo_m58-300x232.jpg">
            <a:hlinkClick r:id="rId7"/>
          </p:cNvPr>
          <p:cNvPicPr/>
          <p:nvPr/>
        </p:nvPicPr>
        <p:blipFill>
          <a:blip r:embed="rId8" cstate="print"/>
          <a:srcRect/>
          <a:stretch>
            <a:fillRect/>
          </a:stretch>
        </p:blipFill>
        <p:spPr bwMode="auto">
          <a:xfrm>
            <a:off x="6948264" y="3789040"/>
            <a:ext cx="1368152" cy="864096"/>
          </a:xfrm>
          <a:prstGeom prst="rect">
            <a:avLst/>
          </a:prstGeom>
          <a:noFill/>
          <a:ln w="9525">
            <a:noFill/>
            <a:miter lim="800000"/>
            <a:headEnd/>
            <a:tailEnd/>
          </a:ln>
        </p:spPr>
      </p:pic>
      <p:pic>
        <p:nvPicPr>
          <p:cNvPr id="10" name="rg_hi" descr="http://t3.gstatic.com/images?q=tbn:ANd9GcRh1Qazh2ZRjKG7JydU-dxxp6Z6yc3xr_N_tCjP5BAVHM4FE6-O">
            <a:hlinkClick r:id="rId9"/>
          </p:cNvPr>
          <p:cNvPicPr/>
          <p:nvPr/>
        </p:nvPicPr>
        <p:blipFill>
          <a:blip r:embed="rId10" cstate="print"/>
          <a:srcRect/>
          <a:stretch>
            <a:fillRect/>
          </a:stretch>
        </p:blipFill>
        <p:spPr bwMode="auto">
          <a:xfrm>
            <a:off x="6732240" y="2060848"/>
            <a:ext cx="1080120" cy="953641"/>
          </a:xfrm>
          <a:prstGeom prst="rect">
            <a:avLst/>
          </a:prstGeom>
          <a:noFill/>
          <a:ln w="9525">
            <a:noFill/>
            <a:miter lim="800000"/>
            <a:headEnd/>
            <a:tailEnd/>
          </a:ln>
        </p:spPr>
      </p:pic>
      <p:pic>
        <p:nvPicPr>
          <p:cNvPr id="11" name="Picture 10" descr="http://t0.gstatic.com/images?q=tbn:ANd9GcRw6yJ85pgKNyt94SGu7S_8VHDXRWTSvVRsdGnE9LhLgYwWYU7N">
            <a:hlinkClick r:id="rId11"/>
          </p:cNvPr>
          <p:cNvPicPr/>
          <p:nvPr/>
        </p:nvPicPr>
        <p:blipFill>
          <a:blip r:embed="rId12" cstate="print"/>
          <a:srcRect/>
          <a:stretch>
            <a:fillRect/>
          </a:stretch>
        </p:blipFill>
        <p:spPr bwMode="auto">
          <a:xfrm>
            <a:off x="5364088" y="1628800"/>
            <a:ext cx="1368152" cy="1440160"/>
          </a:xfrm>
          <a:prstGeom prst="rect">
            <a:avLst/>
          </a:prstGeom>
          <a:noFill/>
          <a:ln w="9525">
            <a:noFill/>
            <a:miter lim="800000"/>
            <a:headEnd/>
            <a:tailEnd/>
          </a:ln>
        </p:spPr>
      </p:pic>
      <p:pic>
        <p:nvPicPr>
          <p:cNvPr id="151554" name="Picture 2" descr="http://myfirstmac.com/images/uploads/articleImages/windows-mac-programs1.jpg"/>
          <p:cNvPicPr>
            <a:picLocks noChangeAspect="1" noChangeArrowheads="1"/>
          </p:cNvPicPr>
          <p:nvPr/>
        </p:nvPicPr>
        <p:blipFill>
          <a:blip r:embed="rId13" cstate="print"/>
          <a:srcRect/>
          <a:stretch>
            <a:fillRect/>
          </a:stretch>
        </p:blipFill>
        <p:spPr bwMode="auto">
          <a:xfrm>
            <a:off x="467544" y="1556792"/>
            <a:ext cx="4191000" cy="46101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467600" cy="954360"/>
          </a:xfrm>
        </p:spPr>
        <p:txBody>
          <a:bodyPr>
            <a:normAutofit/>
          </a:bodyPr>
          <a:lstStyle/>
          <a:p>
            <a:r>
              <a:rPr lang="en-AU" sz="3400" b="1" dirty="0" smtClean="0">
                <a:solidFill>
                  <a:srgbClr val="FF6600"/>
                </a:solidFill>
                <a:latin typeface="Helvetica" pitchFamily="34" charset="0"/>
              </a:rPr>
              <a:t>Office hardware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323528" y="1196752"/>
            <a:ext cx="7107560" cy="5112568"/>
          </a:xfrm>
        </p:spPr>
        <p:txBody>
          <a:bodyPr>
            <a:noAutofit/>
          </a:bodyPr>
          <a:lstStyle/>
          <a:p>
            <a:pPr>
              <a:spcBef>
                <a:spcPts val="300"/>
              </a:spcBef>
              <a:spcAft>
                <a:spcPts val="300"/>
              </a:spcAft>
            </a:pPr>
            <a:r>
              <a:rPr lang="en-AU" sz="2200" dirty="0" smtClean="0">
                <a:latin typeface="Helvetica" pitchFamily="34" charset="0"/>
              </a:rPr>
              <a:t>Computers, including laptops </a:t>
            </a:r>
          </a:p>
          <a:p>
            <a:pPr>
              <a:spcBef>
                <a:spcPts val="300"/>
              </a:spcBef>
              <a:spcAft>
                <a:spcPts val="300"/>
              </a:spcAft>
            </a:pPr>
            <a:r>
              <a:rPr lang="en-AU" sz="2200" dirty="0" smtClean="0">
                <a:latin typeface="Helvetica" pitchFamily="34" charset="0"/>
              </a:rPr>
              <a:t>Digital cameras </a:t>
            </a:r>
          </a:p>
          <a:p>
            <a:pPr>
              <a:spcBef>
                <a:spcPts val="300"/>
              </a:spcBef>
              <a:spcAft>
                <a:spcPts val="300"/>
              </a:spcAft>
            </a:pPr>
            <a:r>
              <a:rPr lang="en-AU" sz="2200" dirty="0" smtClean="0">
                <a:latin typeface="Helvetica" pitchFamily="34" charset="0"/>
              </a:rPr>
              <a:t>Zip drives </a:t>
            </a:r>
          </a:p>
          <a:p>
            <a:pPr>
              <a:spcBef>
                <a:spcPts val="300"/>
              </a:spcBef>
              <a:spcAft>
                <a:spcPts val="300"/>
              </a:spcAft>
            </a:pPr>
            <a:r>
              <a:rPr lang="en-AU" sz="2200" dirty="0" smtClean="0">
                <a:latin typeface="Helvetica" pitchFamily="34" charset="0"/>
              </a:rPr>
              <a:t>Modems </a:t>
            </a:r>
          </a:p>
          <a:p>
            <a:pPr>
              <a:spcBef>
                <a:spcPts val="300"/>
              </a:spcBef>
              <a:spcAft>
                <a:spcPts val="300"/>
              </a:spcAft>
            </a:pPr>
            <a:r>
              <a:rPr lang="en-AU" sz="2200" dirty="0" smtClean="0">
                <a:latin typeface="Helvetica" pitchFamily="34" charset="0"/>
              </a:rPr>
              <a:t>Printer/scanner/photocopier combination </a:t>
            </a:r>
          </a:p>
          <a:p>
            <a:pPr>
              <a:spcBef>
                <a:spcPts val="300"/>
              </a:spcBef>
              <a:spcAft>
                <a:spcPts val="300"/>
              </a:spcAft>
            </a:pPr>
            <a:r>
              <a:rPr lang="en-AU" sz="2200" dirty="0" smtClean="0">
                <a:latin typeface="Helvetica" pitchFamily="34" charset="0"/>
              </a:rPr>
              <a:t>Facsimile </a:t>
            </a:r>
          </a:p>
          <a:p>
            <a:pPr>
              <a:spcBef>
                <a:spcPts val="300"/>
              </a:spcBef>
              <a:spcAft>
                <a:spcPts val="300"/>
              </a:spcAft>
            </a:pPr>
            <a:r>
              <a:rPr lang="en-AU" sz="2200" dirty="0" smtClean="0">
                <a:latin typeface="Helvetica" pitchFamily="34" charset="0"/>
              </a:rPr>
              <a:t>Paging equipment </a:t>
            </a:r>
          </a:p>
          <a:p>
            <a:pPr>
              <a:spcBef>
                <a:spcPts val="300"/>
              </a:spcBef>
              <a:spcAft>
                <a:spcPts val="300"/>
              </a:spcAft>
            </a:pPr>
            <a:r>
              <a:rPr lang="en-AU" sz="2200" dirty="0" smtClean="0">
                <a:latin typeface="Helvetica" pitchFamily="34" charset="0"/>
              </a:rPr>
              <a:t>Calculators </a:t>
            </a:r>
          </a:p>
          <a:p>
            <a:pPr>
              <a:spcBef>
                <a:spcPts val="300"/>
              </a:spcBef>
              <a:spcAft>
                <a:spcPts val="300"/>
              </a:spcAft>
            </a:pPr>
            <a:r>
              <a:rPr lang="en-AU" sz="2200" dirty="0" smtClean="0">
                <a:latin typeface="Helvetica" pitchFamily="34" charset="0"/>
              </a:rPr>
              <a:t>Audio-transcribing machine </a:t>
            </a:r>
          </a:p>
          <a:p>
            <a:pPr>
              <a:spcBef>
                <a:spcPts val="300"/>
              </a:spcBef>
              <a:spcAft>
                <a:spcPts val="300"/>
              </a:spcAft>
            </a:pPr>
            <a:r>
              <a:rPr lang="en-AU" sz="2200" dirty="0" smtClean="0">
                <a:latin typeface="Helvetica" pitchFamily="34" charset="0"/>
              </a:rPr>
              <a:t>Telephone answering machines </a:t>
            </a:r>
          </a:p>
          <a:p>
            <a:pPr>
              <a:spcBef>
                <a:spcPts val="300"/>
              </a:spcBef>
              <a:spcAft>
                <a:spcPts val="300"/>
              </a:spcAft>
            </a:pPr>
            <a:r>
              <a:rPr lang="en-AU" sz="2200" dirty="0" smtClean="0">
                <a:latin typeface="Helvetica" pitchFamily="34" charset="0"/>
              </a:rPr>
              <a:t>External hard drives</a:t>
            </a:r>
          </a:p>
          <a:p>
            <a:pPr>
              <a:spcBef>
                <a:spcPts val="300"/>
              </a:spcBef>
              <a:spcAft>
                <a:spcPts val="300"/>
              </a:spcAft>
            </a:pPr>
            <a:r>
              <a:rPr lang="en-AU" sz="2200" dirty="0" err="1" smtClean="0">
                <a:latin typeface="Helvetica" pitchFamily="34" charset="0"/>
              </a:rPr>
              <a:t>Ergonomical</a:t>
            </a:r>
            <a:r>
              <a:rPr lang="en-AU" sz="2200" dirty="0" smtClean="0">
                <a:latin typeface="Helvetica" pitchFamily="34" charset="0"/>
              </a:rPr>
              <a:t> mouse.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7" name="Picture 6" descr="C:\Documents and Settings\jirayut\Local Settings\Temporary Internet Files\Content.IE5\54081KBU\MC900432577[1].png"/>
          <p:cNvPicPr/>
          <p:nvPr/>
        </p:nvPicPr>
        <p:blipFill>
          <a:blip r:embed="rId3" cstate="print"/>
          <a:srcRect/>
          <a:stretch>
            <a:fillRect/>
          </a:stretch>
        </p:blipFill>
        <p:spPr bwMode="auto">
          <a:xfrm>
            <a:off x="6660232" y="2564904"/>
            <a:ext cx="1214323" cy="1126540"/>
          </a:xfrm>
          <a:prstGeom prst="rect">
            <a:avLst/>
          </a:prstGeom>
          <a:noFill/>
          <a:ln w="9525">
            <a:noFill/>
            <a:miter lim="800000"/>
            <a:headEnd/>
            <a:tailEnd/>
          </a:ln>
        </p:spPr>
      </p:pic>
      <p:pic>
        <p:nvPicPr>
          <p:cNvPr id="163841" name="Picture 1" descr="C:\Documents and Settings\jirayut\Local Settings\Temporary Internet Files\Content.IE5\TKO24698\MC900434860[1].png"/>
          <p:cNvPicPr>
            <a:picLocks noChangeAspect="1" noChangeArrowheads="1"/>
          </p:cNvPicPr>
          <p:nvPr/>
        </p:nvPicPr>
        <p:blipFill>
          <a:blip r:embed="rId4" cstate="print"/>
          <a:srcRect/>
          <a:stretch>
            <a:fillRect/>
          </a:stretch>
        </p:blipFill>
        <p:spPr bwMode="auto">
          <a:xfrm>
            <a:off x="7668344" y="1700808"/>
            <a:ext cx="1080120" cy="1080120"/>
          </a:xfrm>
          <a:prstGeom prst="rect">
            <a:avLst/>
          </a:prstGeom>
          <a:noFill/>
        </p:spPr>
      </p:pic>
      <p:pic>
        <p:nvPicPr>
          <p:cNvPr id="163842" name="Picture 2" descr="C:\Documents and Settings\jirayut\Local Settings\Temporary Internet Files\Content.IE5\L3HMVMNM\MP900433098[1].jpg"/>
          <p:cNvPicPr>
            <a:picLocks noChangeAspect="1" noChangeArrowheads="1"/>
          </p:cNvPicPr>
          <p:nvPr/>
        </p:nvPicPr>
        <p:blipFill>
          <a:blip r:embed="rId5" cstate="print"/>
          <a:srcRect/>
          <a:stretch>
            <a:fillRect/>
          </a:stretch>
        </p:blipFill>
        <p:spPr bwMode="auto">
          <a:xfrm>
            <a:off x="6444208" y="3717032"/>
            <a:ext cx="1080120" cy="1658079"/>
          </a:xfrm>
          <a:prstGeom prst="rect">
            <a:avLst/>
          </a:prstGeom>
          <a:noFill/>
        </p:spPr>
      </p:pic>
      <p:pic>
        <p:nvPicPr>
          <p:cNvPr id="163843" name="Picture 3" descr="C:\Documents and Settings\jirayut\Local Settings\Temporary Internet Files\Content.IE5\L3HMVMNM\MC900434868[1].png"/>
          <p:cNvPicPr>
            <a:picLocks noChangeAspect="1" noChangeArrowheads="1"/>
          </p:cNvPicPr>
          <p:nvPr/>
        </p:nvPicPr>
        <p:blipFill>
          <a:blip r:embed="rId6" cstate="print"/>
          <a:srcRect/>
          <a:stretch>
            <a:fillRect/>
          </a:stretch>
        </p:blipFill>
        <p:spPr bwMode="auto">
          <a:xfrm>
            <a:off x="6588224" y="980728"/>
            <a:ext cx="1224136" cy="1224136"/>
          </a:xfrm>
          <a:prstGeom prst="rect">
            <a:avLst/>
          </a:prstGeom>
          <a:noFill/>
        </p:spPr>
      </p:pic>
      <p:pic>
        <p:nvPicPr>
          <p:cNvPr id="6" name="Picture 5" descr="C:\Documents and Settings\jirayut\Local Settings\Temporary Internet Files\Content.IE5\O0D6VI64\MC900431539[1].png"/>
          <p:cNvPicPr/>
          <p:nvPr/>
        </p:nvPicPr>
        <p:blipFill>
          <a:blip r:embed="rId7" cstate="print"/>
          <a:srcRect/>
          <a:stretch>
            <a:fillRect/>
          </a:stretch>
        </p:blipFill>
        <p:spPr bwMode="auto">
          <a:xfrm>
            <a:off x="7668344" y="3645024"/>
            <a:ext cx="961517" cy="10168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7467600" cy="1143000"/>
          </a:xfrm>
        </p:spPr>
        <p:txBody>
          <a:bodyPr>
            <a:normAutofit/>
          </a:bodyPr>
          <a:lstStyle/>
          <a:p>
            <a:r>
              <a:rPr lang="en-AU" sz="3400" b="1" dirty="0" smtClean="0">
                <a:solidFill>
                  <a:srgbClr val="FF6600"/>
                </a:solidFill>
                <a:latin typeface="Helvetica" pitchFamily="34" charset="0"/>
              </a:rPr>
              <a:t>Office software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628800"/>
            <a:ext cx="7467600" cy="3744416"/>
          </a:xfrm>
        </p:spPr>
        <p:txBody>
          <a:bodyPr>
            <a:normAutofit/>
          </a:bodyPr>
          <a:lstStyle/>
          <a:p>
            <a:pPr>
              <a:spcBef>
                <a:spcPts val="300"/>
              </a:spcBef>
              <a:spcAft>
                <a:spcPts val="300"/>
              </a:spcAft>
            </a:pPr>
            <a:r>
              <a:rPr lang="en-AU" sz="2200" dirty="0" smtClean="0">
                <a:latin typeface="Helvetica" pitchFamily="34" charset="0"/>
              </a:rPr>
              <a:t>Email and internet browsers </a:t>
            </a:r>
          </a:p>
          <a:p>
            <a:pPr>
              <a:spcBef>
                <a:spcPts val="300"/>
              </a:spcBef>
              <a:spcAft>
                <a:spcPts val="300"/>
              </a:spcAft>
            </a:pPr>
            <a:r>
              <a:rPr lang="en-AU" sz="2200" dirty="0" smtClean="0">
                <a:latin typeface="Helvetica" pitchFamily="34" charset="0"/>
              </a:rPr>
              <a:t>Word processing </a:t>
            </a:r>
          </a:p>
          <a:p>
            <a:pPr>
              <a:spcBef>
                <a:spcPts val="300"/>
              </a:spcBef>
              <a:spcAft>
                <a:spcPts val="300"/>
              </a:spcAft>
            </a:pPr>
            <a:r>
              <a:rPr lang="en-AU" sz="2200" dirty="0" smtClean="0">
                <a:latin typeface="Helvetica" pitchFamily="34" charset="0"/>
              </a:rPr>
              <a:t>Spreadsheets </a:t>
            </a:r>
          </a:p>
          <a:p>
            <a:pPr>
              <a:spcBef>
                <a:spcPts val="300"/>
              </a:spcBef>
              <a:spcAft>
                <a:spcPts val="300"/>
              </a:spcAft>
            </a:pPr>
            <a:r>
              <a:rPr lang="en-AU" sz="2200" dirty="0" smtClean="0">
                <a:latin typeface="Helvetica" pitchFamily="34" charset="0"/>
              </a:rPr>
              <a:t>Databases </a:t>
            </a:r>
          </a:p>
          <a:p>
            <a:pPr>
              <a:spcBef>
                <a:spcPts val="300"/>
              </a:spcBef>
              <a:spcAft>
                <a:spcPts val="300"/>
              </a:spcAft>
            </a:pPr>
            <a:r>
              <a:rPr lang="en-AU" sz="2200" dirty="0" smtClean="0">
                <a:latin typeface="Helvetica" pitchFamily="34" charset="0"/>
              </a:rPr>
              <a:t>Work project</a:t>
            </a:r>
          </a:p>
          <a:p>
            <a:pPr>
              <a:spcBef>
                <a:spcPts val="300"/>
              </a:spcBef>
              <a:spcAft>
                <a:spcPts val="300"/>
              </a:spcAft>
            </a:pPr>
            <a:r>
              <a:rPr lang="en-AU" sz="2200" dirty="0" smtClean="0">
                <a:latin typeface="Helvetica" pitchFamily="34" charset="0"/>
              </a:rPr>
              <a:t>Accounting packages </a:t>
            </a:r>
          </a:p>
          <a:p>
            <a:pPr>
              <a:spcBef>
                <a:spcPts val="300"/>
              </a:spcBef>
              <a:spcAft>
                <a:spcPts val="300"/>
              </a:spcAft>
            </a:pPr>
            <a:r>
              <a:rPr lang="en-AU" sz="2200" dirty="0" smtClean="0">
                <a:latin typeface="Helvetica" pitchFamily="34" charset="0"/>
              </a:rPr>
              <a:t>Presentation packages. </a:t>
            </a:r>
          </a:p>
          <a:p>
            <a:pPr marL="1219536" lvl="3" indent="-360000">
              <a:spcBef>
                <a:spcPts val="600"/>
              </a:spcBef>
              <a:spcAft>
                <a:spcPts val="1200"/>
              </a:spcAft>
            </a:pPr>
            <a:endParaRPr lang="en-US" sz="1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54275" name="Picture 3" descr="http://googleads.g.doubleclick.net/simgad/6895596537746537521">
            <a:hlinkClick r:id="rId3"/>
          </p:cNvPr>
          <p:cNvPicPr>
            <a:picLocks noChangeAspect="1" noChangeArrowheads="1"/>
          </p:cNvPicPr>
          <p:nvPr/>
        </p:nvPicPr>
        <p:blipFill>
          <a:blip r:embed="rId4" cstate="print"/>
          <a:srcRect/>
          <a:stretch>
            <a:fillRect/>
          </a:stretch>
        </p:blipFill>
        <p:spPr bwMode="auto">
          <a:xfrm>
            <a:off x="6444208" y="1408816"/>
            <a:ext cx="1440160" cy="1360951"/>
          </a:xfrm>
          <a:prstGeom prst="rect">
            <a:avLst/>
          </a:prstGeom>
          <a:noFill/>
        </p:spPr>
      </p:pic>
      <p:sp>
        <p:nvSpPr>
          <p:cNvPr id="54277" name="AutoShape 5" descr="data:image/jpeg;base64,/9j/4AAQSkZJRgABAQAAAQABAAD/2wBDAAkGBwgHBgkIBwgKCgkLDRYPDQwMDRsUFRAWIB0iIiAdHx8kKDQsJCYxJx8fLT0tMTU3Ojo6Iys/RD84QzQ5Ojf/2wBDAQoKCg0MDRoPDxo3JR8lNzc3Nzc3Nzc3Nzc3Nzc3Nzc3Nzc3Nzc3Nzc3Nzc3Nzc3Nzc3Nzc3Nzc3Nzc3Nzc3Nzf/wAARCACbAKcDASIAAhEBAxEB/8QAHAAAAQUBAQEAAAAAAAAAAAAAAAIDBAUGBwEI/8QAUBAAAQMCAwIJBggIDAcAAAAAAQACAwQRBRIhBjEHExQiQVFhkbEyNnGBocEjQlJyc4Ky0RUWJDNidMLwJTQ1Q0RTVGOS0uHiJkVkg4Si8f/EABoBAAIDAQEAAAAAAAAAAAAAAAADAQIEBQb/xAAtEQACAgECAwcEAgMAAAAAAAAAAQIDEQQyEiExBRMVQUJRcRQiUqEjM2GBkf/aAAwDAQACEQMRAD8A7ihCEACEIQAKNiNbT4dRS1lbK2GnibmfI7c0KSs1wkeY+MW/qD4hWiuKSRaK4pJFHiPCxgNOS2khrax267Isje95B7gs3iPC3iUt24bh1NA35czjIe4W8Vj8Jw41YfLxFROAdWQW0A3kkkADVXX4GfHTSSuw6OJjG3dxs+aQa28lotf1rY1p63iT5m9UQj5ZFs232krKStllxR7HxNaWCFjWhpv6CoEO3m1Ue7GJX/PjYf2VApWhlDijWjQAD/2XmFU8QhkqpozKGOaxkd7ZnONgFocK0uhfgh7FyzhI2sZ/TYnAfLpmn7lIj4UtqGeU6gf86mPueEmfC8Yp2yOlwfDskTM7iJjYN16b9hTBosR450Ltm2OeHBlmTeUSL6a66a33BZ1dppc01/1Ed0vxLKHhZx5v56kw+Tsax7f2ipUfDBiIPwuD0p+bO4e5UJoKp08kH4sSuljaHObHNfQ3sQekGx3dSrMSpWcQ6ZtK6mcwtDo3PuRe+h00Om4q6VE3hY/0yHVDzibyLhgP87g4+rP94UgcMFH8fBqv6sjD42XI0bgr/S1exD09fsd7p9vsPlp6eY0dW1s8MczRZpID2hwB53apDNuMKPlR1LfTGPcVzvDoS/CMNdxkTfyGnFnPAP5pqe5M87nRG5tpK2/ivJ3ay6FkoromcGd84zaR0Vm2WDO3zSt9MTk/FtRg8rsrKwXsTqxw3C/UuZSU8sTQ6QDKTa4cD4FFP+et/dv+wUV6+1zSaXMIaiTkk0dPwvabBcXmbDhuJU9RK5heI2OuS0dNurVC5FwMhv40wWAvyF+tj+ihd22tQlhHSsgoSwd2QhCUKBCEIAFmuEjzHxe39QfELSrNcJPmNjH0B8Qr1718l696OKYPiMlJRvjiq2U+cOZJeHjHOaegagBLmxezHDltZUaHmvc1jNTfyWjXU3sSoFHPQxQltTTOkeXXDwAbCwFt46v9E/FidFFM0x4VCGZgS4hpfvvvLfRbVdGVMHNy4cs6bzkRQuL8PxMu3ljT7U9hj38gayGF00rKmOXi273BpumsO1w7EtSbtbqfSoLC+PVji0jqTJLiWAZuKnabFKiCSGbAKoRyxyMeQ4k87yfi9G71qJHtDXwyYaZcNrnxU1K6nqGljvhbgDMDbQ81ZgVlTluJnj1letxOtabCokH1isEezaIrCiv2RxTNbQbVQ0mWA4TiLaSKnjhhDosz+aSSXXFuruVFi1Q58dXPLC6B1bUca2F7rva21hm9KgnF68acpl/xlQpZXyuzSOLj1kptGhrpm5wXMn7n1EdiDuKEHcVuZY6DhgvhOGBrInfkEGjnWP5pnb++qkGIjV1IzS2gf/qo2GNJwnC7wtfehgHlWJPFM7ej3qUYHXuaNwPZIvB6nPfS+WeVt3s8MOUXNG6x6RJ/9So4XNlzcS+NvFyDna/FKQYeab0kgJ3EHd7EQRyMmHGte0ZH7wfklLq/sj8lYbkV/A40jaunO4chkv3sQpnBTFk2piI/sbx9lC9ZqHmZ3L3mZ2hCELOZwQhCABZrhJ8xsY/Vz4haVZrhI8x8Y+gPiFevevkvXvR89IQhdk66LXCRegxD5jfFRQy7fSpOFfyfX/Mb4ptoS/NipdWMsZdgTUrLEelSWts9w6d6ROw5d3SpTBEZzUmyecLhNZSH2Viwmy9Db6JZYepOsZoCjIZLSm2mmp4Kenkw6ilbDCyJjy+VrnNa0NBNn2vYdAT42pbfXBqf6tXIPEFUNY0xmJ97FxIN1KZLKcRipAWcmcWjKWjnNIF3Xte+8+pYJ6LTSlxOCMk9PS3lxNFg2OQ4k+ZjsMdEYjbmV1798am1laKalllp6WRsgYQ0y1Ie1txYnKGC5sTbXvWX2XfkxmaPMDniDge0aFaatbnppG6c5h3ehK+h06kmooX9NUnyRY8GrQ3allv7M8fZQvODR4dtNEeulefsoRfvIt3HXkIQkCAQhCABZrhI8x8Y+gPiFpVmuEjzHxj6A+IV696+S9e9Hz0hCF2TsIt8GbmoMQGn5tu/5yaYHhoyg2OmiewT+JYhpfmN+0mmuA0039SW+rEvqILSHjQpT2uc0A3NhohzhfSyVe40t7VBAzHC5wtlLiOxNzwvikbnaWk9BVhQvyVDtN4slYw3O2KXp6e9GeZGSBkNgDuUnDqeSchkLc0l9yQLEA9an4FKIcSjzGwLxf0EWRJg3yIe0VBNSUbXSNaHBwcLdAvb3qBHPLxQY2SzCBpfo6lsNq4eVYQ85QHAuYSPRp4LN7PYM7GYXmOobE6MC4cwu0N9d46lRSyssqpZXMawZ/F41SvJbzmujPsPuK2MsTzGS2N2W1yVmcbwxmD4rRMjLnNu1+d1tSSWnd6lsxIHULWuB51wPFUk/MpJ+aG+DDzna35NPKO4hC94MtNr3s/uZD35ShZbn94i1/cdhQhCQIBCEIAFmuEjzHxj6A+IWlWa4SPMfGPoD4hXr3r5L170fPSEIXZOwi1wgkUGIEfIb9pRcxUnCjbD8Q+Y37ShZ1TzYp9WOZivQ8pnOjjEYIwSGSlsjXe5Tap3GUxHSHaKszKSyYcWQd53qGiGhMRuwJ+B5ZUMcN/Z2KLG62nRdOg2c09qgDZ1jRU4dOQAQ5jZdPb7Fm9hJeJxWppXDeHDf8k6ey6t6PFoI6FsMwkL8uUgDS3pWewp4pdqISb2e8esEW8UlLkxOOTTLfb+K9NT1DQS9oc31izh4K0opA+igkG7MPaExtUzjsHlc65EUzXdGg3HxTWzlQ38ER8a4AhoGvWFXrEr6S34Om5dt3t3fk8niEJewBaduczDcGmkt3tQs124RbuOtoQhJFAhCEACzXCR5j4x9AfELSrNcJPmNjH6ufEK9e9fJevej56QhC7J1yzwz+TsQ+Y3xTVBDTTmQVM/EgNJa7Q3PV3JzDf5NxD5jfFRqJ9CyRzsRZI+PKcrYzY5ujW4VPcW+paDCKCQOczEQWtZneQ0HLZtzfXrHtHak/g7DMrT+E2l3xmtLbHs3+q/o7VG5bg+RjWUcpBa4vaXE3JDbWdmvlFj1b+kr11RgjmlseGVBfe4LpnbtOp37374w/MrhjzaLDJLOZiLWDOQ5pIPNDnAEX6bZNO0lLbR4UQf4Qsb20Atu33Otr6dfYmXz4VNHUOgwx7HZXPDnOcADvAABI3nXs06FXthmLHSCGRzGeU4NOm/7ijAY/yPTBkdTI2J4fG1xDXDpHQlFwI0vu6UwI5AL8VJZo1OU6JbHahGCSxgeMgLukWsoGIuMFZBUsOoGvpBuFJp3XadRoelNYqA6mY67ea8dyqyrRtMRbyqirY2uuJIA8duh+5Z3Z+XPhz23vlkJ79fetDgs7Z8Lpnvc03iDXerQ+9ZjAxyeaqpiRzDbuNvckroKXRo2PByP+Lmn/ppP2UI4ODfa1v6tJ4tQst24z27jrqEISRIIQhAAs1wk+Y2Mfq58QtKszwk67D4v9B7wr1718l696Pn5jb62zdAaDa/rXrmEnyCw2uADcH19acp4XVEzYY25r2Go07b9m8p7EKB1DKGOtldq1zWgDTsGgK0z1OLuDPP2NUr33mCVgtLLVYZiwgaXSRwCQMaLlwBuQB0m2tlXYdiBpHGanyuL22uddN+i0Gxrix+IPjJaeKaWkGxGoI8VayQUMjjJPhOGyyvN3PdSgF5PSbWBPak6jtOGntcJryF362NdnDJcsGcO0koLMtLTBrQeaWmxPX+/QUVO0tQ945OyOFo011J03k+s9wWi5Nh1ubgmFA3trRtuO9BpqEajCMKH/gRHxaUjxrTr0sQ+0al0iZWox+qqInRSGIRvFiACLC3RYoftPVk3M0A1u4W0J71qxDStPNw3C2kbsuHU/8AkT7Z3x/m46ZlvkUsTfBqo+3KfwYeJV/iYuXaaqkY5j6mENdcOy2BN9+5V7KuDomj/wAQXSW19aQ7JO/K0XOQAAC9ugdZSfwlXW/js4H0xHgVD7dgulbK+JxXSJhadz3eRG5w7Gkp+eCqmp3sbR1DiRplhcfctia6sdvraoj6d/3rzlVT/aqg+mZx96X46n6P2Vfaa/EpMEmrKWi4qXDa7M1xygUj9x16lFhp8Qdi00zMMrmskubcmeLbuxaQ1FQf6RMfTIfvSHyyEayPI7XFU8b9ofsr4l7RLfg4oZKfaIzVoMc7oHtjhPlNFwS53V0ADfvPpE7sDb8Yh2wv9yE2nUyvjxsI3SsXEzp6EITxgIQhAAs1wj6bEYueqD3haVZrhJ8xsY+gPiFevei9e9HB8NquR1DZ3MzNa0ggDXUffZTcXrIq/DqSVrSx5c+7DvbYEEeCqGEX16B17v33dyUWhuobYu6yCXHq0HrVrNPDvlZ6kNnVHvOPzRotkRbl7egQge1aDDQ3lnHzOayKmaZXOcCRcaNFgCfKLdw61ntkDzsQA3cSLH1/6LTxYRiMreZTuDX2NnvDb9IuCVye0lJapNLOEjBrU++WF5CpaZlRI+tY3lxkhEpjga+MSy5gyU2tmAB51t/OHQmxRNMcB5LI2KWT4apc535N8JlLOoWAHlAk5uxSBs5iTraRgg3FphobWJ06UobKYg4k5ae5/TJv7Fl4ZPn3fMz4k/SMmhHky0Rpql4mEVPxjiXgNu084m5vpe9j1aJTKenimp4pqeBxfPFHMXm5Y0wguIN9DmJ1T7Nja8tIPJG3O7nn9hPx7G1lrGWJo6mxu+4K3Db5Vk8MvKJVxCKWChfNHStaaSG5aGgl+dnGXF7/ACt/WVIg5PLPxoiphxYkuWsjDQBI3I2zrNu5uYAnW196s2bF1G/lDvqw/wC5SafZCpgJMVXK0u0d8Cwg27CSE2MLm+cC0YzysoyE2bjpc8fFu4x12WAyG5006tyQtp+JWYl0k8xc43JOXUneUtmxEXxpJT9cf5VlehubzgV9PP2MQvHLfN2Jpel0p/7v+1LOxVCBoxxP6UzvcreH3ErTTM7sFptE36F/uQtDg2z4w3HxLCSGcU4Oa5199tQfcULdpqp1w4WaaouMcM1yQXWS14Wg71uHjZkCSZgESQF3kusoc8E7NwLh2IAlce3rWc4RZg/YnGGg/wAx7wpUs8kZs4OCzm29Xn2UxNt98J6e0K9W9fJevejjdyDdpsete5zqA1jbixyg6+3wSoOJL/hy8M62AXB9aXLFEIy+Koa8X8gtLXLrOEX1OrKKbNrwR07arGKpjhe0OZvYbjVdendT4dC0mGR4Jt8HGXm/WbLlHAsbY7V/q/vC7KLEXXO1K/kZz9T/AGMrRisT3GOKkqnPDScvJ3N6OspdNiBnlbGKGqiuLl0sYaB7VYWHUEZW9QWcRyAbl6heXHWgg8OhVbWY9g9DIY63FKGneN7ZahjCPUSrGQXBtvtouKHg82llrKyeSgoJDPM94fPUc4Akm+g7QmVQjLc8Da4RlueDpsm2mzEe/H8NPzahrvAph+32y7P+dUzuxpJPsCwUXBtj7srizCInAk3BcfVuUtnBji+TXEMKj6QG0hNtLaap3d0L1DO7pXqNTNwlbLRf0+R/zKd7vALyg4Rtn8SxGnoaOSpfNUPyMvTuaL9pKzreC/E8xedoqeJxtfi8PB3fXCsME4O48MxenxKuxeaump9Y28S2NoPQTYnrKhxoSznmDjSk+fM3ces9+woSac3m9SFmMxLQhCABCEIAbkhjlFpGNcP0hdU2O7MUeL4bUUZfJT8c3LnjsS3t1V6vDuUp4eUSnh5RxfFuCjF6cF2GVdPWAfEk+Cfb06g+xY/EsBxjCgXYlhlTTsbveW5mj0ubce1fTBCSQCNQCtMdXNdeZpjq5LrzOMcDBDsbqi12nEbx6Quxtd8EDfvUWnwvD4aw1UNHBHO5tnSMjDS4dtt6nNYxugaAEq2fHLIq2fHLJHM3Ntmb39qWKhhtz9SnQxg3NA9SVYdQShQwZddL9y8a526zu5SF6gBkF3ySgZ76MTyEANEPPQO9GR3WE4vUAMmIneQkmmv8b2KQhADMdOGOzZiShPIQB//Z"/>
          <p:cNvSpPr>
            <a:spLocks noChangeAspect="1" noChangeArrowheads="1"/>
          </p:cNvSpPr>
          <p:nvPr/>
        </p:nvSpPr>
        <p:spPr bwMode="auto">
          <a:xfrm>
            <a:off x="63500" y="-695325"/>
            <a:ext cx="1533525" cy="1428750"/>
          </a:xfrm>
          <a:prstGeom prst="rect">
            <a:avLst/>
          </a:prstGeom>
          <a:noFill/>
        </p:spPr>
        <p:txBody>
          <a:bodyPr vert="horz" wrap="square" lIns="91440" tIns="45720" rIns="91440" bIns="45720" numCol="1" anchor="t" anchorCtr="0" compatLnSpc="1">
            <a:prstTxWarp prst="textNoShape">
              <a:avLst/>
            </a:prstTxWarp>
          </a:bodyPr>
          <a:lstStyle/>
          <a:p>
            <a:endParaRPr lang="en-AU" dirty="0">
              <a:latin typeface="Helvetica" pitchFamily="34" charset="0"/>
            </a:endParaRPr>
          </a:p>
        </p:txBody>
      </p:sp>
      <p:pic>
        <p:nvPicPr>
          <p:cNvPr id="54279" name="Picture 7" descr="http://www.benkennie.com.au/assets/images/MYOB_Accounting.jpg"/>
          <p:cNvPicPr>
            <a:picLocks noChangeAspect="1" noChangeArrowheads="1"/>
          </p:cNvPicPr>
          <p:nvPr/>
        </p:nvPicPr>
        <p:blipFill>
          <a:blip r:embed="rId5" cstate="print"/>
          <a:srcRect/>
          <a:stretch>
            <a:fillRect/>
          </a:stretch>
        </p:blipFill>
        <p:spPr bwMode="auto">
          <a:xfrm>
            <a:off x="6516216" y="3140968"/>
            <a:ext cx="1236436" cy="1151409"/>
          </a:xfrm>
          <a:prstGeom prst="rect">
            <a:avLst/>
          </a:prstGeom>
          <a:noFill/>
        </p:spPr>
      </p:pic>
      <p:pic>
        <p:nvPicPr>
          <p:cNvPr id="54281" name="Picture 9" descr="http://0.tqn.com/d/presentationsoft/1/0/E/S/-/-/powerpoint-2010.png"/>
          <p:cNvPicPr>
            <a:picLocks noChangeAspect="1" noChangeArrowheads="1"/>
          </p:cNvPicPr>
          <p:nvPr/>
        </p:nvPicPr>
        <p:blipFill>
          <a:blip r:embed="rId6" cstate="print"/>
          <a:srcRect/>
          <a:stretch>
            <a:fillRect/>
          </a:stretch>
        </p:blipFill>
        <p:spPr bwMode="auto">
          <a:xfrm>
            <a:off x="5652120" y="2420888"/>
            <a:ext cx="1097310" cy="1443829"/>
          </a:xfrm>
          <a:prstGeom prst="rect">
            <a:avLst/>
          </a:prstGeom>
          <a:noFill/>
        </p:spPr>
      </p:pic>
      <p:pic>
        <p:nvPicPr>
          <p:cNvPr id="54283" name="Picture 11" descr="http://t2.gstatic.com/images?q=tbn:ANd9GcSCvT_VYlo10Ij1JiesQsa9XIe8HJUabVNa0m6Xuf1y7VI6O3x4Qw"/>
          <p:cNvPicPr>
            <a:picLocks noChangeAspect="1" noChangeArrowheads="1"/>
          </p:cNvPicPr>
          <p:nvPr/>
        </p:nvPicPr>
        <p:blipFill>
          <a:blip r:embed="rId7" cstate="print"/>
          <a:srcRect/>
          <a:stretch>
            <a:fillRect/>
          </a:stretch>
        </p:blipFill>
        <p:spPr bwMode="auto">
          <a:xfrm>
            <a:off x="4932040" y="4725144"/>
            <a:ext cx="1296144" cy="872652"/>
          </a:xfrm>
          <a:prstGeom prst="rect">
            <a:avLst/>
          </a:prstGeom>
          <a:noFill/>
        </p:spPr>
      </p:pic>
      <p:sp>
        <p:nvSpPr>
          <p:cNvPr id="54285" name="AutoShape 13" descr="data:image/jpeg;base64,/9j/4AAQSkZJRgABAQAAAQABAAD/2wCEAAkGBhASDRUUEBQUFBUVFBgQFBQVFBQUFhQVFBQVFRUUFBQXHCYeGBkjGRQUHy8gIycpLCwtFh4xNTAqNScsLCkBCQoKDgwOGg8PGiwkHyQsLC4pKS8uKSksLCwqNCkpLiwsLCwsLCwsKSwsKSwtLCwsKSwsLCwpMCwpKSwpKSwpLP/AABEIAMwAzAMBIgACEQEDEQH/xAAcAAABBQEBAQAAAAAAAAAAAAAGAAEEBQcDAgj/xABMEAABAwEDBQkMBgkEAwEAAAABAAIDEQQFIQYSMVGRBxMiMkFhcYHSFRcjMzRSU3Oho7HRFGJykrLDJEJUgpOzweHwFkN0okTC04P/xAAaAQACAwEBAAAAAAAAAAAAAAAABAECAwUG/8QALxEAAgIBAgQFBAIBBQAAAAAAAAECAxESMQQTIVEiMjNBgRRSYXEjsfAFQkOR0f/aAAwDAQACEQMRAD8A3FJJJACXG12yOJhdI4MaOUmiqco8qo7K2nHlIq1ldHO48g+KDLLdtsvGTPkdRleM7BjeaNvL/lSl7L9L0xWWYztw9MerLq9d0dgws7M7678G9TRieuiqRbb2tXE3wNPmjem/ew+KK7syYslnoQ3Pf576OPUNAVo60nkwWfLnLzy+EZ6Jy88vhAF/om8H4veP3pXO+a9Dc7tfpIvvP7KNzKdZTb4dZ2o+mr/JHJh+QJO5xavSxbZOym72tq9JDtf2Ubb4dZ2pb4dZ2lH09fYOTX2AjvaWr0kO1/ZTd7O1ekh2v7KN99Os7Sm312s7Sj6evsRya+wEd7K1ekh2v7KXextXpIdr+yjbfXaztKbfXaztKORX2Dk19gJ72Fq9JDtf2U3evtXpIdr+yjbfnaztKW/O1naUcivsRya+wEd661ekh2ydlN3rbV6SHbJ2Ub787WdpS352s7Sp5NfYOTX2AfvWWv0kO2TspjuV2v0sO2Tso5352s7Sm352s7Sjk19g5NfYBu9Va/SwbZOym71Nr9LBtk7COt+drO0p9+drO0o5UOwcmvsAXeotfpYNsnYQ7lJk7JYpGxyuY4uZngszqUqRTEDHBbDHM7OGJ0jlOtZ9utn9Mi9R/wC71WdcVHKMrqoRg5RNLuuUujBKmKBc3igp6dOkJUeVWUgssXBoZX4Mbq1uPMPara2WtsUTpHmjWguPUs2u2yvvG3ufJXMHCf8AVYOLGOn5lL32OOIx3ZjbNrwx3ZIyZyZdanm0WkksJrjpkPLj5qOS8BoawBrQKADDDUByBJ5AAa0ANaKADRQaAOZc0V1qtYXyyIRUFhCSTVSqrkiTJVXklADkpiUxKaqgqPVeapVXmqAPVU1V5JTZygg9VTVXnOTVUEZPVUs5eKpVQRk9ZyWcvFUqoDJ7qlVeKpVQGTtCeEOkfEIC3XT+mxeo/wDd6OoTw2/aHxCBN14/psXqPzHqJ+Rmd3pP4NKubxQU9QLm8UFPTI+BW6PelGMgaeN4R/2Rg0dZqf3Va5MXZ9HsTQRR7+G7pcMB1CiFLaPpV95pxaJAz92Lje0Haj+0uxpqSdfinKfwhWHilKfwjiVk2U953nZLU6M2qYsPCjdUcJh0cmkaD/dayqPK7J4WuzFopvjeHE763K08x0bNS1mm10KXwc4+F9TLhlheH7TL94fJdBldeH7TL94fJVZgLXEOBBBoQdIIwIK6NjSbm+5ytU+7DfIXLGQ2nerY8yNko1j36WP5BXU7R00WgTx5rqbFhrY1rWR9+/S7LmPPhogAdb28j+vQefpW1Nmrws6HDWNrQ9/YsymqkV5JWwyRryvFkELpJDRrRXnJ5GjnJwWV2rLK2ukc4TPYCSQxpAa0cgGCnZdZRb/NvUZ8HGdI0PfoJ6BoHWhZWSFbJ5eEW3+rLd+0S7R8kv8AVlu/aJdo+SqVe5H5NuttrDMRG3hyu1N80HW7RtPIjBRam8IOsgIbS+F1ptkr3scM2JjjgccX06RQdZV45+OrmXW1zNwYwAMYA1oGjAUw5hoUYlVk+w0+iwj1VNnLxVKqpkrk91TVXiqVUBk95yWcvFUqoDJ3gPDb9ofEIG3Xz+mxeo/MejaA8Nv2h8QgfdgP6bF6j8x6JeRlLfSfwabc3igp6gXN4oKemjombZE8O9HvOqV/W5390cynhHpQPudj9Nk9U78bUbycY9KT4b0/kUp8nyeUxSK8krc0APL/ACdo76TGMDhKBr0B/XoPVrQcyNbTPE17S1wq1wLSDyg6Qswvm5TZ5yzS08Jh1t+Y0FI8RHHiQhfVh6kVjY1ZXLeD7PO2VmlukcjmnS09PyUdka6tjSWtp5RlFNPKNWMrJYmzRmrXivR089cChLLfKLeIN7jPhZAQKaWM0F3SdA69S45M5RizNkbLV0Ra59BiQ4NrQD61KdNEAXpeL553Sv0uNacjRyNHMAurVYrY6v8AsbnbmOVuREkkluLHSCBz3tawFznENaBpJJoAFs9yXO2wWJsTaGV/DlcOVx005hoG1De5rk4GMNtnHIRCDsL+vQOsoitFvBcSTUnUqylpQzBaFl7s9kpiVEdbxyBcnW53MFhqRDmiwqmqqt1qdrXMynWVGspzC2Mg1javBtLdYVTnJZyjWRzC0NsZr+Kb6c3n2Krzk+co1sjmMt7NbWmRunjNH/YIQ3YvLYvUfmPV9YneGZ9tv4gqDdj8ui9R+Y9aJ5gyZyzU/g0+5vFBT1AubxQU9OHVM43OD+mSeqP8xiNZOMekoJ3NfLJPUn8bEayaT0n4pPh/TQpT6aPJK8kpEpiti4xVZf10i0Q0/XbwmHn1dB+SsiV0skec8c2OxVcVJYZDWroZbvBBIIoQaEHSCNIK7NjRflpcVHb/ABjA4SDn0B/XoPUhhjFwr4OqbixSVel4OYjQ1fN3b2+o4rsRzHlCLhGuVtsIkjLXcvLqPIUcPxHKnn29yHEBVe5H5NuttrDMRG3hyu1N80c7tG08iqXWKTft6DSX5wYGjSSTQU6ahbPcWSrrNd28xOaJXjOleeVx0gU5AMBt5V6BPKyi1Vep/oj3vbmuIjjoI4xmtA0YCmHMNAVYXLlbLktUOJYaeczhDrpo6woTbwI0ivsKSlN58SwVscs5ZYFy8FyjttrTy06V0LlGTJs9ly85y8F68l6jJXJ0zks5cc9NnIyGTtnJ85cM9LPQRknWF3ho/WM/EFR7snl0XqPzHq2sD/DR+sZ+MKo3ZfLovUfmPW9fkZr/AMMv2jUbm8UFPUC5vFBT06dgzbc08sk9SfxsRrJxj0n4oJ3M/LJPUn8bEay8Y9J+KT4f00J0+mjwV5Kcry4rUuMSrC7Y+CTrw6gqaSck0by4IhgizWBuoUVodWWr6shZQXnDZ7JJJPxGtNR51cAwc5OCzC5rybPHntFDWjm1rmnVXlw5VB3T8r/pVo3mI1hhJFRokk0F3OBoHWeVDNw3qYJgTxHcF45tfSEtxlHNh03Wxz7uKTtwtkaQ1qRYlFICAQagioOsHlXpxXmvc2O+T0MDbeySVvCALGO5GuOgkbQDyZy0NZdIUbZMXzv0Wa4+EYKH6zeR39D/AHXb/wBO4jpypfH/AIMUyXlLtQLdcVnm8ZG0nzhwXbQpwKdddpPcYaT3Ay8MgOWCT91/aHyQ5bbntdn47HAecOE3aMNq1ZKiwlw8Xt0F58NCW3Qx5l5n9YV5wpEdsY7Qeo4LQ7xyWss3HjAd5zOA72YHrqha8tzZ4qbPIHfVfwT94YewLCVE1+RSfDTjt1KnOTZygW277XZj4Rj2jWRnN6nCo9q4x3v5w6x8li00KNNdGWuclnKLFa2O0EdGg7F1zlUjJNu93h4/WM/GFWbs3l0X/H/Mep13O8PH6xn42qBuz+XRf8f8x6Zq8rN16Mv2jU7m8UFPUC5vFBT08dkzTcy8sk9SfxsRrLxj0n4oK3MfLJPUn8bEY2mWjjrqfiUnR6aE6vTR5kkAUOWUlJ7q6VycVZsiTJl0Q50wPI3hdfJ/nMqvdMyr+jWbeYjSaYEVGlkehzuYnEDrPIriO2x2Wxvnl0canK7ka0c5PxWMXxbpLRaHyymrnmvMBoDRzAUCtq0RwZ32cuvSt2UTo14IU98S4PjRGeTjOIS5IX1hvLzoxjPNyt/qOtE5kXPcryMDmm12htQQ5kLTyggtfJ8WjrOpSb6u90ExYdHGYdbfmNBXJ47htL5kdnudSmM1UnIivensN4uhmbIzSDiOQjlaelRnSLg96ShmLyidWDVm25stnEkZq1wBrq1g89cFwbbnt5+n5oOyNygEUu8yHwchoK6GvOA6jo2I0nu136przHAr0VVvNjqW/uOxnrWUdI72YeNwfaFMZICKtIPQaobtETm8YEKLvzmmrSQeY0WmvG4c1rcMEkMw5SSN44DxsO0YIhbON7DncEUBNTSldZV4yTNYzUtjo5oIocVRXnkTY5qkx5jj+tHwD1jinYr0OB0J1LSe5MoxlujM703MJ21NnkbIPNdwHdR4p9iGbXDa7MaTMez7Yq3qdo2FbkvMkbXCjgCDpBFRsWMqIvYUnwcH5ehjF1360Tx54IpIwkjHQ8cibddt0ctsidG4OG8Uw5PCPwI0haLeO59YpXBzWb04HOrGaCoNcWcXYAgrLXcxtj3B9mLJQ1hbm1zH6ScA7gnTrCrGpxTQvKiyEHHc0u5vFBT1BuphbGA4UOoqcmTqmZ7mHlknqT+NiKbTx3faPxKFdy/y2T1J/GxFNp47vtH4lJVemhCv00cXFeWMLnADSTTancVUX1ehiZmsPDcCK8rQcCRz0qAolJRWWQ2VWXN+b/KIYz4KHgimh7xgXdA0Dr1oUfErF0S4viSTucnlitmZPLKx8Ss8lMl3Wy1hmIjbw5XDkbqHOdA6zyKPJGmgt80QO9SSR1xOY9za00VocUxXPr1MUkpZlsb5DA1jA1gDWtAa0DQABQAKqyjubf4CBx28Jh5/NPMfksVkyhtn7TP/ABZPmtsyQmc+7LM55LnOhYXOcSSSWipJOkp3w2pxZ1Kr435jgzCRxBIOBBoQeQjSFwfIjDdAuHNP0iMYHCUDkOgP69B56a0CukXFnS65aWKWJwlhnuSRabkNlJ9Ig3t58LGADrezQH9PIf7rKXyLrdd8Ps9obLHpacRyOaeM08xCYom65Z9itV3Lln2N3c0EY4qvtVxxP0VaebRsXKO/A+zsnho+NwqRoLeQg84NQV1s9+wu0nNOp2jboXVbi9zquUJbla3Jt4mbUhzK1J0GgxpT2J8sLdmxNjGlxzj9lv8AemxELXAioxXK02SOQUkaHDnFdmpQ4dGkQ6/C1H3M4s96zRHwb3N5tI62nBXFiy/IwnZX6zMD90/NWF4ZERuxicWHUeE35+1Cl65L2qKpLC5vnM4Q6xpGxLtWQ2E2ratg+u/KKzTYRyNzvNdwXbDp6lZLDJnez2FT7sywtkBAjkLxoDH8McwFcR1FEeJ+5BHjfaSNkSXOzOeY2mQAOzQXAaA6mIHNVcL2vFtns0kz9EbHSHnzRWnWcOtOHQz0yc9+LrQQNDRTrOJ/op6rrmFWFx0uOcekqxQSZjuXeWyepP42IptPHd9o/EoU3LfLZPUn+YxFdq47vtH4lJVemhCv00Q7VaAxhceT2nkCE7Q4veXO0n/KIntN2Pnka0OAFdFCceUnHUu/+g3emH8M9pJ8RXdY8Qj0X6JUHLYCXxKPJGjt2QDj/vN/hntLk/c5cf8Afb/DPbWMeFv+3+iron2M/lYocrVor9zJ5/32/wAI9tcX7lLz/wCQ3+Ee2moUWLdf0YS4ex+39GaSNW5ZIvpdNl9RH+EIRduQyH/yW/wT20dXVdZhscUOcHb2xsZdSlc0UrTGidqjKO5twtM65NyXsS5ImyRFrwC1wLXA6CDgVjGUl0ustpcytWnhRu85h0dY0HoWzWt9GYcuCFcpLjbaoc0nNc05zH0rTWCOUEf0UX161+Tbia9a6bmVOkXF70Xv3On+nb/DPbTxbmodptbWnnhdTbviVVUjm8mx+39HPc7ypEMxs8x8DMaCuhkhwB6HaD1IuvG73MmzBjnHgc4JwQ+Nxx5FRa2H/wDE/wD0Wh3PYZI7Oxloe2Z7BTfMzNJpxSQSeFTlrimoQljDHaK7NOma/TOd42gWaycHSAGN+0eX4lUdly2c3CZgcPObgdhw+CvL7uf6Q0DPLc2pGFQSdaDryyatMdTmZ41s4Xs0+xTY5J9NjW12ReY7BlYcobNLgyQA+a7gu2HT1KyWNzH/ADUpFiyptUHEkJaP1X8JvtxHUQqriPuRnHjMeZGlXnk7ZrQPCxtJ84cF33hjtQ9ZdzeOO1xytkJYx2eWPAJqMW0cOenIuV27p0ZoLRGWfWZwm9bdI6qoyslrZLG18ZzmuFWnEVHWtFy7OqNkqbnlbnZZ7uz31vdgbA08Kd+Pq46OO1xYNq0JYXuw23fLyAGhkW9jpD3Z3trsWktg4qemt/k2W5vFBT1AubxQU9WGTL9yzy2T1J/mMRVauO77R+JQnuV+WyepP8xiLLVx3faPxKSr9NHPr9JEy44KvLtQoOk/2+KulFu2DNiGs8I9f9qKUm4LCHa1iIkkklYuMV4L17ovDo9SCBCccq9tcDoUWRpC7Dgs6q9aghM6qNNYGO5uj5KMLe4acV3jvNh08Hp0bVGUyNSe5AtN0vHFo72FVM7C00cCDz4Iva4EYYrzLC1wo4AjnFVVwzsUlUnsBbLY9hqxxb0HDrGhFdktLhZg+bTm55wphpGGulFFtGTcTiC0luNSNII1Y6E2Uwk+jZsTS6pAdQVo0Y6NirFOOWysYygm2drHf9nk4rwD5ruCfbp6lYrKZtOOldLJlFaIfFyGnmu4Tdh0dVFRX9zJcVjzI0S8Lks848LG0nztDvvDFCd67m1amzyfuyf0ePku1g3RmaLRGW/WZwh1tOOyqJ7vvqzzjwMjX8wPCHS04q38dhfFN3+dTJ35IWsWhkckTm57wzPHCaKnE5wwwGOK2GzwNYxrGijWtDGjUGigGwLokrV1KvOC1NEas49yJe14CCzvkd+qMOck0aNpCwDLdxNoYTid7JPSXvWnbqV75rILODjJK2R/2WOGaOtxr+4s63QLJmSQE6XwF56N9kA9gCJPOUKcXPVlL2wblc3igp6gXN4oKetTpmWblR/TZPUH+YxGbYc+0Fv1zXoBNUF7lB/TpPUH+YxaHdsPhJHfWLRtqf6JWpZihGhZgl+SxSSSTQ8JMSnTEIAbPTgrm8Li4qMkZJa8SxBwoU0BObiubbcyuOCAyiJPdzv1cfYVWztIOII6USNcDoxTPjBFCARz4qrjko687Ao20uaatJHQpcOUjm8docNYwPyU+03FG7iktO0bCqW2XFM3QM4a2/LSs2pR2MWpw2CWxW1srM5laVpiKYhSFWWqQWaxYaWtzRzvPLtJKC7Pfc8XEeaeaeE3YdHUrSs04yXlbowpB5bbqhmHhGNdz0oepwxQzeW5+DjBJT6r8R94YjYV7sWXrdE7CPrMx2tP9CiGwX1BN4qRrjqrR33Tio/jsI/it/zqZXe2T9pgqZI3U84cJu0aOtUZkIdUEgjEEaeohb6qe2ZJ2OWQPdE0ODg+reDUg14QGB61jPhvtYrZwX2s75P2eVljibM5z5M0FxcSTU40JOmladSsUlVZU3t9GsMsvK1hDftu4LfaQmvKh/pCP6MoynvD6XfdAeCJmWdh04NeGlw/eLjsXrdpjDbbABgBZg0DUBI8BVOS8dbZE48kse0yNVxu3eXw/wDH/MkS1UtWo40Za65yfdGs3N4oKeoFzeKCnps7hlW5P5dJ6g/zGLUoYs0U5ydpJWFZOZSSWKV0kbWOLmb2Q6tKVDq4EY4Ih77lq9FB/wB+0lKrIxjhnOovhCGGauksm77tq9FB7ztJu+9avRQe87S150Tf6us1pJZJ34LX6KD3naTd+G1+ig952lPNiH1dXc1xeHwgrJe/Fa/RQe87Sbvx2v0UHvO0jmxI+rqNalacyjdVFWPsz/NKzfvyWv0UHvO0m78tr9FZ/edpDnFlXxVT9zRBBMDVocOhSYrXaBxoy7ooCsx781r9FZ/edpN357X6Gz+87SjUu5C4mpbNmvQzZw4rm8zhRdFjnfotnobP7ztJu/TbPQ2f3naV9aL/AFlXc1612Nkrc2RocNNOfWhy8MiGnGF+afNfiPvDEe1AffqtnobP7ztpu/XbPQ2f3nbVZaJbmcuIoluXFryWtjXU3ou52kEfFQn5M26tRBJXq+aid+u2ehs/vO2m79ls9DZ/edtYuqD92Lt0P3YQ3fbL7hoN6kkb5sgDv+2dne1HFz2yWWEOmiML6kFhIdo5ajkKyXv2Wz0Nn9520u/bbPQ2f3nbWsEo+7Nq764f7mzaFn+6s+eRkUEMUjwSZXlkb3DDgsBLRzuNOYIX79ts9DZ/edtN37rZ6Gz+87atJqSwTbxFVkXHOPg85PXLaGTQ50Mo8LG41ikFPCN0mmpe927y+H/j/mSJu/dbPQ2f3nbQtlZlZLb5myStYwsZvYDM6hFS6pziccVlCCgn13E/44VuMXnOPY+g7m8UFPUC5vFBT0ydwhy3WxxqQvHcaPUp6SAIHcaPUl3Gj1KekgCB3Gj1Jdxo9SnpIAgdxo9SXcaPUp6SAIHcaPUl3Gj1KekgCB3Gj1Jdxo9SnpIAgdxo9SXcaPUp6SAIHcaPUl3Gj1KekgCB3Gj1Jdxo9SnpIAgdxo9SXcaPUp6SAIHcaPUl3Gj1KekgCB3Gj1Jdxo9SnpIA8QxBooF7SSQB/9k="/>
          <p:cNvSpPr>
            <a:spLocks noChangeAspect="1" noChangeArrowheads="1"/>
          </p:cNvSpPr>
          <p:nvPr/>
        </p:nvSpPr>
        <p:spPr bwMode="auto">
          <a:xfrm>
            <a:off x="63500" y="-695325"/>
            <a:ext cx="1438275" cy="1438275"/>
          </a:xfrm>
          <a:prstGeom prst="rect">
            <a:avLst/>
          </a:prstGeom>
          <a:noFill/>
        </p:spPr>
        <p:txBody>
          <a:bodyPr vert="horz" wrap="square" lIns="91440" tIns="45720" rIns="91440" bIns="45720" numCol="1" anchor="t" anchorCtr="0" compatLnSpc="1">
            <a:prstTxWarp prst="textNoShape">
              <a:avLst/>
            </a:prstTxWarp>
          </a:bodyPr>
          <a:lstStyle/>
          <a:p>
            <a:endParaRPr lang="en-AU" dirty="0">
              <a:latin typeface="Helvetica" pitchFamily="34" charset="0"/>
            </a:endParaRPr>
          </a:p>
        </p:txBody>
      </p:sp>
      <p:pic>
        <p:nvPicPr>
          <p:cNvPr id="54287" name="Picture 15" descr="http://cybernetnews.com/wp-content/uploads/2009/09/Excel.png"/>
          <p:cNvPicPr>
            <a:picLocks noChangeAspect="1" noChangeArrowheads="1"/>
          </p:cNvPicPr>
          <p:nvPr/>
        </p:nvPicPr>
        <p:blipFill>
          <a:blip r:embed="rId8" cstate="print"/>
          <a:srcRect/>
          <a:stretch>
            <a:fillRect/>
          </a:stretch>
        </p:blipFill>
        <p:spPr bwMode="auto">
          <a:xfrm>
            <a:off x="6084168" y="4149080"/>
            <a:ext cx="936104" cy="936104"/>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7467600" cy="1143000"/>
          </a:xfrm>
        </p:spPr>
        <p:txBody>
          <a:bodyPr>
            <a:normAutofit/>
          </a:bodyPr>
          <a:lstStyle/>
          <a:p>
            <a:r>
              <a:rPr lang="en-AU" sz="3400" b="1" dirty="0" smtClean="0">
                <a:solidFill>
                  <a:srgbClr val="FF6600"/>
                </a:solidFill>
                <a:latin typeface="Helvetica" pitchFamily="34" charset="0"/>
              </a:rPr>
              <a:t>Maintenance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395536" y="1412776"/>
            <a:ext cx="7467600" cy="4525963"/>
          </a:xfrm>
        </p:spPr>
        <p:txBody>
          <a:bodyPr>
            <a:normAutofit/>
          </a:bodyPr>
          <a:lstStyle/>
          <a:p>
            <a:pPr marL="0" indent="0">
              <a:spcBef>
                <a:spcPts val="300"/>
              </a:spcBef>
              <a:spcAft>
                <a:spcPts val="300"/>
              </a:spcAft>
            </a:pPr>
            <a:r>
              <a:rPr lang="en-US" sz="2200" dirty="0" smtClean="0">
                <a:latin typeface="Helvetica" pitchFamily="34" charset="0"/>
              </a:rPr>
              <a:t>  </a:t>
            </a:r>
            <a:r>
              <a:rPr lang="en-US" sz="2200" b="1" dirty="0" smtClean="0">
                <a:latin typeface="Helvetica" pitchFamily="34" charset="0"/>
              </a:rPr>
              <a:t>Preventative maintenance</a:t>
            </a:r>
          </a:p>
          <a:p>
            <a:pPr marL="301752" lvl="1" indent="0">
              <a:spcBef>
                <a:spcPts val="300"/>
              </a:spcBef>
              <a:spcAft>
                <a:spcPts val="300"/>
              </a:spcAft>
              <a:buNone/>
            </a:pPr>
            <a:r>
              <a:rPr lang="en-AU" sz="2200" dirty="0" smtClean="0">
                <a:latin typeface="Helvetica" pitchFamily="34" charset="0"/>
              </a:rPr>
              <a:t>Cleaning of your keyboard, monitor and mouse</a:t>
            </a:r>
          </a:p>
          <a:p>
            <a:pPr marL="301752" lvl="1" indent="0">
              <a:spcBef>
                <a:spcPts val="300"/>
              </a:spcBef>
              <a:spcAft>
                <a:spcPts val="300"/>
              </a:spcAft>
              <a:buNone/>
            </a:pPr>
            <a:r>
              <a:rPr lang="en-AU" sz="2200" dirty="0" smtClean="0">
                <a:latin typeface="Helvetica" pitchFamily="34" charset="0"/>
              </a:rPr>
              <a:t>Clearing paper jams, changing cartridges and cleaning the printer </a:t>
            </a:r>
            <a:endParaRPr lang="en-US" sz="2200" dirty="0" smtClean="0">
              <a:latin typeface="Helvetica" pitchFamily="34" charset="0"/>
            </a:endParaRPr>
          </a:p>
          <a:p>
            <a:pPr marL="0" indent="0">
              <a:spcBef>
                <a:spcPts val="300"/>
              </a:spcBef>
              <a:spcAft>
                <a:spcPts val="300"/>
              </a:spcAft>
            </a:pPr>
            <a:r>
              <a:rPr lang="en-US" sz="2200" b="1" dirty="0" smtClean="0">
                <a:latin typeface="Helvetica" pitchFamily="34" charset="0"/>
              </a:rPr>
              <a:t>  Routine maintenance</a:t>
            </a:r>
          </a:p>
          <a:p>
            <a:pPr marL="301752" lvl="1" indent="0">
              <a:spcBef>
                <a:spcPts val="300"/>
              </a:spcBef>
              <a:spcAft>
                <a:spcPts val="300"/>
              </a:spcAft>
              <a:buNone/>
            </a:pPr>
            <a:r>
              <a:rPr lang="en-AU" sz="2200" dirty="0" smtClean="0">
                <a:latin typeface="Helvetica" pitchFamily="34" charset="0"/>
              </a:rPr>
              <a:t>Use a damp cloth or other approved cleaning materials.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6" name="rg_hi" descr="http://t2.gstatic.com/images?q=tbn:ANd9GcRuYBvdJQVpWUHSDbPngifIvfrCxfIHt_ASrPQFmVZFJ3mN9lEbEQ">
            <a:hlinkClick r:id="rId3"/>
          </p:cNvPr>
          <p:cNvPicPr/>
          <p:nvPr/>
        </p:nvPicPr>
        <p:blipFill>
          <a:blip r:embed="rId4" cstate="print"/>
          <a:stretch>
            <a:fillRect/>
          </a:stretch>
        </p:blipFill>
        <p:spPr bwMode="auto">
          <a:xfrm>
            <a:off x="1907704" y="4509120"/>
            <a:ext cx="1656183" cy="1512168"/>
          </a:xfrm>
          <a:prstGeom prst="rect">
            <a:avLst/>
          </a:prstGeom>
          <a:noFill/>
          <a:ln>
            <a:noFill/>
          </a:ln>
        </p:spPr>
      </p:pic>
      <p:pic>
        <p:nvPicPr>
          <p:cNvPr id="58370" name="Picture 2" descr="http://www.cottins.com/tech/tech-pics/clean_mouse.gif"/>
          <p:cNvPicPr>
            <a:picLocks noChangeAspect="1" noChangeArrowheads="1"/>
          </p:cNvPicPr>
          <p:nvPr/>
        </p:nvPicPr>
        <p:blipFill>
          <a:blip r:embed="rId5" cstate="print"/>
          <a:srcRect/>
          <a:stretch>
            <a:fillRect/>
          </a:stretch>
        </p:blipFill>
        <p:spPr bwMode="auto">
          <a:xfrm>
            <a:off x="4067944" y="4509120"/>
            <a:ext cx="1440160" cy="1465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Technology consumables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3888432"/>
          </a:xfrm>
        </p:spPr>
        <p:txBody>
          <a:bodyPr>
            <a:normAutofit/>
          </a:bodyPr>
          <a:lstStyle/>
          <a:p>
            <a:r>
              <a:rPr lang="en-AU" sz="2400" dirty="0" smtClean="0">
                <a:latin typeface="Helvetica" pitchFamily="34" charset="0"/>
              </a:rPr>
              <a:t>Printer ribbons and cartridges </a:t>
            </a:r>
          </a:p>
          <a:p>
            <a:r>
              <a:rPr lang="en-AU" sz="2400" dirty="0" err="1" smtClean="0">
                <a:latin typeface="Helvetica" pitchFamily="34" charset="0"/>
              </a:rPr>
              <a:t>Cd</a:t>
            </a:r>
            <a:r>
              <a:rPr lang="en-AU" sz="2400" dirty="0" smtClean="0">
                <a:latin typeface="Helvetica" pitchFamily="34" charset="0"/>
              </a:rPr>
              <a:t> ROMs</a:t>
            </a:r>
          </a:p>
          <a:p>
            <a:r>
              <a:rPr lang="en-AU" sz="2400" dirty="0" smtClean="0">
                <a:latin typeface="Helvetica" pitchFamily="34" charset="0"/>
              </a:rPr>
              <a:t>Toner cartridges </a:t>
            </a:r>
          </a:p>
          <a:p>
            <a:r>
              <a:rPr lang="en-AU" sz="2400" dirty="0" smtClean="0">
                <a:latin typeface="Helvetica" pitchFamily="34" charset="0"/>
              </a:rPr>
              <a:t>Back-up tapes.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153602" name="Picture 2" descr="http://www.servenettechnologies.com/portfoliophotos/cc.jpg"/>
          <p:cNvPicPr>
            <a:picLocks noChangeAspect="1" noChangeArrowheads="1"/>
          </p:cNvPicPr>
          <p:nvPr/>
        </p:nvPicPr>
        <p:blipFill>
          <a:blip r:embed="rId3" cstate="print"/>
          <a:srcRect/>
          <a:stretch>
            <a:fillRect/>
          </a:stretch>
        </p:blipFill>
        <p:spPr bwMode="auto">
          <a:xfrm>
            <a:off x="4572000" y="3212976"/>
            <a:ext cx="3198985" cy="3011811"/>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7467600" cy="1143000"/>
          </a:xfrm>
        </p:spPr>
        <p:txBody>
          <a:bodyPr>
            <a:normAutofit/>
          </a:bodyPr>
          <a:lstStyle/>
          <a:p>
            <a:r>
              <a:rPr lang="en-US" sz="3400" b="1" dirty="0" smtClean="0">
                <a:solidFill>
                  <a:srgbClr val="FF6600"/>
                </a:solidFill>
                <a:latin typeface="Helvetica" pitchFamily="34" charset="0"/>
              </a:rPr>
              <a:t>Work project 1.1 to 1.3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179512" y="1268760"/>
            <a:ext cx="7467600" cy="4536504"/>
          </a:xfrm>
        </p:spPr>
        <p:txBody>
          <a:bodyPr>
            <a:normAutofit fontScale="92500" lnSpcReduction="10000"/>
          </a:bodyPr>
          <a:lstStyle/>
          <a:p>
            <a:pPr indent="0">
              <a:spcBef>
                <a:spcPts val="300"/>
              </a:spcBef>
              <a:spcAft>
                <a:spcPts val="300"/>
              </a:spcAft>
              <a:buNone/>
            </a:pPr>
            <a:r>
              <a:rPr lang="en-US" sz="2400" dirty="0" smtClean="0">
                <a:latin typeface="Helvetica" pitchFamily="34" charset="0"/>
              </a:rPr>
              <a:t>In pairs, you are to set up a new office for an Adventure Tourism Company in Bangkok.  Give the company a name. Your company will have 4 employees which will consist of one Director, one Operations Manager, one Operations Assistant and one Marketing Coordinator.   Your office will be in an office building, within the central business district.  Create a layout which reflects the needs of these 4 employees.</a:t>
            </a:r>
            <a:endParaRPr lang="en-AU" sz="2400" dirty="0" smtClean="0">
              <a:latin typeface="Helvetica" pitchFamily="34" charset="0"/>
            </a:endParaRPr>
          </a:p>
          <a:p>
            <a:pPr indent="0">
              <a:spcBef>
                <a:spcPts val="300"/>
              </a:spcBef>
              <a:spcAft>
                <a:spcPts val="300"/>
              </a:spcAft>
              <a:buNone/>
            </a:pPr>
            <a:endParaRPr lang="en-US" sz="2400" dirty="0" smtClean="0">
              <a:latin typeface="Helvetica" pitchFamily="34" charset="0"/>
            </a:endParaRPr>
          </a:p>
          <a:p>
            <a:pPr indent="0">
              <a:spcBef>
                <a:spcPts val="300"/>
              </a:spcBef>
              <a:spcAft>
                <a:spcPts val="300"/>
              </a:spcAft>
              <a:buNone/>
            </a:pPr>
            <a:r>
              <a:rPr lang="en-US" sz="2400" dirty="0" smtClean="0">
                <a:latin typeface="Helvetica" pitchFamily="34" charset="0"/>
              </a:rPr>
              <a:t>Research needs to be undertaken, taking into consideration business technology that you would require including hardware and software, as well as ergonomics.</a:t>
            </a:r>
            <a:endParaRPr lang="en-AU" sz="24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5" name="Picture 5" descr="C:\Documents and Settings\jirayut\Local Settings\Temporary Internet Files\Content.IE5\UBEM25R5\MC900088956[1].wmf"/>
          <p:cNvPicPr>
            <a:picLocks noChangeAspect="1" noChangeArrowheads="1"/>
          </p:cNvPicPr>
          <p:nvPr/>
        </p:nvPicPr>
        <p:blipFill>
          <a:blip r:embed="rId3" cstate="print"/>
          <a:srcRect/>
          <a:stretch>
            <a:fillRect/>
          </a:stretch>
        </p:blipFill>
        <p:spPr bwMode="auto">
          <a:xfrm>
            <a:off x="6804248" y="5517232"/>
            <a:ext cx="1584176" cy="984581"/>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7467600" cy="1143000"/>
          </a:xfrm>
        </p:spPr>
        <p:txBody>
          <a:bodyPr>
            <a:normAutofit/>
          </a:bodyPr>
          <a:lstStyle/>
          <a:p>
            <a:r>
              <a:rPr lang="en-AU" sz="3400" b="1" dirty="0" smtClean="0">
                <a:solidFill>
                  <a:srgbClr val="FF6600"/>
                </a:solidFill>
                <a:latin typeface="Helvetica" pitchFamily="34" charset="0"/>
              </a:rPr>
              <a:t>Part A: Written report</a:t>
            </a:r>
          </a:p>
        </p:txBody>
      </p:sp>
      <p:sp>
        <p:nvSpPr>
          <p:cNvPr id="3" name="Content Placeholder 2"/>
          <p:cNvSpPr>
            <a:spLocks noGrp="1"/>
          </p:cNvSpPr>
          <p:nvPr>
            <p:ph idx="1"/>
          </p:nvPr>
        </p:nvSpPr>
        <p:spPr>
          <a:xfrm>
            <a:off x="251520" y="1268760"/>
            <a:ext cx="8496944" cy="5040560"/>
          </a:xfrm>
        </p:spPr>
        <p:txBody>
          <a:bodyPr>
            <a:noAutofit/>
          </a:bodyPr>
          <a:lstStyle/>
          <a:p>
            <a:pPr lvl="0">
              <a:spcBef>
                <a:spcPts val="300"/>
              </a:spcBef>
              <a:spcAft>
                <a:spcPts val="300"/>
              </a:spcAft>
            </a:pPr>
            <a:r>
              <a:rPr lang="en-US" sz="2200" dirty="0" smtClean="0">
                <a:latin typeface="Helvetica" pitchFamily="34" charset="0"/>
              </a:rPr>
              <a:t>You are to provide a layout of the office space.</a:t>
            </a:r>
            <a:endParaRPr lang="en-AU" sz="2200" dirty="0" smtClean="0">
              <a:latin typeface="Helvetica" pitchFamily="34" charset="0"/>
            </a:endParaRPr>
          </a:p>
          <a:p>
            <a:pPr lvl="0">
              <a:spcBef>
                <a:spcPts val="300"/>
              </a:spcBef>
              <a:spcAft>
                <a:spcPts val="300"/>
              </a:spcAft>
            </a:pPr>
            <a:r>
              <a:rPr lang="en-US" sz="2200" dirty="0" smtClean="0">
                <a:latin typeface="Helvetica" pitchFamily="34" charset="0"/>
              </a:rPr>
              <a:t>What office equipment, including business technology, would you select for your new company? </a:t>
            </a:r>
            <a:endParaRPr lang="en-AU" sz="2200" dirty="0" smtClean="0">
              <a:latin typeface="Helvetica" pitchFamily="34" charset="0"/>
            </a:endParaRPr>
          </a:p>
          <a:p>
            <a:pPr lvl="0">
              <a:spcBef>
                <a:spcPts val="300"/>
              </a:spcBef>
              <a:spcAft>
                <a:spcPts val="300"/>
              </a:spcAft>
            </a:pPr>
            <a:r>
              <a:rPr lang="en-US" sz="2200" dirty="0" smtClean="0">
                <a:latin typeface="Helvetica" pitchFamily="34" charset="0"/>
              </a:rPr>
              <a:t>List 2 benefits and 2 disadvantages of the equipment chosen.</a:t>
            </a:r>
            <a:endParaRPr lang="en-AU" sz="2200" dirty="0" smtClean="0">
              <a:latin typeface="Helvetica" pitchFamily="34" charset="0"/>
            </a:endParaRPr>
          </a:p>
          <a:p>
            <a:pPr lvl="0">
              <a:spcBef>
                <a:spcPts val="300"/>
              </a:spcBef>
              <a:spcAft>
                <a:spcPts val="300"/>
              </a:spcAft>
            </a:pPr>
            <a:r>
              <a:rPr lang="en-US" sz="2200" dirty="0" smtClean="0">
                <a:latin typeface="Helvetica" pitchFamily="34" charset="0"/>
              </a:rPr>
              <a:t>What is the cost of the equipment? Provide a detailed breakdown. </a:t>
            </a:r>
            <a:endParaRPr lang="en-AU" sz="2200" dirty="0" smtClean="0">
              <a:latin typeface="Helvetica" pitchFamily="34" charset="0"/>
            </a:endParaRPr>
          </a:p>
          <a:p>
            <a:pPr lvl="0">
              <a:spcBef>
                <a:spcPts val="300"/>
              </a:spcBef>
              <a:spcAft>
                <a:spcPts val="300"/>
              </a:spcAft>
            </a:pPr>
            <a:r>
              <a:rPr lang="en-US" sz="2200" dirty="0" smtClean="0">
                <a:latin typeface="Helvetica" pitchFamily="34" charset="0"/>
              </a:rPr>
              <a:t>How would you maintain this equipment? - in-house or outsourced? Explain why you chose in-house or outsourced?  </a:t>
            </a:r>
            <a:endParaRPr lang="en-AU" sz="2200" dirty="0" smtClean="0">
              <a:latin typeface="Helvetica" pitchFamily="34" charset="0"/>
            </a:endParaRPr>
          </a:p>
          <a:p>
            <a:pPr lvl="0">
              <a:spcBef>
                <a:spcPts val="300"/>
              </a:spcBef>
              <a:spcAft>
                <a:spcPts val="300"/>
              </a:spcAft>
            </a:pPr>
            <a:r>
              <a:rPr lang="en-US" sz="2200" dirty="0" smtClean="0">
                <a:latin typeface="Helvetica" pitchFamily="34" charset="0"/>
              </a:rPr>
              <a:t>Besides Microsoft Office and Summit Pro, name 2 other software packages you would choose for your office?</a:t>
            </a:r>
            <a:endParaRPr lang="en-AU" sz="2200" dirty="0" smtClean="0">
              <a:latin typeface="Helvetica" pitchFamily="34" charset="0"/>
            </a:endParaRPr>
          </a:p>
          <a:p>
            <a:pPr lvl="0">
              <a:spcBef>
                <a:spcPts val="300"/>
              </a:spcBef>
              <a:spcAft>
                <a:spcPts val="300"/>
              </a:spcAft>
            </a:pPr>
            <a:r>
              <a:rPr lang="en-US" sz="2200" dirty="0" smtClean="0">
                <a:latin typeface="Helvetica" pitchFamily="34" charset="0"/>
              </a:rPr>
              <a:t>List 2 benefits and 2 disadvantages for each of the software packages chosen.</a:t>
            </a:r>
            <a:endParaRPr lang="en-AU" sz="2200" dirty="0" smtClean="0">
              <a:latin typeface="Helvetica" pitchFamily="34" charset="0"/>
            </a:endParaRPr>
          </a:p>
          <a:p>
            <a:pPr lvl="0">
              <a:spcBef>
                <a:spcPts val="300"/>
              </a:spcBef>
              <a:spcAft>
                <a:spcPts val="300"/>
              </a:spcAft>
            </a:pPr>
            <a:r>
              <a:rPr lang="en-US" sz="2200" dirty="0" smtClean="0">
                <a:latin typeface="Helvetica" pitchFamily="34" charset="0"/>
              </a:rPr>
              <a:t>How would you ensure the set up of the office is ergonomic?</a:t>
            </a:r>
            <a:endParaRPr lang="en-AU" sz="2200" dirty="0" smtClean="0">
              <a:latin typeface="Helvetica" pitchFamily="34" charset="0"/>
            </a:endParaRPr>
          </a:p>
          <a:p>
            <a:pPr>
              <a:spcBef>
                <a:spcPts val="300"/>
              </a:spcBef>
              <a:spcAft>
                <a:spcPts val="300"/>
              </a:spcAft>
            </a:pPr>
            <a:endParaRPr lang="en-AU" sz="2200"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15</a:t>
            </a:fld>
            <a:endParaRPr lang="en-US" dirty="0"/>
          </a:p>
        </p:txBody>
      </p:sp>
      <p:pic>
        <p:nvPicPr>
          <p:cNvPr id="5" name="Picture 2" descr="C:\Documents and Settings\jirayut\Local Settings\Temporary Internet Files\Content.IE5\DL0QWQXO\MC900234359[1].wmf"/>
          <p:cNvPicPr>
            <a:picLocks noChangeAspect="1" noChangeArrowheads="1"/>
          </p:cNvPicPr>
          <p:nvPr/>
        </p:nvPicPr>
        <p:blipFill>
          <a:blip r:embed="rId3" cstate="print"/>
          <a:srcRect/>
          <a:stretch>
            <a:fillRect/>
          </a:stretch>
        </p:blipFill>
        <p:spPr bwMode="auto">
          <a:xfrm>
            <a:off x="7524328" y="260648"/>
            <a:ext cx="1213324" cy="1054924"/>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7467600" cy="1143000"/>
          </a:xfrm>
        </p:spPr>
        <p:txBody>
          <a:bodyPr>
            <a:normAutofit/>
          </a:bodyPr>
          <a:lstStyle/>
          <a:p>
            <a:r>
              <a:rPr lang="en-AU" sz="3400" b="1" dirty="0" smtClean="0">
                <a:solidFill>
                  <a:srgbClr val="FF6600"/>
                </a:solidFill>
                <a:latin typeface="Helvetica" pitchFamily="34" charset="0"/>
              </a:rPr>
              <a:t>Part B: PowerPoint presentation</a:t>
            </a:r>
          </a:p>
        </p:txBody>
      </p:sp>
      <p:sp>
        <p:nvSpPr>
          <p:cNvPr id="3" name="Content Placeholder 2"/>
          <p:cNvSpPr>
            <a:spLocks noGrp="1"/>
          </p:cNvSpPr>
          <p:nvPr>
            <p:ph idx="1"/>
          </p:nvPr>
        </p:nvSpPr>
        <p:spPr>
          <a:xfrm>
            <a:off x="323528" y="1700808"/>
            <a:ext cx="7776864" cy="3417243"/>
          </a:xfrm>
        </p:spPr>
        <p:txBody>
          <a:bodyPr>
            <a:noAutofit/>
          </a:bodyPr>
          <a:lstStyle/>
          <a:p>
            <a:pPr marL="82550" indent="0">
              <a:spcBef>
                <a:spcPts val="300"/>
              </a:spcBef>
              <a:spcAft>
                <a:spcPts val="300"/>
              </a:spcAft>
              <a:buNone/>
              <a:tabLst>
                <a:tab pos="82550" algn="l"/>
              </a:tabLst>
            </a:pPr>
            <a:r>
              <a:rPr lang="en-US" sz="2200" dirty="0" smtClean="0">
                <a:latin typeface="Helvetica" pitchFamily="34" charset="0"/>
              </a:rPr>
              <a:t>Use the answers from Part A to create a PowerPoint which satisfies the following: </a:t>
            </a:r>
            <a:endParaRPr lang="en-AU" sz="2200" dirty="0" smtClean="0">
              <a:latin typeface="Helvetica" pitchFamily="34" charset="0"/>
            </a:endParaRPr>
          </a:p>
          <a:p>
            <a:pPr>
              <a:spcBef>
                <a:spcPts val="300"/>
              </a:spcBef>
              <a:spcAft>
                <a:spcPts val="300"/>
              </a:spcAft>
            </a:pPr>
            <a:r>
              <a:rPr lang="en-US" sz="2200" dirty="0" smtClean="0">
                <a:latin typeface="Helvetica" pitchFamily="34" charset="0"/>
              </a:rPr>
              <a:t>You are to present to the owner of the company, what you believe would be the best layout, furnishing, and equipment (hardware and software) for the new Adventure Tourism Company office.   You have to sell the benefits of your choices to the owner.  </a:t>
            </a:r>
            <a:endParaRPr lang="en-AU" sz="2200" dirty="0" smtClean="0">
              <a:latin typeface="Helvetica" pitchFamily="34" charset="0"/>
            </a:endParaRPr>
          </a:p>
          <a:p>
            <a:pPr>
              <a:spcBef>
                <a:spcPts val="300"/>
              </a:spcBef>
              <a:spcAft>
                <a:spcPts val="300"/>
              </a:spcAft>
              <a:buNone/>
            </a:pPr>
            <a:r>
              <a:rPr lang="en-US" sz="2200" dirty="0" smtClean="0">
                <a:latin typeface="Helvetica" pitchFamily="34" charset="0"/>
              </a:rPr>
              <a:t> </a:t>
            </a:r>
          </a:p>
          <a:p>
            <a:endParaRPr lang="en-AU" sz="1400"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16</a:t>
            </a:fld>
            <a:endParaRPr lang="en-US" dirty="0"/>
          </a:p>
        </p:txBody>
      </p:sp>
      <p:pic>
        <p:nvPicPr>
          <p:cNvPr id="151556" name="Picture 4" descr="C:\Documents and Settings\jirayut\Local Settings\Temporary Internet Files\Content.IE5\UBEM25R5\MC900198368[1].wmf"/>
          <p:cNvPicPr>
            <a:picLocks noChangeAspect="1" noChangeArrowheads="1"/>
          </p:cNvPicPr>
          <p:nvPr/>
        </p:nvPicPr>
        <p:blipFill>
          <a:blip r:embed="rId3" cstate="print"/>
          <a:srcRect/>
          <a:stretch>
            <a:fillRect/>
          </a:stretch>
        </p:blipFill>
        <p:spPr bwMode="auto">
          <a:xfrm>
            <a:off x="6804248" y="4365104"/>
            <a:ext cx="1224136" cy="1789791"/>
          </a:xfrm>
          <a:prstGeom prst="rect">
            <a:avLst/>
          </a:prstGeom>
          <a:noFill/>
        </p:spPr>
      </p:pic>
      <p:pic>
        <p:nvPicPr>
          <p:cNvPr id="151555" name="Picture 3" descr="C:\Documents and Settings\jirayut\Local Settings\Temporary Internet Files\Content.IE5\54081KBU\MC900199262[1].wmf"/>
          <p:cNvPicPr>
            <a:picLocks noChangeAspect="1" noChangeArrowheads="1"/>
          </p:cNvPicPr>
          <p:nvPr/>
        </p:nvPicPr>
        <p:blipFill>
          <a:blip r:embed="rId4" cstate="print"/>
          <a:srcRect/>
          <a:stretch>
            <a:fillRect/>
          </a:stretch>
        </p:blipFill>
        <p:spPr bwMode="auto">
          <a:xfrm>
            <a:off x="5652120" y="4725144"/>
            <a:ext cx="1234527" cy="1800391"/>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7931224" cy="1143000"/>
          </a:xfrm>
        </p:spPr>
        <p:txBody>
          <a:bodyPr>
            <a:normAutofit/>
          </a:bodyPr>
          <a:lstStyle/>
          <a:p>
            <a:r>
              <a:rPr lang="en-AU" sz="3400" b="1" dirty="0" smtClean="0">
                <a:solidFill>
                  <a:srgbClr val="FF6600"/>
                </a:solidFill>
                <a:latin typeface="Helvetica" pitchFamily="34" charset="0"/>
              </a:rPr>
              <a:t>Part B: PowerPoint presentation</a:t>
            </a:r>
            <a:endParaRPr lang="en-AU" sz="3400" dirty="0"/>
          </a:p>
        </p:txBody>
      </p:sp>
      <p:sp>
        <p:nvSpPr>
          <p:cNvPr id="3" name="Content Placeholder 2"/>
          <p:cNvSpPr>
            <a:spLocks noGrp="1"/>
          </p:cNvSpPr>
          <p:nvPr>
            <p:ph idx="1"/>
          </p:nvPr>
        </p:nvSpPr>
        <p:spPr>
          <a:xfrm>
            <a:off x="323528" y="1412776"/>
            <a:ext cx="8064896" cy="4968552"/>
          </a:xfrm>
        </p:spPr>
        <p:txBody>
          <a:bodyPr>
            <a:normAutofit fontScale="70000" lnSpcReduction="20000"/>
          </a:bodyPr>
          <a:lstStyle/>
          <a:p>
            <a:pPr>
              <a:spcBef>
                <a:spcPts val="400"/>
              </a:spcBef>
              <a:spcAft>
                <a:spcPts val="400"/>
              </a:spcAft>
              <a:buNone/>
            </a:pPr>
            <a:r>
              <a:rPr lang="en-US" sz="3200" dirty="0" smtClean="0">
                <a:latin typeface="Helvetica" pitchFamily="34" charset="0"/>
              </a:rPr>
              <a:t>The following must be evident in your PowerPoint presentation: </a:t>
            </a:r>
            <a:endParaRPr lang="en-AU" sz="3200" dirty="0" smtClean="0">
              <a:latin typeface="Helvetica" pitchFamily="34" charset="0"/>
            </a:endParaRPr>
          </a:p>
          <a:p>
            <a:pPr lvl="0">
              <a:spcBef>
                <a:spcPts val="400"/>
              </a:spcBef>
              <a:spcAft>
                <a:spcPts val="400"/>
              </a:spcAft>
            </a:pPr>
            <a:r>
              <a:rPr lang="en-US" sz="3200" dirty="0" smtClean="0">
                <a:latin typeface="Helvetica" pitchFamily="34" charset="0"/>
              </a:rPr>
              <a:t>Master slide – background used on all slides</a:t>
            </a:r>
            <a:endParaRPr lang="en-AU" sz="3200" dirty="0" smtClean="0">
              <a:latin typeface="Helvetica" pitchFamily="34" charset="0"/>
            </a:endParaRPr>
          </a:p>
          <a:p>
            <a:pPr lvl="0">
              <a:spcBef>
                <a:spcPts val="400"/>
              </a:spcBef>
              <a:spcAft>
                <a:spcPts val="400"/>
              </a:spcAft>
            </a:pPr>
            <a:r>
              <a:rPr lang="en-US" sz="3200" dirty="0" smtClean="0">
                <a:latin typeface="Helvetica" pitchFamily="34" charset="0"/>
              </a:rPr>
              <a:t>Text layout – 3 different text or content layouts to be used</a:t>
            </a:r>
            <a:endParaRPr lang="en-AU" sz="3200" dirty="0" smtClean="0">
              <a:latin typeface="Helvetica" pitchFamily="34" charset="0"/>
            </a:endParaRPr>
          </a:p>
          <a:p>
            <a:pPr lvl="0">
              <a:spcBef>
                <a:spcPts val="400"/>
              </a:spcBef>
              <a:spcAft>
                <a:spcPts val="400"/>
              </a:spcAft>
            </a:pPr>
            <a:r>
              <a:rPr lang="en-US" sz="3200" dirty="0" smtClean="0">
                <a:latin typeface="Helvetica" pitchFamily="34" charset="0"/>
              </a:rPr>
              <a:t>Bullets, Tables, Clip art, Charts, Diagrams or Multimedia – use 3 different modes.</a:t>
            </a:r>
            <a:endParaRPr lang="en-AU" sz="3200" dirty="0" smtClean="0">
              <a:latin typeface="Helvetica" pitchFamily="34" charset="0"/>
            </a:endParaRPr>
          </a:p>
          <a:p>
            <a:pPr lvl="0">
              <a:spcBef>
                <a:spcPts val="400"/>
              </a:spcBef>
              <a:spcAft>
                <a:spcPts val="400"/>
              </a:spcAft>
            </a:pPr>
            <a:r>
              <a:rPr lang="en-US" sz="3200" dirty="0" smtClean="0">
                <a:latin typeface="Helvetica" pitchFamily="34" charset="0"/>
              </a:rPr>
              <a:t>Slide animation / transition – used on at least 6 slides</a:t>
            </a:r>
            <a:endParaRPr lang="en-AU" sz="3200" dirty="0" smtClean="0">
              <a:latin typeface="Helvetica" pitchFamily="34" charset="0"/>
            </a:endParaRPr>
          </a:p>
          <a:p>
            <a:pPr lvl="0">
              <a:spcBef>
                <a:spcPts val="400"/>
              </a:spcBef>
              <a:spcAft>
                <a:spcPts val="400"/>
              </a:spcAft>
            </a:pPr>
            <a:r>
              <a:rPr lang="en-US" sz="3200" dirty="0" smtClean="0">
                <a:latin typeface="Helvetica" pitchFamily="34" charset="0"/>
              </a:rPr>
              <a:t>Minimum 10 slides and maximum 20 slides.</a:t>
            </a:r>
            <a:endParaRPr lang="en-AU" sz="3200" dirty="0" smtClean="0">
              <a:latin typeface="Helvetica" pitchFamily="34" charset="0"/>
            </a:endParaRPr>
          </a:p>
          <a:p>
            <a:pPr lvl="0">
              <a:spcBef>
                <a:spcPts val="400"/>
              </a:spcBef>
              <a:spcAft>
                <a:spcPts val="400"/>
              </a:spcAft>
            </a:pPr>
            <a:r>
              <a:rPr lang="en-US" sz="3200" dirty="0" smtClean="0">
                <a:latin typeface="Helvetica" pitchFamily="34" charset="0"/>
              </a:rPr>
              <a:t>Slides have 5 or less points per slide, legible script with appropriate background and appear professional (less is more). What does this mean in terms of presentation?</a:t>
            </a:r>
            <a:endParaRPr lang="en-AU" sz="3200" dirty="0" smtClean="0">
              <a:latin typeface="Helvetica" pitchFamily="34" charset="0"/>
            </a:endParaRPr>
          </a:p>
          <a:p>
            <a:pPr lvl="0">
              <a:spcBef>
                <a:spcPts val="400"/>
              </a:spcBef>
              <a:spcAft>
                <a:spcPts val="400"/>
              </a:spcAft>
            </a:pPr>
            <a:r>
              <a:rPr lang="en-US" sz="3200" dirty="0" smtClean="0">
                <a:latin typeface="Helvetica" pitchFamily="34" charset="0"/>
              </a:rPr>
              <a:t>Consider the overall appearance of the Power Point very carefully</a:t>
            </a:r>
            <a:endParaRPr lang="en-AU" sz="3200" dirty="0" smtClean="0">
              <a:latin typeface="Helvetica" pitchFamily="34" charset="0"/>
            </a:endParaRPr>
          </a:p>
          <a:p>
            <a:pPr>
              <a:spcBef>
                <a:spcPts val="400"/>
              </a:spcBef>
              <a:spcAft>
                <a:spcPts val="400"/>
              </a:spcAft>
            </a:pPr>
            <a:r>
              <a:rPr lang="en-US" sz="3200" dirty="0" smtClean="0">
                <a:latin typeface="Helvetica" pitchFamily="34" charset="0"/>
              </a:rPr>
              <a:t> A copy of your Power Point presentation must be submitted in hardcopy (6 slides per page).</a:t>
            </a:r>
            <a:endParaRPr lang="en-AU" sz="3200" dirty="0" smtClean="0">
              <a:latin typeface="Helvetica" pitchFamily="34" charset="0"/>
            </a:endParaRPr>
          </a:p>
          <a:p>
            <a:endParaRPr lang="en-AU"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17</a:t>
            </a:fld>
            <a:endParaRPr lang="en-US" dirty="0"/>
          </a:p>
        </p:txBody>
      </p:sp>
      <p:pic>
        <p:nvPicPr>
          <p:cNvPr id="171011" name="Picture 3" descr="C:\Documents and Settings\jirayut\Local Settings\Temporary Internet Files\Content.IE5\L3HMVMNM\MC900365662[1].wmf"/>
          <p:cNvPicPr>
            <a:picLocks noChangeAspect="1" noChangeArrowheads="1"/>
          </p:cNvPicPr>
          <p:nvPr/>
        </p:nvPicPr>
        <p:blipFill>
          <a:blip r:embed="rId3" cstate="print"/>
          <a:srcRect/>
          <a:stretch>
            <a:fillRect/>
          </a:stretch>
        </p:blipFill>
        <p:spPr bwMode="auto">
          <a:xfrm>
            <a:off x="7884368" y="188640"/>
            <a:ext cx="1043608" cy="1021107"/>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4644008" y="1484784"/>
            <a:ext cx="4211960" cy="3886200"/>
          </a:xfrm>
        </p:spPr>
        <p:txBody>
          <a:bodyPr>
            <a:normAutofit/>
          </a:bodyPr>
          <a:lstStyle/>
          <a:p>
            <a:pPr eaLnBrk="1" hangingPunct="1"/>
            <a:r>
              <a:rPr lang="en-US" sz="4400" dirty="0" smtClean="0">
                <a:latin typeface="Gill Sans Ultra Bold" pitchFamily="34" charset="0"/>
              </a:rPr>
              <a:t>Bangkok Adventure Tourism</a:t>
            </a:r>
          </a:p>
          <a:p>
            <a:pPr eaLnBrk="1" hangingPunct="1"/>
            <a:r>
              <a:rPr lang="en-US" sz="4400" dirty="0" smtClean="0">
                <a:latin typeface="Gill Sans Ultra Bold" pitchFamily="34" charset="0"/>
              </a:rPr>
              <a:t>Company</a:t>
            </a:r>
            <a:endParaRPr lang="th-TH" sz="4400" dirty="0" smtClean="0">
              <a:latin typeface="Gill Sans Ultra Bold" pitchFamily="34" charset="0"/>
            </a:endParaRPr>
          </a:p>
        </p:txBody>
      </p:sp>
      <p:sp>
        <p:nvSpPr>
          <p:cNvPr id="2052" name="Text Box 4"/>
          <p:cNvSpPr txBox="1">
            <a:spLocks noChangeArrowheads="1"/>
          </p:cNvSpPr>
          <p:nvPr/>
        </p:nvSpPr>
        <p:spPr bwMode="auto">
          <a:xfrm>
            <a:off x="914400" y="5715000"/>
            <a:ext cx="7543800" cy="519113"/>
          </a:xfrm>
          <a:prstGeom prst="rect">
            <a:avLst/>
          </a:prstGeom>
          <a:noFill/>
          <a:ln w="9525">
            <a:noFill/>
            <a:miter lim="800000"/>
            <a:headEnd/>
            <a:tailEnd/>
          </a:ln>
        </p:spPr>
        <p:txBody>
          <a:bodyPr>
            <a:spAutoFit/>
          </a:bodyPr>
          <a:lstStyle/>
          <a:p>
            <a:pPr algn="r">
              <a:spcBef>
                <a:spcPct val="50000"/>
              </a:spcBef>
            </a:pPr>
            <a:r>
              <a:rPr lang="en-US" b="1" dirty="0">
                <a:latin typeface="Tahoma" pitchFamily="34" charset="0"/>
                <a:cs typeface="Tahoma" pitchFamily="34" charset="0"/>
              </a:rPr>
              <a:t>By </a:t>
            </a:r>
            <a:r>
              <a:rPr lang="en-US" b="1" dirty="0" smtClean="0">
                <a:latin typeface="Tahoma" pitchFamily="34" charset="0"/>
                <a:cs typeface="Tahoma" pitchFamily="34" charset="0"/>
              </a:rPr>
              <a:t>xx &amp; yy</a:t>
            </a:r>
            <a:endParaRPr lang="th-TH" b="1" dirty="0">
              <a:latin typeface="Tahoma" pitchFamily="34" charset="0"/>
              <a:cs typeface="Tahoma" pitchFamily="34" charset="0"/>
            </a:endParaRPr>
          </a:p>
        </p:txBody>
      </p:sp>
      <p:pic>
        <p:nvPicPr>
          <p:cNvPr id="91138" name="Picture 2" descr="C:\Documents and Settings\Brigitta\Local Settings\Temporary Internet Files\Content.IE5\FTLWRKWZ\MP900427748[1].jpg"/>
          <p:cNvPicPr>
            <a:picLocks noChangeAspect="1" noChangeArrowheads="1"/>
          </p:cNvPicPr>
          <p:nvPr/>
        </p:nvPicPr>
        <p:blipFill>
          <a:blip r:embed="rId3" cstate="print"/>
          <a:srcRect/>
          <a:stretch>
            <a:fillRect/>
          </a:stretch>
        </p:blipFill>
        <p:spPr bwMode="auto">
          <a:xfrm>
            <a:off x="0" y="-3279"/>
            <a:ext cx="4355976" cy="6861279"/>
          </a:xfrm>
          <a:prstGeom prst="rect">
            <a:avLst/>
          </a:prstGeom>
          <a:noFill/>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a:xfrm>
            <a:off x="395536" y="260648"/>
            <a:ext cx="6096000" cy="914400"/>
          </a:xfrm>
        </p:spPr>
        <p:txBody>
          <a:bodyPr>
            <a:normAutofit/>
          </a:bodyPr>
          <a:lstStyle/>
          <a:p>
            <a:pPr eaLnBrk="1" hangingPunct="1"/>
            <a:r>
              <a:rPr lang="en-US" dirty="0" smtClean="0">
                <a:latin typeface="Helvetica" pitchFamily="34" charset="0"/>
              </a:rPr>
              <a:t>Hardware</a:t>
            </a:r>
            <a:endParaRPr lang="th-TH" dirty="0" smtClean="0">
              <a:latin typeface="Helvetica" pitchFamily="34" charset="0"/>
            </a:endParaRPr>
          </a:p>
        </p:txBody>
      </p:sp>
      <p:graphicFrame>
        <p:nvGraphicFramePr>
          <p:cNvPr id="6195" name="Group 51"/>
          <p:cNvGraphicFramePr>
            <a:graphicFrameLocks noGrp="1"/>
          </p:cNvGraphicFramePr>
          <p:nvPr>
            <p:ph type="tbl" idx="1"/>
          </p:nvPr>
        </p:nvGraphicFramePr>
        <p:xfrm>
          <a:off x="251520" y="1700808"/>
          <a:ext cx="7704856" cy="3818384"/>
        </p:xfrm>
        <a:graphic>
          <a:graphicData uri="http://schemas.openxmlformats.org/drawingml/2006/table">
            <a:tbl>
              <a:tblPr/>
              <a:tblGrid>
                <a:gridCol w="3312368"/>
                <a:gridCol w="4392488"/>
              </a:tblGrid>
              <a:tr h="190919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Desk for all staff</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Total of package $1,925.00</a:t>
                      </a:r>
                      <a:endParaRPr kumimoji="0" lang="th-TH" sz="2200" b="0" i="0" u="none" strike="noStrike" cap="none" normalizeH="0" baseline="0" dirty="0" smtClean="0">
                        <a:ln>
                          <a:noFill/>
                        </a:ln>
                        <a:solidFill>
                          <a:schemeClr val="tx1"/>
                        </a:solidFill>
                        <a:effectLst/>
                        <a:latin typeface="Helvetica" pitchFamily="34" charset="0"/>
                        <a:cs typeface="Angsana New" pitchFamily="18" charset="-34"/>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190919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4 Drawer Filing Cabinet $335.00</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rgbClr val="000000"/>
                          </a:solidFill>
                          <a:effectLst/>
                          <a:latin typeface="Helvetica" pitchFamily="34" charset="0"/>
                          <a:cs typeface="Times New Roman" pitchFamily="18" charset="0"/>
                        </a:rPr>
                        <a:t> Keep the report neatly</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rgbClr val="000000"/>
                          </a:solidFill>
                          <a:effectLst/>
                          <a:latin typeface="Helvetica" pitchFamily="34" charset="0"/>
                          <a:cs typeface="Times New Roman" pitchFamily="18" charset="0"/>
                        </a:rPr>
                        <a:t> Find the report easier.</a:t>
                      </a:r>
                      <a:r>
                        <a:rPr kumimoji="0" lang="en-US" sz="2200" b="0" i="0" u="none" strike="noStrike" cap="none" normalizeH="0" baseline="0" dirty="0" smtClean="0">
                          <a:ln>
                            <a:noFill/>
                          </a:ln>
                          <a:solidFill>
                            <a:schemeClr val="tx1"/>
                          </a:solidFill>
                          <a:effectLst/>
                          <a:latin typeface="Helvetica" pitchFamily="34" charset="0"/>
                          <a:cs typeface="Tahoma" pitchFamily="34" charset="0"/>
                        </a:rPr>
                        <a:t> </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pic>
        <p:nvPicPr>
          <p:cNvPr id="6177" name="Picture 33"/>
          <p:cNvPicPr>
            <a:picLocks noChangeAspect="1" noChangeArrowheads="1"/>
          </p:cNvPicPr>
          <p:nvPr/>
        </p:nvPicPr>
        <p:blipFill>
          <a:blip r:embed="rId3" cstate="print"/>
          <a:srcRect/>
          <a:stretch>
            <a:fillRect/>
          </a:stretch>
        </p:blipFill>
        <p:spPr bwMode="auto">
          <a:xfrm>
            <a:off x="1331640" y="2564904"/>
            <a:ext cx="2057400" cy="1714500"/>
          </a:xfrm>
          <a:prstGeom prst="rect">
            <a:avLst/>
          </a:prstGeom>
          <a:noFill/>
          <a:ln w="9525">
            <a:solidFill>
              <a:schemeClr val="tx1"/>
            </a:solidFill>
            <a:miter lim="800000"/>
            <a:headEnd/>
            <a:tailEnd/>
          </a:ln>
        </p:spPr>
      </p:pic>
      <p:pic>
        <p:nvPicPr>
          <p:cNvPr id="6178" name="Picture 34"/>
          <p:cNvPicPr>
            <a:picLocks noChangeAspect="1" noChangeArrowheads="1"/>
          </p:cNvPicPr>
          <p:nvPr/>
        </p:nvPicPr>
        <p:blipFill>
          <a:blip r:embed="rId4" cstate="print"/>
          <a:srcRect/>
          <a:stretch>
            <a:fillRect/>
          </a:stretch>
        </p:blipFill>
        <p:spPr bwMode="auto">
          <a:xfrm>
            <a:off x="539552" y="2492896"/>
            <a:ext cx="676275" cy="17907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395536" y="260648"/>
            <a:ext cx="6096000" cy="914400"/>
          </a:xfrm>
        </p:spPr>
        <p:txBody>
          <a:bodyPr>
            <a:normAutofit/>
          </a:bodyPr>
          <a:lstStyle/>
          <a:p>
            <a:pPr eaLnBrk="1" hangingPunct="1"/>
            <a:r>
              <a:rPr lang="en-US" dirty="0" smtClean="0">
                <a:latin typeface="Helvetica" pitchFamily="34" charset="0"/>
              </a:rPr>
              <a:t>Hardware</a:t>
            </a:r>
            <a:endParaRPr lang="th-TH" dirty="0" smtClean="0">
              <a:latin typeface="Helvetica" pitchFamily="34" charset="0"/>
            </a:endParaRPr>
          </a:p>
        </p:txBody>
      </p:sp>
      <p:graphicFrame>
        <p:nvGraphicFramePr>
          <p:cNvPr id="9219" name="Group 3"/>
          <p:cNvGraphicFramePr>
            <a:graphicFrameLocks noGrp="1"/>
          </p:cNvGraphicFramePr>
          <p:nvPr>
            <p:ph type="tbl" idx="1"/>
          </p:nvPr>
        </p:nvGraphicFramePr>
        <p:xfrm>
          <a:off x="323528" y="1412776"/>
          <a:ext cx="7488832" cy="4392488"/>
        </p:xfrm>
        <a:graphic>
          <a:graphicData uri="http://schemas.openxmlformats.org/drawingml/2006/table">
            <a:tbl>
              <a:tblPr/>
              <a:tblGrid>
                <a:gridCol w="3384376"/>
                <a:gridCol w="4104456"/>
              </a:tblGrid>
              <a:tr h="219624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Chairs</a:t>
                      </a:r>
                      <a:r>
                        <a:rPr kumimoji="0" lang="en-AU" sz="2200" b="0" i="0" u="none" strike="noStrike" cap="none" normalizeH="0" baseline="0" dirty="0" smtClean="0">
                          <a:ln>
                            <a:noFill/>
                          </a:ln>
                          <a:solidFill>
                            <a:schemeClr val="tx1"/>
                          </a:solidFill>
                          <a:effectLst/>
                          <a:latin typeface="Helvetica" pitchFamily="34" charset="0"/>
                          <a:cs typeface="Tahoma" pitchFamily="34" charset="0"/>
                        </a:rPr>
                        <a:t> </a:t>
                      </a:r>
                      <a:r>
                        <a:rPr kumimoji="0" lang="en-US" sz="2200" b="0" i="0" u="none" strike="noStrike" cap="none" normalizeH="0" baseline="0" dirty="0" smtClean="0">
                          <a:ln>
                            <a:noFill/>
                          </a:ln>
                          <a:solidFill>
                            <a:schemeClr val="tx1"/>
                          </a:solidFill>
                          <a:effectLst/>
                          <a:latin typeface="Helvetica" pitchFamily="34" charset="0"/>
                          <a:cs typeface="Tahoma" pitchFamily="34" charset="0"/>
                        </a:rPr>
                        <a:t>$215</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th-TH" sz="2200" b="0" i="0" u="none" strike="noStrike" cap="none" normalizeH="0" baseline="0" dirty="0" smtClean="0">
                          <a:ln>
                            <a:noFill/>
                          </a:ln>
                          <a:solidFill>
                            <a:schemeClr val="tx1"/>
                          </a:solidFill>
                          <a:effectLst/>
                          <a:latin typeface="Helvetica" pitchFamily="34" charset="0"/>
                          <a:cs typeface="Tahoma" pitchFamily="34" charset="0"/>
                        </a:rPr>
                        <a:t> </a:t>
                      </a:r>
                      <a:r>
                        <a:rPr kumimoji="0" lang="en-US" sz="2200" b="0" i="0" u="none" strike="noStrike" cap="none" normalizeH="0" baseline="0" dirty="0" smtClean="0">
                          <a:ln>
                            <a:noFill/>
                          </a:ln>
                          <a:solidFill>
                            <a:schemeClr val="tx1"/>
                          </a:solidFill>
                          <a:effectLst/>
                          <a:latin typeface="Helvetica" pitchFamily="34" charset="0"/>
                          <a:cs typeface="Tahoma" pitchFamily="34" charset="0"/>
                        </a:rPr>
                        <a:t>Easy to move around and reach things in a short distance area</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219624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Meeting table</a:t>
                      </a:r>
                      <a:r>
                        <a:rPr kumimoji="0" lang="en-AU" sz="2200" b="0" i="0" u="none" strike="noStrike" cap="none" normalizeH="0" baseline="0" dirty="0" smtClean="0">
                          <a:ln>
                            <a:noFill/>
                          </a:ln>
                          <a:solidFill>
                            <a:schemeClr val="tx1"/>
                          </a:solidFill>
                          <a:effectLst/>
                          <a:latin typeface="Helvetica" pitchFamily="34" charset="0"/>
                          <a:cs typeface="Tahoma" pitchFamily="34" charset="0"/>
                        </a:rPr>
                        <a:t> </a:t>
                      </a:r>
                      <a:r>
                        <a:rPr kumimoji="0" lang="en-US" sz="2200" b="0" i="0" u="none" strike="noStrike" cap="none" normalizeH="0" baseline="0" dirty="0" smtClean="0">
                          <a:ln>
                            <a:noFill/>
                          </a:ln>
                          <a:solidFill>
                            <a:schemeClr val="tx1"/>
                          </a:solidFill>
                          <a:effectLst/>
                          <a:latin typeface="Helvetica" pitchFamily="34" charset="0"/>
                          <a:cs typeface="Tahoma" pitchFamily="34" charset="0"/>
                        </a:rPr>
                        <a:t>$1,020</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pic>
        <p:nvPicPr>
          <p:cNvPr id="9232" name="Picture 16" descr="melbourne victoria"/>
          <p:cNvPicPr>
            <a:picLocks noChangeAspect="1" noChangeArrowheads="1"/>
          </p:cNvPicPr>
          <p:nvPr/>
        </p:nvPicPr>
        <p:blipFill>
          <a:blip r:embed="rId3" cstate="print"/>
          <a:srcRect/>
          <a:stretch>
            <a:fillRect/>
          </a:stretch>
        </p:blipFill>
        <p:spPr bwMode="auto">
          <a:xfrm>
            <a:off x="1475656" y="1628800"/>
            <a:ext cx="1085850" cy="1752600"/>
          </a:xfrm>
          <a:prstGeom prst="rect">
            <a:avLst/>
          </a:prstGeom>
          <a:noFill/>
          <a:ln w="9525">
            <a:solidFill>
              <a:schemeClr val="tx1"/>
            </a:solidFill>
            <a:miter lim="800000"/>
            <a:headEnd/>
            <a:tailEnd/>
          </a:ln>
        </p:spPr>
      </p:pic>
      <p:pic>
        <p:nvPicPr>
          <p:cNvPr id="9234" name="Picture 18"/>
          <p:cNvPicPr>
            <a:picLocks noChangeAspect="1" noChangeArrowheads="1"/>
          </p:cNvPicPr>
          <p:nvPr/>
        </p:nvPicPr>
        <p:blipFill>
          <a:blip r:embed="rId4" cstate="print"/>
          <a:srcRect/>
          <a:stretch>
            <a:fillRect/>
          </a:stretch>
        </p:blipFill>
        <p:spPr bwMode="auto">
          <a:xfrm>
            <a:off x="971600" y="3789040"/>
            <a:ext cx="2209800" cy="1839912"/>
          </a:xfrm>
          <a:prstGeom prst="rect">
            <a:avLst/>
          </a:prstGeom>
          <a:noFill/>
          <a:ln w="9525">
            <a:solidFill>
              <a:schemeClr val="tx1"/>
            </a:solidFill>
            <a:miter lim="800000"/>
            <a:headEnd/>
            <a:tailEnd/>
          </a:ln>
        </p:spPr>
      </p:pic>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a:xfrm>
            <a:off x="467544" y="332656"/>
            <a:ext cx="6096000" cy="936104"/>
          </a:xfrm>
        </p:spPr>
        <p:txBody>
          <a:bodyPr/>
          <a:lstStyle/>
          <a:p>
            <a:pPr eaLnBrk="1" hangingPunct="1"/>
            <a:r>
              <a:rPr lang="en-US" dirty="0" smtClean="0">
                <a:latin typeface="Helvetica" pitchFamily="34" charset="0"/>
              </a:rPr>
              <a:t>Hardware</a:t>
            </a:r>
            <a:endParaRPr lang="th-TH" dirty="0" smtClean="0">
              <a:latin typeface="Helvetica" pitchFamily="34" charset="0"/>
            </a:endParaRPr>
          </a:p>
        </p:txBody>
      </p:sp>
      <p:graphicFrame>
        <p:nvGraphicFramePr>
          <p:cNvPr id="10243" name="Group 3"/>
          <p:cNvGraphicFramePr>
            <a:graphicFrameLocks noGrp="1"/>
          </p:cNvGraphicFramePr>
          <p:nvPr>
            <p:ph type="tbl" idx="1"/>
          </p:nvPr>
        </p:nvGraphicFramePr>
        <p:xfrm>
          <a:off x="179512" y="1772816"/>
          <a:ext cx="7704856" cy="4032448"/>
        </p:xfrm>
        <a:graphic>
          <a:graphicData uri="http://schemas.openxmlformats.org/drawingml/2006/table">
            <a:tbl>
              <a:tblPr/>
              <a:tblGrid>
                <a:gridCol w="3024336"/>
                <a:gridCol w="4680520"/>
              </a:tblGrid>
              <a:tr h="201622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Laptop for manager</a:t>
                      </a:r>
                      <a:r>
                        <a:rPr kumimoji="0" lang="en-AU" sz="2200" b="0" i="0" u="none" strike="noStrike" cap="none" normalizeH="0" baseline="0" dirty="0" smtClean="0">
                          <a:ln>
                            <a:noFill/>
                          </a:ln>
                          <a:solidFill>
                            <a:schemeClr val="tx1"/>
                          </a:solidFill>
                          <a:effectLst/>
                          <a:latin typeface="Helvetica" pitchFamily="34" charset="0"/>
                          <a:cs typeface="Tahoma" pitchFamily="34" charset="0"/>
                        </a:rPr>
                        <a:t> </a:t>
                      </a:r>
                      <a:r>
                        <a:rPr kumimoji="0" lang="en-US" sz="2200" b="0" i="0" u="none" strike="noStrike" cap="none" normalizeH="0" baseline="0" dirty="0" smtClean="0">
                          <a:ln>
                            <a:noFill/>
                          </a:ln>
                          <a:solidFill>
                            <a:schemeClr val="tx1"/>
                          </a:solidFill>
                          <a:effectLst/>
                          <a:latin typeface="Helvetica" pitchFamily="34" charset="0"/>
                          <a:cs typeface="Tahoma" pitchFamily="34" charset="0"/>
                        </a:rPr>
                        <a:t>$1,299</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rgbClr val="000000"/>
                          </a:solidFill>
                          <a:effectLst/>
                          <a:latin typeface="Helvetica" pitchFamily="34" charset="0"/>
                          <a:cs typeface="Times New Roman" pitchFamily="18" charset="0"/>
                        </a:rPr>
                        <a:t> Can use the computer all the time</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rgbClr val="000000"/>
                          </a:solidFill>
                          <a:effectLst/>
                          <a:latin typeface="Helvetica" pitchFamily="34" charset="0"/>
                          <a:cs typeface="Times New Roman" pitchFamily="18" charset="0"/>
                        </a:rPr>
                        <a:t> Compact and easy to use</a:t>
                      </a:r>
                      <a:r>
                        <a:rPr kumimoji="0" lang="en-US" sz="2200" b="0" i="0" u="none" strike="noStrike" cap="none" normalizeH="0" baseline="0" dirty="0" smtClean="0">
                          <a:ln>
                            <a:noFill/>
                          </a:ln>
                          <a:solidFill>
                            <a:schemeClr val="tx1"/>
                          </a:solidFill>
                          <a:effectLst/>
                          <a:latin typeface="Helvetica" pitchFamily="34" charset="0"/>
                          <a:cs typeface="Tahoma" pitchFamily="34" charset="0"/>
                        </a:rPr>
                        <a:t> </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201622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Sofa in reception Area</a:t>
                      </a:r>
                      <a:r>
                        <a:rPr kumimoji="0" lang="en-AU" sz="2200" b="0" i="0" u="none" strike="noStrike" cap="none" normalizeH="0" baseline="0" dirty="0" smtClean="0">
                          <a:ln>
                            <a:noFill/>
                          </a:ln>
                          <a:solidFill>
                            <a:schemeClr val="tx1"/>
                          </a:solidFill>
                          <a:effectLst/>
                          <a:latin typeface="Helvetica" pitchFamily="34" charset="0"/>
                          <a:cs typeface="Tahoma" pitchFamily="34" charset="0"/>
                        </a:rPr>
                        <a:t> </a:t>
                      </a:r>
                      <a:r>
                        <a:rPr kumimoji="0" lang="en-US" sz="2200" b="0" i="0" u="none" strike="noStrike" cap="none" normalizeH="0" baseline="0" dirty="0" smtClean="0">
                          <a:ln>
                            <a:noFill/>
                          </a:ln>
                          <a:solidFill>
                            <a:schemeClr val="tx1"/>
                          </a:solidFill>
                          <a:effectLst/>
                          <a:latin typeface="Helvetica" pitchFamily="34" charset="0"/>
                          <a:cs typeface="Tahoma" pitchFamily="34" charset="0"/>
                        </a:rPr>
                        <a:t>$875</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pic>
        <p:nvPicPr>
          <p:cNvPr id="10257" name="Picture 17" descr="http://cache.websetters.com.au/images/1143-250x800-cube_lounge_2_seat.jpg"/>
          <p:cNvPicPr>
            <a:picLocks noChangeAspect="1" noChangeArrowheads="1"/>
          </p:cNvPicPr>
          <p:nvPr/>
        </p:nvPicPr>
        <p:blipFill>
          <a:blip r:embed="rId3" r:link="rId4" cstate="print"/>
          <a:srcRect/>
          <a:stretch>
            <a:fillRect/>
          </a:stretch>
        </p:blipFill>
        <p:spPr bwMode="auto">
          <a:xfrm>
            <a:off x="899592" y="4149080"/>
            <a:ext cx="1728192" cy="1409695"/>
          </a:xfrm>
          <a:prstGeom prst="rect">
            <a:avLst/>
          </a:prstGeom>
          <a:noFill/>
          <a:ln w="9525">
            <a:solidFill>
              <a:schemeClr val="tx1"/>
            </a:solidFill>
            <a:miter lim="800000"/>
            <a:headEnd/>
            <a:tailEnd/>
          </a:ln>
        </p:spPr>
      </p:pic>
      <p:pic>
        <p:nvPicPr>
          <p:cNvPr id="10258" name="Picture 18" descr="TOSHIBA_A205">
            <a:hlinkClick r:id="rId5" tooltip="&quot;More Details / Buy&quot;"/>
          </p:cNvPr>
          <p:cNvPicPr>
            <a:picLocks noChangeAspect="1" noChangeArrowheads="1"/>
          </p:cNvPicPr>
          <p:nvPr/>
        </p:nvPicPr>
        <p:blipFill>
          <a:blip r:embed="rId6" cstate="print"/>
          <a:srcRect/>
          <a:stretch>
            <a:fillRect/>
          </a:stretch>
        </p:blipFill>
        <p:spPr bwMode="auto">
          <a:xfrm>
            <a:off x="1115616" y="2060848"/>
            <a:ext cx="1295400" cy="1295400"/>
          </a:xfrm>
          <a:prstGeom prst="rect">
            <a:avLst/>
          </a:prstGeom>
          <a:noFill/>
          <a:ln w="9525">
            <a:solidFill>
              <a:schemeClr val="tx1"/>
            </a:solidFill>
            <a:miter lim="800000"/>
            <a:headEnd/>
            <a:tailEnd/>
          </a:ln>
        </p:spPr>
      </p:pic>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683568" y="260648"/>
            <a:ext cx="6096000" cy="914400"/>
          </a:xfrm>
        </p:spPr>
        <p:txBody>
          <a:bodyPr/>
          <a:lstStyle/>
          <a:p>
            <a:pPr eaLnBrk="1" hangingPunct="1"/>
            <a:r>
              <a:rPr lang="en-US" dirty="0" smtClean="0">
                <a:latin typeface="Helvetica" pitchFamily="34" charset="0"/>
              </a:rPr>
              <a:t>Hardware</a:t>
            </a:r>
            <a:endParaRPr lang="th-TH" dirty="0" smtClean="0">
              <a:latin typeface="Helvetica" pitchFamily="34" charset="0"/>
            </a:endParaRPr>
          </a:p>
        </p:txBody>
      </p:sp>
      <p:graphicFrame>
        <p:nvGraphicFramePr>
          <p:cNvPr id="14354" name="Group 18"/>
          <p:cNvGraphicFramePr>
            <a:graphicFrameLocks noGrp="1"/>
          </p:cNvGraphicFramePr>
          <p:nvPr>
            <p:ph type="tbl" idx="1"/>
          </p:nvPr>
        </p:nvGraphicFramePr>
        <p:xfrm>
          <a:off x="539552" y="1700808"/>
          <a:ext cx="7056784" cy="4536504"/>
        </p:xfrm>
        <a:graphic>
          <a:graphicData uri="http://schemas.openxmlformats.org/drawingml/2006/table">
            <a:tbl>
              <a:tblPr/>
              <a:tblGrid>
                <a:gridCol w="2090899"/>
                <a:gridCol w="4965885"/>
              </a:tblGrid>
              <a:tr h="226825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Digital Camera</a:t>
                      </a:r>
                      <a:r>
                        <a:rPr kumimoji="0" lang="en-AU" sz="2200" b="0" i="0" u="none" strike="noStrike" cap="none" normalizeH="0" baseline="0" dirty="0" smtClean="0">
                          <a:ln>
                            <a:noFill/>
                          </a:ln>
                          <a:solidFill>
                            <a:schemeClr val="tx1"/>
                          </a:solidFill>
                          <a:effectLst/>
                          <a:latin typeface="Helvetica" pitchFamily="34" charset="0"/>
                          <a:cs typeface="Tahoma" pitchFamily="34" charset="0"/>
                        </a:rPr>
                        <a:t> </a:t>
                      </a:r>
                      <a:r>
                        <a:rPr kumimoji="0" lang="en-US" sz="2200" b="0" i="0" u="none" strike="noStrike" cap="none" normalizeH="0" baseline="0" dirty="0" smtClean="0">
                          <a:ln>
                            <a:noFill/>
                          </a:ln>
                          <a:solidFill>
                            <a:schemeClr val="tx1"/>
                          </a:solidFill>
                          <a:effectLst/>
                          <a:latin typeface="Helvetica" pitchFamily="34" charset="0"/>
                          <a:cs typeface="Tahoma" pitchFamily="34" charset="0"/>
                        </a:rPr>
                        <a:t>$311</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 Take event photos to do portfolio</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 Record video </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226825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Projector $1,299</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rgbClr val="000000"/>
                          </a:solidFill>
                          <a:effectLst/>
                          <a:latin typeface="Helvetica" pitchFamily="34" charset="0"/>
                          <a:cs typeface="Times New Roman" pitchFamily="18" charset="0"/>
                        </a:rPr>
                        <a:t> Expand the information to be bigger size</a:t>
                      </a:r>
                      <a:r>
                        <a:rPr kumimoji="0" lang="en-US" sz="2200" b="0" i="0" u="none" strike="noStrike" cap="none" normalizeH="0" baseline="0" dirty="0" smtClean="0">
                          <a:ln>
                            <a:noFill/>
                          </a:ln>
                          <a:solidFill>
                            <a:schemeClr val="tx1"/>
                          </a:solidFill>
                          <a:effectLst/>
                          <a:latin typeface="Helvetica" pitchFamily="34" charset="0"/>
                          <a:cs typeface="Tahoma" pitchFamily="34" charset="0"/>
                        </a:rPr>
                        <a:t> </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pic>
        <p:nvPicPr>
          <p:cNvPr id="14352" name="Picture 16" descr="Product Image"/>
          <p:cNvPicPr>
            <a:picLocks noChangeAspect="1" noChangeArrowheads="1"/>
          </p:cNvPicPr>
          <p:nvPr/>
        </p:nvPicPr>
        <p:blipFill>
          <a:blip r:embed="rId3" cstate="print"/>
          <a:srcRect/>
          <a:stretch>
            <a:fillRect/>
          </a:stretch>
        </p:blipFill>
        <p:spPr bwMode="auto">
          <a:xfrm>
            <a:off x="683568" y="4653136"/>
            <a:ext cx="1800200" cy="891349"/>
          </a:xfrm>
          <a:prstGeom prst="rect">
            <a:avLst/>
          </a:prstGeom>
          <a:noFill/>
          <a:ln w="9525">
            <a:solidFill>
              <a:schemeClr val="tx1"/>
            </a:solidFill>
            <a:miter lim="800000"/>
            <a:headEnd/>
            <a:tailEnd/>
          </a:ln>
        </p:spPr>
      </p:pic>
      <p:pic>
        <p:nvPicPr>
          <p:cNvPr id="141314" name="Picture 2"/>
          <p:cNvPicPr>
            <a:picLocks noChangeAspect="1" noChangeArrowheads="1"/>
          </p:cNvPicPr>
          <p:nvPr/>
        </p:nvPicPr>
        <p:blipFill>
          <a:blip r:embed="rId4" cstate="print"/>
          <a:srcRect/>
          <a:stretch>
            <a:fillRect/>
          </a:stretch>
        </p:blipFill>
        <p:spPr bwMode="auto">
          <a:xfrm>
            <a:off x="755576" y="2204864"/>
            <a:ext cx="1728192" cy="1175171"/>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539552" y="332656"/>
            <a:ext cx="6096000" cy="914400"/>
          </a:xfrm>
        </p:spPr>
        <p:txBody>
          <a:bodyPr/>
          <a:lstStyle/>
          <a:p>
            <a:pPr eaLnBrk="1" hangingPunct="1"/>
            <a:r>
              <a:rPr lang="en-US" dirty="0" smtClean="0">
                <a:latin typeface="Helvetica" pitchFamily="34" charset="0"/>
              </a:rPr>
              <a:t>Hardware</a:t>
            </a:r>
            <a:endParaRPr lang="th-TH" dirty="0" smtClean="0">
              <a:latin typeface="Helvetica" pitchFamily="34" charset="0"/>
            </a:endParaRPr>
          </a:p>
        </p:txBody>
      </p:sp>
      <p:graphicFrame>
        <p:nvGraphicFramePr>
          <p:cNvPr id="11289" name="Group 25"/>
          <p:cNvGraphicFramePr>
            <a:graphicFrameLocks noGrp="1"/>
          </p:cNvGraphicFramePr>
          <p:nvPr>
            <p:ph type="tbl" idx="1"/>
          </p:nvPr>
        </p:nvGraphicFramePr>
        <p:xfrm>
          <a:off x="251520" y="1988840"/>
          <a:ext cx="7416824" cy="3886200"/>
        </p:xfrm>
        <a:graphic>
          <a:graphicData uri="http://schemas.openxmlformats.org/drawingml/2006/table">
            <a:tbl>
              <a:tblPr/>
              <a:tblGrid>
                <a:gridCol w="3090343"/>
                <a:gridCol w="4326481"/>
              </a:tblGrid>
              <a:tr h="1943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Helvetica" pitchFamily="34" charset="0"/>
                          <a:cs typeface="Tahoma" pitchFamily="34" charset="0"/>
                        </a:rPr>
                        <a:t>Desk phone</a:t>
                      </a:r>
                      <a:r>
                        <a:rPr kumimoji="0" lang="en-AU" sz="2000" b="0" i="0" u="none" strike="noStrike" cap="none" normalizeH="0" baseline="0" dirty="0" smtClean="0">
                          <a:ln>
                            <a:noFill/>
                          </a:ln>
                          <a:solidFill>
                            <a:schemeClr val="tx1"/>
                          </a:solidFill>
                          <a:effectLst/>
                          <a:latin typeface="Helvetica" pitchFamily="34" charset="0"/>
                          <a:cs typeface="Tahoma" pitchFamily="34" charset="0"/>
                        </a:rPr>
                        <a:t> </a:t>
                      </a:r>
                      <a:r>
                        <a:rPr kumimoji="0" lang="en-US" sz="2000" b="0" i="0" u="none" strike="noStrike" cap="none" normalizeH="0" baseline="0" dirty="0" smtClean="0">
                          <a:ln>
                            <a:noFill/>
                          </a:ln>
                          <a:solidFill>
                            <a:schemeClr val="tx1"/>
                          </a:solidFill>
                          <a:effectLst/>
                          <a:latin typeface="Helvetica" pitchFamily="34" charset="0"/>
                          <a:cs typeface="Tahoma" pitchFamily="34" charset="0"/>
                        </a:rPr>
                        <a:t>$129</a:t>
                      </a:r>
                      <a:endParaRPr kumimoji="0" lang="th-TH" sz="2000" b="0" i="0" u="none" strike="noStrike" cap="none" normalizeH="0" baseline="0" dirty="0" smtClean="0">
                        <a:ln>
                          <a:noFill/>
                        </a:ln>
                        <a:solidFill>
                          <a:schemeClr val="tx1"/>
                        </a:solidFill>
                        <a:effectLst/>
                        <a:latin typeface="Helvetica" pitchFamily="34" charset="0"/>
                        <a:cs typeface="Tahoma" pitchFamily="34" charset="0"/>
                      </a:endParaRP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Helvetica" pitchFamily="34" charset="0"/>
                          <a:cs typeface="Tahoma" pitchFamily="34" charset="0"/>
                        </a:rPr>
                        <a:t> Connecting to customer </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Helvetica" pitchFamily="34" charset="0"/>
                          <a:cs typeface="Tahoma" pitchFamily="34" charset="0"/>
                        </a:rPr>
                        <a:t> Making a conference call </a:t>
                      </a:r>
                      <a:endParaRPr kumimoji="0" lang="th-TH" sz="20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1943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Helvetica" pitchFamily="34" charset="0"/>
                          <a:cs typeface="Tahoma" pitchFamily="34" charset="0"/>
                        </a:rPr>
                        <a:t>Computer</a:t>
                      </a:r>
                      <a:r>
                        <a:rPr kumimoji="0" lang="en-AU" sz="2000" b="0" i="0" u="none" strike="noStrike" cap="none" normalizeH="0" baseline="0" dirty="0" smtClean="0">
                          <a:ln>
                            <a:noFill/>
                          </a:ln>
                          <a:solidFill>
                            <a:schemeClr val="tx1"/>
                          </a:solidFill>
                          <a:effectLst/>
                          <a:latin typeface="Helvetica" pitchFamily="34" charset="0"/>
                          <a:cs typeface="Tahoma" pitchFamily="34" charset="0"/>
                        </a:rPr>
                        <a:t> </a:t>
                      </a:r>
                      <a:r>
                        <a:rPr kumimoji="0" lang="en-US" sz="2000" b="0" i="0" u="none" strike="noStrike" cap="none" normalizeH="0" baseline="0" dirty="0" smtClean="0">
                          <a:ln>
                            <a:noFill/>
                          </a:ln>
                          <a:solidFill>
                            <a:schemeClr val="tx1"/>
                          </a:solidFill>
                          <a:effectLst/>
                          <a:latin typeface="Helvetica" pitchFamily="34" charset="0"/>
                          <a:cs typeface="Tahoma" pitchFamily="34" charset="0"/>
                        </a:rPr>
                        <a:t>$788</a:t>
                      </a:r>
                      <a:endParaRPr kumimoji="0" lang="th-TH" sz="2000" b="0" i="0" u="none" strike="noStrike" cap="none" normalizeH="0" baseline="0" dirty="0" smtClean="0">
                        <a:ln>
                          <a:noFill/>
                        </a:ln>
                        <a:solidFill>
                          <a:schemeClr val="tx1"/>
                        </a:solidFill>
                        <a:effectLst/>
                        <a:latin typeface="Helvetica" pitchFamily="34" charset="0"/>
                        <a:cs typeface="Tahoma" pitchFamily="34" charset="0"/>
                      </a:endParaRP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Helvetica" pitchFamily="34" charset="0"/>
                          <a:cs typeface="Tahoma" pitchFamily="34" charset="0"/>
                        </a:rPr>
                        <a:t> Collect important information</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Helvetica" pitchFamily="34" charset="0"/>
                          <a:cs typeface="Tahoma" pitchFamily="34" charset="0"/>
                        </a:rPr>
                        <a:t> Can upgrade memory </a:t>
                      </a:r>
                      <a:endParaRPr kumimoji="0" lang="th-TH" sz="2000" b="0" i="0" u="none" strike="noStrike" cap="none" normalizeH="0" baseline="0" dirty="0" smtClean="0">
                        <a:ln>
                          <a:noFill/>
                        </a:ln>
                        <a:solidFill>
                          <a:schemeClr val="tx1"/>
                        </a:solidFill>
                        <a:effectLst/>
                        <a:latin typeface="Helvetica" pitchFamily="34" charset="0"/>
                        <a:cs typeface="Tahoma"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th-TH" sz="20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pic>
        <p:nvPicPr>
          <p:cNvPr id="11280" name="Picture 16"/>
          <p:cNvPicPr>
            <a:picLocks noChangeAspect="1" noChangeArrowheads="1"/>
          </p:cNvPicPr>
          <p:nvPr/>
        </p:nvPicPr>
        <p:blipFill>
          <a:blip r:embed="rId3" cstate="print"/>
          <a:srcRect/>
          <a:stretch>
            <a:fillRect/>
          </a:stretch>
        </p:blipFill>
        <p:spPr bwMode="auto">
          <a:xfrm>
            <a:off x="1043608" y="4385806"/>
            <a:ext cx="1512168" cy="1153028"/>
          </a:xfrm>
          <a:prstGeom prst="rect">
            <a:avLst/>
          </a:prstGeom>
          <a:noFill/>
          <a:ln w="9525">
            <a:solidFill>
              <a:schemeClr val="tx1"/>
            </a:solidFill>
            <a:miter lim="800000"/>
            <a:headEnd/>
            <a:tailEnd/>
          </a:ln>
        </p:spPr>
      </p:pic>
      <p:pic>
        <p:nvPicPr>
          <p:cNvPr id="11281" name="Picture 17"/>
          <p:cNvPicPr>
            <a:picLocks noChangeAspect="1" noChangeArrowheads="1"/>
          </p:cNvPicPr>
          <p:nvPr/>
        </p:nvPicPr>
        <p:blipFill>
          <a:blip r:embed="rId4" cstate="print"/>
          <a:srcRect/>
          <a:stretch>
            <a:fillRect/>
          </a:stretch>
        </p:blipFill>
        <p:spPr bwMode="auto">
          <a:xfrm>
            <a:off x="1043608" y="2420888"/>
            <a:ext cx="1584176" cy="1131555"/>
          </a:xfrm>
          <a:prstGeom prst="rect">
            <a:avLst/>
          </a:prstGeom>
          <a:noFill/>
          <a:ln w="9525">
            <a:solidFill>
              <a:schemeClr val="tx1"/>
            </a:solidFill>
            <a:miter lim="800000"/>
            <a:headEnd/>
            <a:tailEnd/>
          </a:ln>
        </p:spPr>
      </p:pic>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683568" y="332656"/>
            <a:ext cx="6096000" cy="914400"/>
          </a:xfrm>
        </p:spPr>
        <p:txBody>
          <a:bodyPr/>
          <a:lstStyle/>
          <a:p>
            <a:pPr eaLnBrk="1" hangingPunct="1"/>
            <a:r>
              <a:rPr lang="en-US" dirty="0" smtClean="0">
                <a:latin typeface="Helvetica" pitchFamily="34" charset="0"/>
              </a:rPr>
              <a:t>Hardware</a:t>
            </a:r>
            <a:endParaRPr lang="th-TH" dirty="0" smtClean="0">
              <a:latin typeface="Helvetica" pitchFamily="34" charset="0"/>
            </a:endParaRPr>
          </a:p>
        </p:txBody>
      </p:sp>
      <p:graphicFrame>
        <p:nvGraphicFramePr>
          <p:cNvPr id="12309" name="Group 21"/>
          <p:cNvGraphicFramePr>
            <a:graphicFrameLocks noGrp="1"/>
          </p:cNvGraphicFramePr>
          <p:nvPr>
            <p:ph type="tbl" idx="1"/>
          </p:nvPr>
        </p:nvGraphicFramePr>
        <p:xfrm>
          <a:off x="395536" y="1556792"/>
          <a:ext cx="7211144" cy="4320480"/>
        </p:xfrm>
        <a:graphic>
          <a:graphicData uri="http://schemas.openxmlformats.org/drawingml/2006/table">
            <a:tbl>
              <a:tblPr/>
              <a:tblGrid>
                <a:gridCol w="2520280"/>
                <a:gridCol w="4690864"/>
              </a:tblGrid>
              <a:tr h="211974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Fax and scanner</a:t>
                      </a:r>
                      <a:r>
                        <a:rPr kumimoji="0" lang="en-AU" sz="2200" b="0" i="0" u="none" strike="noStrike" cap="none" normalizeH="0" baseline="0" dirty="0" smtClean="0">
                          <a:ln>
                            <a:noFill/>
                          </a:ln>
                          <a:solidFill>
                            <a:schemeClr val="tx1"/>
                          </a:solidFill>
                          <a:effectLst/>
                          <a:latin typeface="Helvetica" pitchFamily="34" charset="0"/>
                          <a:cs typeface="Tahoma" pitchFamily="34" charset="0"/>
                        </a:rPr>
                        <a:t> </a:t>
                      </a:r>
                      <a:r>
                        <a:rPr kumimoji="0" lang="en-US" sz="2200" b="0" i="0" u="none" strike="noStrike" cap="none" normalizeH="0" baseline="0" dirty="0" smtClean="0">
                          <a:ln>
                            <a:noFill/>
                          </a:ln>
                          <a:solidFill>
                            <a:schemeClr val="tx1"/>
                          </a:solidFill>
                          <a:effectLst/>
                          <a:latin typeface="Helvetica" pitchFamily="34" charset="0"/>
                          <a:cs typeface="Tahoma" pitchFamily="34" charset="0"/>
                        </a:rPr>
                        <a:t>$249</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 Useful</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 Get more space </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220073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White board</a:t>
                      </a:r>
                      <a:r>
                        <a:rPr kumimoji="0" lang="en-AU" sz="2200" b="0" i="0" u="none" strike="noStrike" cap="none" normalizeH="0" baseline="0" dirty="0" smtClean="0">
                          <a:ln>
                            <a:noFill/>
                          </a:ln>
                          <a:solidFill>
                            <a:schemeClr val="tx1"/>
                          </a:solidFill>
                          <a:effectLst/>
                          <a:latin typeface="Helvetica" pitchFamily="34" charset="0"/>
                          <a:cs typeface="Tahoma" pitchFamily="34" charset="0"/>
                        </a:rPr>
                        <a:t> </a:t>
                      </a:r>
                      <a:r>
                        <a:rPr kumimoji="0" lang="en-US" sz="2200" b="0" i="0" u="none" strike="noStrike" cap="none" normalizeH="0" baseline="0" dirty="0" smtClean="0">
                          <a:ln>
                            <a:noFill/>
                          </a:ln>
                          <a:solidFill>
                            <a:schemeClr val="tx1"/>
                          </a:solidFill>
                          <a:effectLst/>
                          <a:latin typeface="Helvetica" pitchFamily="34" charset="0"/>
                          <a:cs typeface="Tahoma" pitchFamily="34" charset="0"/>
                        </a:rPr>
                        <a:t>$359</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 All meeting members can understand the same meaning</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 Can move around to everywhere in the company </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pic>
        <p:nvPicPr>
          <p:cNvPr id="12304" name="Picture 16" descr="Brother MFC465CN Colour Multifunction"/>
          <p:cNvPicPr>
            <a:picLocks noChangeAspect="1" noChangeArrowheads="1"/>
          </p:cNvPicPr>
          <p:nvPr/>
        </p:nvPicPr>
        <p:blipFill>
          <a:blip r:embed="rId3" cstate="print"/>
          <a:srcRect/>
          <a:stretch>
            <a:fillRect/>
          </a:stretch>
        </p:blipFill>
        <p:spPr bwMode="auto">
          <a:xfrm>
            <a:off x="899592" y="1916832"/>
            <a:ext cx="1440160" cy="1440160"/>
          </a:xfrm>
          <a:prstGeom prst="rect">
            <a:avLst/>
          </a:prstGeom>
          <a:noFill/>
          <a:ln w="9525">
            <a:solidFill>
              <a:schemeClr val="tx1"/>
            </a:solidFill>
            <a:miter lim="800000"/>
            <a:headEnd/>
            <a:tailEnd/>
          </a:ln>
        </p:spPr>
      </p:pic>
      <p:pic>
        <p:nvPicPr>
          <p:cNvPr id="12305" name="Picture 17" descr="OFFICEWORKS Mobile Whiteboard - 1800 x 900mm"/>
          <p:cNvPicPr>
            <a:picLocks noChangeAspect="1" noChangeArrowheads="1"/>
          </p:cNvPicPr>
          <p:nvPr/>
        </p:nvPicPr>
        <p:blipFill>
          <a:blip r:embed="rId4" cstate="print"/>
          <a:srcRect/>
          <a:stretch>
            <a:fillRect/>
          </a:stretch>
        </p:blipFill>
        <p:spPr bwMode="auto">
          <a:xfrm>
            <a:off x="899592" y="4077072"/>
            <a:ext cx="1440160" cy="1440160"/>
          </a:xfrm>
          <a:prstGeom prst="rect">
            <a:avLst/>
          </a:prstGeom>
          <a:noFill/>
          <a:ln w="9525">
            <a:solidFill>
              <a:schemeClr val="tx1"/>
            </a:solidFill>
            <a:miter lim="800000"/>
            <a:headEnd/>
            <a:tailEnd/>
          </a:ln>
        </p:spPr>
      </p:pic>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611560" y="404664"/>
            <a:ext cx="6096000" cy="914400"/>
          </a:xfrm>
        </p:spPr>
        <p:txBody>
          <a:bodyPr/>
          <a:lstStyle/>
          <a:p>
            <a:pPr eaLnBrk="1" hangingPunct="1"/>
            <a:r>
              <a:rPr lang="en-US" dirty="0" smtClean="0">
                <a:latin typeface="Helvetica" pitchFamily="34" charset="0"/>
              </a:rPr>
              <a:t>Software</a:t>
            </a:r>
            <a:endParaRPr lang="th-TH" dirty="0" smtClean="0">
              <a:latin typeface="Helvetica" pitchFamily="34" charset="0"/>
            </a:endParaRPr>
          </a:p>
        </p:txBody>
      </p:sp>
      <p:graphicFrame>
        <p:nvGraphicFramePr>
          <p:cNvPr id="13315" name="Group 3"/>
          <p:cNvGraphicFramePr>
            <a:graphicFrameLocks noGrp="1"/>
          </p:cNvGraphicFramePr>
          <p:nvPr>
            <p:ph type="tbl" idx="1"/>
          </p:nvPr>
        </p:nvGraphicFramePr>
        <p:xfrm>
          <a:off x="539552" y="1844824"/>
          <a:ext cx="6768752" cy="4248472"/>
        </p:xfrm>
        <a:graphic>
          <a:graphicData uri="http://schemas.openxmlformats.org/drawingml/2006/table">
            <a:tbl>
              <a:tblPr/>
              <a:tblGrid>
                <a:gridCol w="3065512"/>
                <a:gridCol w="3703240"/>
              </a:tblGrid>
              <a:tr h="212423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Adobe</a:t>
                      </a:r>
                      <a:r>
                        <a:rPr kumimoji="0" lang="en-AU" sz="2200" b="0" i="0" u="none" strike="noStrike" cap="none" normalizeH="0" baseline="0" dirty="0" smtClean="0">
                          <a:ln>
                            <a:noFill/>
                          </a:ln>
                          <a:solidFill>
                            <a:schemeClr val="tx1"/>
                          </a:solidFill>
                          <a:effectLst/>
                          <a:latin typeface="Helvetica" pitchFamily="34" charset="0"/>
                          <a:cs typeface="Tahoma" pitchFamily="34" charset="0"/>
                        </a:rPr>
                        <a:t> </a:t>
                      </a:r>
                      <a:r>
                        <a:rPr kumimoji="0" lang="en-US" sz="2200" b="0" i="0" u="none" strike="noStrike" cap="none" normalizeH="0" baseline="0" dirty="0" smtClean="0">
                          <a:ln>
                            <a:noFill/>
                          </a:ln>
                          <a:solidFill>
                            <a:schemeClr val="tx1"/>
                          </a:solidFill>
                          <a:effectLst/>
                          <a:latin typeface="Helvetica" pitchFamily="34" charset="0"/>
                          <a:cs typeface="Tahoma" pitchFamily="34" charset="0"/>
                        </a:rPr>
                        <a:t>$105-190</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212423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Helvetica" pitchFamily="34" charset="0"/>
                        <a:cs typeface="Angsana New" pitchFamily="18" charset="-34"/>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Helvetica" pitchFamily="34" charset="0"/>
                          <a:cs typeface="Tahoma" pitchFamily="34" charset="0"/>
                        </a:rPr>
                        <a:t>MYOB</a:t>
                      </a:r>
                      <a:r>
                        <a:rPr kumimoji="0" lang="en-AU" sz="2200" b="0" i="0" u="none" strike="noStrike" cap="none" normalizeH="0" baseline="0" dirty="0" smtClean="0">
                          <a:ln>
                            <a:noFill/>
                          </a:ln>
                          <a:solidFill>
                            <a:schemeClr val="tx1"/>
                          </a:solidFill>
                          <a:effectLst/>
                          <a:latin typeface="Helvetica" pitchFamily="34" charset="0"/>
                          <a:cs typeface="Tahoma" pitchFamily="34" charset="0"/>
                        </a:rPr>
                        <a:t> </a:t>
                      </a:r>
                      <a:r>
                        <a:rPr kumimoji="0" lang="en-US" sz="2200" b="0" i="0" u="none" strike="noStrike" cap="none" normalizeH="0" baseline="0" dirty="0" smtClean="0">
                          <a:ln>
                            <a:noFill/>
                          </a:ln>
                          <a:solidFill>
                            <a:schemeClr val="tx1"/>
                          </a:solidFill>
                          <a:effectLst/>
                          <a:latin typeface="Helvetica" pitchFamily="34" charset="0"/>
                          <a:cs typeface="Tahoma" pitchFamily="34" charset="0"/>
                        </a:rPr>
                        <a:t>$125-158</a:t>
                      </a:r>
                      <a:endParaRPr kumimoji="0" lang="th-TH" sz="2200" b="0" i="0" u="none" strike="noStrike" cap="none" normalizeH="0" baseline="0" dirty="0" smtClean="0">
                        <a:ln>
                          <a:noFill/>
                        </a:ln>
                        <a:solidFill>
                          <a:schemeClr val="tx1"/>
                        </a:solidFill>
                        <a:effectLst/>
                        <a:latin typeface="Helvetic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pic>
        <p:nvPicPr>
          <p:cNvPr id="13328" name="Picture 16"/>
          <p:cNvPicPr>
            <a:picLocks noChangeAspect="1" noChangeArrowheads="1"/>
          </p:cNvPicPr>
          <p:nvPr/>
        </p:nvPicPr>
        <p:blipFill>
          <a:blip r:embed="rId3" cstate="print"/>
          <a:srcRect/>
          <a:stretch>
            <a:fillRect/>
          </a:stretch>
        </p:blipFill>
        <p:spPr bwMode="auto">
          <a:xfrm>
            <a:off x="1331640" y="4293096"/>
            <a:ext cx="1675656" cy="1411895"/>
          </a:xfrm>
          <a:prstGeom prst="rect">
            <a:avLst/>
          </a:prstGeom>
          <a:noFill/>
          <a:ln w="9525">
            <a:solidFill>
              <a:schemeClr val="tx1"/>
            </a:solidFill>
            <a:miter lim="800000"/>
            <a:headEnd/>
            <a:tailEnd/>
          </a:ln>
        </p:spPr>
      </p:pic>
      <p:pic>
        <p:nvPicPr>
          <p:cNvPr id="13329" name="Picture 17"/>
          <p:cNvPicPr>
            <a:picLocks noChangeAspect="1" noChangeArrowheads="1"/>
          </p:cNvPicPr>
          <p:nvPr/>
        </p:nvPicPr>
        <p:blipFill>
          <a:blip r:embed="rId4" cstate="print"/>
          <a:stretch>
            <a:fillRect/>
          </a:stretch>
        </p:blipFill>
        <p:spPr bwMode="auto">
          <a:xfrm>
            <a:off x="1619672" y="2276872"/>
            <a:ext cx="1080120" cy="1445967"/>
          </a:xfrm>
          <a:prstGeom prst="rect">
            <a:avLst/>
          </a:prstGeom>
          <a:noFill/>
          <a:ln>
            <a:noFill/>
          </a:ln>
        </p:spPr>
      </p:pic>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547664" y="2276872"/>
            <a:ext cx="3816424" cy="25202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602" name="Rectangle 2"/>
          <p:cNvSpPr>
            <a:spLocks noGrp="1" noChangeArrowheads="1"/>
          </p:cNvSpPr>
          <p:nvPr>
            <p:ph type="title"/>
          </p:nvPr>
        </p:nvSpPr>
        <p:spPr/>
        <p:txBody>
          <a:bodyPr/>
          <a:lstStyle/>
          <a:p>
            <a:r>
              <a:rPr lang="en-AU" dirty="0" smtClean="0">
                <a:latin typeface="Helvetica" pitchFamily="34" charset="0"/>
              </a:rPr>
              <a:t>Total cost</a:t>
            </a:r>
          </a:p>
        </p:txBody>
      </p:sp>
      <p:sp>
        <p:nvSpPr>
          <p:cNvPr id="25603" name="Rectangle 3"/>
          <p:cNvSpPr>
            <a:spLocks noGrp="1" noChangeArrowheads="1"/>
          </p:cNvSpPr>
          <p:nvPr>
            <p:ph idx="1"/>
          </p:nvPr>
        </p:nvSpPr>
        <p:spPr>
          <a:xfrm>
            <a:off x="1475656" y="3068960"/>
            <a:ext cx="3816424" cy="1387536"/>
          </a:xfrm>
        </p:spPr>
        <p:txBody>
          <a:bodyPr/>
          <a:lstStyle/>
          <a:p>
            <a:pPr algn="ctr">
              <a:buFontTx/>
              <a:buNone/>
            </a:pPr>
            <a:r>
              <a:rPr lang="en-AU" sz="4400" b="1" dirty="0" smtClean="0">
                <a:latin typeface="Helvetica" pitchFamily="34" charset="0"/>
              </a:rPr>
              <a:t>$18,937</a:t>
            </a:r>
          </a:p>
        </p:txBody>
      </p:sp>
      <p:pic>
        <p:nvPicPr>
          <p:cNvPr id="133122" name="Picture 2" descr="C:\Documents and Settings\jirayut\Local Settings\Temporary Internet Files\Content.IE5\L3HMVMNM\MC910216403[1].png"/>
          <p:cNvPicPr>
            <a:picLocks noChangeAspect="1" noChangeArrowheads="1"/>
          </p:cNvPicPr>
          <p:nvPr/>
        </p:nvPicPr>
        <p:blipFill>
          <a:blip r:embed="rId3" cstate="print"/>
          <a:srcRect/>
          <a:stretch>
            <a:fillRect/>
          </a:stretch>
        </p:blipFill>
        <p:spPr bwMode="auto">
          <a:xfrm>
            <a:off x="6084168" y="4509120"/>
            <a:ext cx="1728192" cy="1505565"/>
          </a:xfrm>
          <a:prstGeom prst="rect">
            <a:avLst/>
          </a:prstGeom>
          <a:noFill/>
        </p:spPr>
      </p:pic>
      <p:pic>
        <p:nvPicPr>
          <p:cNvPr id="133123" name="Picture 3" descr="C:\Documents and Settings\jirayut\Local Settings\Temporary Internet Files\Content.IE5\DL0QWQXO\MC910216404[1].png"/>
          <p:cNvPicPr>
            <a:picLocks noChangeAspect="1" noChangeArrowheads="1"/>
          </p:cNvPicPr>
          <p:nvPr/>
        </p:nvPicPr>
        <p:blipFill>
          <a:blip r:embed="rId4" cstate="print"/>
          <a:srcRect/>
          <a:stretch>
            <a:fillRect/>
          </a:stretch>
        </p:blipFill>
        <p:spPr bwMode="auto">
          <a:xfrm>
            <a:off x="6156176" y="1628800"/>
            <a:ext cx="1736311" cy="1512639"/>
          </a:xfrm>
          <a:prstGeom prst="rect">
            <a:avLst/>
          </a:prstGeom>
          <a:noFill/>
        </p:spPr>
      </p:pic>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4"/>
          <p:cNvGrpSpPr>
            <a:grpSpLocks/>
          </p:cNvGrpSpPr>
          <p:nvPr/>
        </p:nvGrpSpPr>
        <p:grpSpPr bwMode="auto">
          <a:xfrm>
            <a:off x="467544" y="1124744"/>
            <a:ext cx="7128792" cy="5410200"/>
            <a:chOff x="720" y="720"/>
            <a:chExt cx="4224" cy="3408"/>
          </a:xfrm>
        </p:grpSpPr>
        <p:sp>
          <p:nvSpPr>
            <p:cNvPr id="23560" name="Rectangle 44"/>
            <p:cNvSpPr>
              <a:spLocks noChangeArrowheads="1"/>
            </p:cNvSpPr>
            <p:nvPr/>
          </p:nvSpPr>
          <p:spPr bwMode="auto">
            <a:xfrm>
              <a:off x="720" y="720"/>
              <a:ext cx="4224" cy="3408"/>
            </a:xfrm>
            <a:prstGeom prst="rect">
              <a:avLst/>
            </a:prstGeom>
            <a:solidFill>
              <a:srgbClr val="FFFF99"/>
            </a:solidFill>
            <a:ln w="9525" algn="in">
              <a:solidFill>
                <a:srgbClr val="000000"/>
              </a:solidFill>
              <a:miter lim="800000"/>
              <a:headEnd/>
              <a:tailEnd/>
            </a:ln>
          </p:spPr>
          <p:txBody>
            <a:bodyPr lIns="36576" tIns="36576" rIns="36576" bIns="36576"/>
            <a:lstStyle/>
            <a:p>
              <a:endParaRPr lang="en-US" dirty="0"/>
            </a:p>
          </p:txBody>
        </p:sp>
        <p:pic>
          <p:nvPicPr>
            <p:cNvPr id="23561" name="Picture 45" descr="j0432606[1]"/>
            <p:cNvPicPr>
              <a:picLocks noChangeAspect="1" noChangeArrowheads="1"/>
            </p:cNvPicPr>
            <p:nvPr/>
          </p:nvPicPr>
          <p:blipFill>
            <a:blip r:embed="rId3" cstate="print"/>
            <a:srcRect/>
            <a:stretch>
              <a:fillRect/>
            </a:stretch>
          </p:blipFill>
          <p:spPr bwMode="auto">
            <a:xfrm>
              <a:off x="3072" y="3768"/>
              <a:ext cx="278" cy="360"/>
            </a:xfrm>
            <a:prstGeom prst="rect">
              <a:avLst/>
            </a:prstGeom>
            <a:noFill/>
            <a:ln w="9525" algn="in">
              <a:noFill/>
              <a:miter lim="800000"/>
              <a:headEnd/>
              <a:tailEnd/>
            </a:ln>
          </p:spPr>
        </p:pic>
        <p:sp>
          <p:nvSpPr>
            <p:cNvPr id="23562" name="Line 46"/>
            <p:cNvSpPr>
              <a:spLocks noChangeShapeType="1"/>
            </p:cNvSpPr>
            <p:nvPr/>
          </p:nvSpPr>
          <p:spPr bwMode="auto">
            <a:xfrm flipH="1">
              <a:off x="3792" y="720"/>
              <a:ext cx="0" cy="3408"/>
            </a:xfrm>
            <a:prstGeom prst="line">
              <a:avLst/>
            </a:prstGeom>
            <a:noFill/>
            <a:ln w="9525">
              <a:solidFill>
                <a:srgbClr val="000000"/>
              </a:solidFill>
              <a:round/>
              <a:headEnd/>
              <a:tailEnd/>
            </a:ln>
          </p:spPr>
          <p:txBody>
            <a:bodyPr lIns="36576" tIns="36576" rIns="36576" bIns="36576"/>
            <a:lstStyle/>
            <a:p>
              <a:endParaRPr lang="en-US" dirty="0"/>
            </a:p>
          </p:txBody>
        </p:sp>
        <p:sp>
          <p:nvSpPr>
            <p:cNvPr id="23563" name="Line 47"/>
            <p:cNvSpPr>
              <a:spLocks noChangeShapeType="1"/>
            </p:cNvSpPr>
            <p:nvPr/>
          </p:nvSpPr>
          <p:spPr bwMode="auto">
            <a:xfrm flipH="1">
              <a:off x="3792" y="3312"/>
              <a:ext cx="1152" cy="0"/>
            </a:xfrm>
            <a:prstGeom prst="line">
              <a:avLst/>
            </a:prstGeom>
            <a:noFill/>
            <a:ln w="9525">
              <a:solidFill>
                <a:srgbClr val="000000"/>
              </a:solidFill>
              <a:round/>
              <a:headEnd/>
              <a:tailEnd/>
            </a:ln>
          </p:spPr>
          <p:txBody>
            <a:bodyPr lIns="36576" tIns="36576" rIns="36576" bIns="36576"/>
            <a:lstStyle/>
            <a:p>
              <a:endParaRPr lang="en-US" dirty="0"/>
            </a:p>
          </p:txBody>
        </p:sp>
        <p:sp>
          <p:nvSpPr>
            <p:cNvPr id="23564" name="Text Box 48"/>
            <p:cNvSpPr txBox="1">
              <a:spLocks noChangeArrowheads="1"/>
            </p:cNvSpPr>
            <p:nvPr/>
          </p:nvSpPr>
          <p:spPr bwMode="auto">
            <a:xfrm>
              <a:off x="3936" y="3456"/>
              <a:ext cx="900" cy="252"/>
            </a:xfrm>
            <a:prstGeom prst="rect">
              <a:avLst/>
            </a:prstGeom>
            <a:noFill/>
            <a:ln w="9525" algn="in">
              <a:noFill/>
              <a:miter lim="800000"/>
              <a:headEnd/>
              <a:tailEnd/>
            </a:ln>
          </p:spPr>
          <p:txBody>
            <a:bodyPr lIns="36576" tIns="36576" rIns="36576" bIns="36576"/>
            <a:lstStyle/>
            <a:p>
              <a:pPr algn="ctr"/>
              <a:r>
                <a:rPr lang="en-US" sz="1200" b="1" dirty="0">
                  <a:solidFill>
                    <a:srgbClr val="000000"/>
                  </a:solidFill>
                  <a:latin typeface="Tahoma" pitchFamily="34" charset="0"/>
                </a:rPr>
                <a:t>Pantry</a:t>
              </a:r>
              <a:endParaRPr lang="th-TH" sz="1200"/>
            </a:p>
          </p:txBody>
        </p:sp>
        <p:grpSp>
          <p:nvGrpSpPr>
            <p:cNvPr id="3" name="Group 57"/>
            <p:cNvGrpSpPr>
              <a:grpSpLocks/>
            </p:cNvGrpSpPr>
            <p:nvPr/>
          </p:nvGrpSpPr>
          <p:grpSpPr bwMode="auto">
            <a:xfrm>
              <a:off x="729" y="3226"/>
              <a:ext cx="1090" cy="518"/>
              <a:chOff x="106070400" y="111385350"/>
              <a:chExt cx="2473201" cy="1143000"/>
            </a:xfrm>
          </p:grpSpPr>
          <p:sp>
            <p:nvSpPr>
              <p:cNvPr id="5178" name="desk1"/>
              <p:cNvSpPr>
                <a:spLocks noEditPoints="1" noChangeArrowheads="1"/>
              </p:cNvSpPr>
              <p:nvPr/>
            </p:nvSpPr>
            <p:spPr bwMode="auto">
              <a:xfrm>
                <a:off x="106070400" y="111385350"/>
                <a:ext cx="1143572" cy="571501"/>
              </a:xfrm>
              <a:custGeom>
                <a:avLst/>
                <a:gdLst>
                  <a:gd name="T0" fmla="*/ 0 w 21600"/>
                  <a:gd name="T1" fmla="*/ 0 h 21600"/>
                  <a:gd name="T2" fmla="*/ 21600 w 21600"/>
                  <a:gd name="T3" fmla="*/ 0 h 21600"/>
                  <a:gd name="T4" fmla="*/ 21600 w 21600"/>
                  <a:gd name="T5" fmla="*/ 21600 h 21600"/>
                  <a:gd name="T6" fmla="*/ 0 w 21600"/>
                  <a:gd name="T7" fmla="*/ 21600 h 21600"/>
                  <a:gd name="T8" fmla="*/ 10800 w 21600"/>
                  <a:gd name="T9" fmla="*/ 0 h 21600"/>
                  <a:gd name="T10" fmla="*/ 21600 w 21600"/>
                  <a:gd name="T11" fmla="*/ 10800 h 21600"/>
                  <a:gd name="T12" fmla="*/ 10800 w 21600"/>
                  <a:gd name="T13" fmla="*/ 21600 h 21600"/>
                  <a:gd name="T14" fmla="*/ 0 w 21600"/>
                  <a:gd name="T15" fmla="*/ 10800 h 21600"/>
                  <a:gd name="T16" fmla="*/ 1000 w 21600"/>
                  <a:gd name="T17" fmla="*/ 1000 h 21600"/>
                  <a:gd name="T18" fmla="*/ 20600 w 21600"/>
                  <a:gd name="T19" fmla="*/ 2060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0"/>
                    </a:moveTo>
                    <a:lnTo>
                      <a:pt x="21600" y="0"/>
                    </a:lnTo>
                    <a:lnTo>
                      <a:pt x="21600" y="21600"/>
                    </a:lnTo>
                    <a:lnTo>
                      <a:pt x="0" y="21600"/>
                    </a:lnTo>
                    <a:lnTo>
                      <a:pt x="0" y="0"/>
                    </a:lnTo>
                    <a:close/>
                  </a:path>
                </a:pathLst>
              </a:custGeom>
              <a:solidFill>
                <a:srgbClr val="996633"/>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179" name="desk2"/>
              <p:cNvSpPr>
                <a:spLocks noEditPoints="1" noChangeArrowheads="1"/>
              </p:cNvSpPr>
              <p:nvPr/>
            </p:nvSpPr>
            <p:spPr bwMode="auto">
              <a:xfrm rot="16200000">
                <a:off x="107293672" y="111278421"/>
                <a:ext cx="1143000" cy="1356857"/>
              </a:xfrm>
              <a:custGeom>
                <a:avLst/>
                <a:gdLst>
                  <a:gd name="T0" fmla="*/ 10800 w 21600"/>
                  <a:gd name="T1" fmla="*/ 0 h 21600"/>
                  <a:gd name="T2" fmla="*/ 21600 w 21600"/>
                  <a:gd name="T3" fmla="*/ 0 h 21600"/>
                  <a:gd name="T4" fmla="*/ 21600 w 21600"/>
                  <a:gd name="T5" fmla="*/ 12800 h 21600"/>
                  <a:gd name="T6" fmla="*/ 12800 w 21600"/>
                  <a:gd name="T7" fmla="*/ 21600 h 21600"/>
                  <a:gd name="T8" fmla="*/ 0 w 21600"/>
                  <a:gd name="T9" fmla="*/ 21600 h 21600"/>
                  <a:gd name="T10" fmla="*/ 0 w 21600"/>
                  <a:gd name="T11" fmla="*/ 10800 h 21600"/>
                  <a:gd name="T12" fmla="*/ 5400 w 21600"/>
                  <a:gd name="T13" fmla="*/ 10800 h 21600"/>
                  <a:gd name="T14" fmla="*/ 10800 w 21600"/>
                  <a:gd name="T15" fmla="*/ 5400 h 21600"/>
                  <a:gd name="T16" fmla="*/ 10800 w 21600"/>
                  <a:gd name="T17" fmla="*/ 0 h 21600"/>
                  <a:gd name="T18" fmla="*/ 1000 w 21600"/>
                  <a:gd name="T19" fmla="*/ 11800 h 21600"/>
                  <a:gd name="T20" fmla="*/ 20600 w 21600"/>
                  <a:gd name="T21" fmla="*/ 206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T18" t="T19" r="T20" b="T21"/>
                <a:pathLst>
                  <a:path w="21600" h="21600">
                    <a:moveTo>
                      <a:pt x="10800" y="0"/>
                    </a:moveTo>
                    <a:lnTo>
                      <a:pt x="21600" y="0"/>
                    </a:lnTo>
                    <a:lnTo>
                      <a:pt x="21600" y="12800"/>
                    </a:lnTo>
                    <a:lnTo>
                      <a:pt x="12800" y="21600"/>
                    </a:lnTo>
                    <a:lnTo>
                      <a:pt x="0" y="21600"/>
                    </a:lnTo>
                    <a:lnTo>
                      <a:pt x="0" y="10800"/>
                    </a:lnTo>
                    <a:lnTo>
                      <a:pt x="5400" y="10800"/>
                    </a:lnTo>
                    <a:lnTo>
                      <a:pt x="10800" y="5400"/>
                    </a:lnTo>
                    <a:lnTo>
                      <a:pt x="10800" y="0"/>
                    </a:lnTo>
                    <a:close/>
                  </a:path>
                </a:pathLst>
              </a:custGeom>
              <a:solidFill>
                <a:srgbClr val="996633"/>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grpSp>
        <p:sp>
          <p:nvSpPr>
            <p:cNvPr id="23566" name="Line 60"/>
            <p:cNvSpPr>
              <a:spLocks noChangeShapeType="1"/>
            </p:cNvSpPr>
            <p:nvPr/>
          </p:nvSpPr>
          <p:spPr bwMode="auto">
            <a:xfrm>
              <a:off x="720" y="2784"/>
              <a:ext cx="1488" cy="0"/>
            </a:xfrm>
            <a:prstGeom prst="line">
              <a:avLst/>
            </a:prstGeom>
            <a:noFill/>
            <a:ln w="28575">
              <a:solidFill>
                <a:srgbClr val="000000"/>
              </a:solidFill>
              <a:prstDash val="dash"/>
              <a:round/>
              <a:headEnd/>
              <a:tailEnd/>
            </a:ln>
          </p:spPr>
          <p:txBody>
            <a:bodyPr lIns="36576" tIns="36576" rIns="36576" bIns="36576"/>
            <a:lstStyle/>
            <a:p>
              <a:endParaRPr lang="en-US" dirty="0"/>
            </a:p>
          </p:txBody>
        </p:sp>
        <p:pic>
          <p:nvPicPr>
            <p:cNvPr id="23567" name="Picture 61"/>
            <p:cNvPicPr>
              <a:picLocks noChangeAspect="1" noChangeArrowheads="1"/>
            </p:cNvPicPr>
            <p:nvPr/>
          </p:nvPicPr>
          <p:blipFill>
            <a:blip r:embed="rId4" cstate="print"/>
            <a:srcRect/>
            <a:stretch>
              <a:fillRect/>
            </a:stretch>
          </p:blipFill>
          <p:spPr bwMode="auto">
            <a:xfrm>
              <a:off x="873" y="3372"/>
              <a:ext cx="516" cy="516"/>
            </a:xfrm>
            <a:prstGeom prst="rect">
              <a:avLst/>
            </a:prstGeom>
            <a:noFill/>
            <a:ln w="9525" algn="in">
              <a:noFill/>
              <a:miter lim="800000"/>
              <a:headEnd/>
              <a:tailEnd/>
            </a:ln>
          </p:spPr>
        </p:pic>
        <p:pic>
          <p:nvPicPr>
            <p:cNvPr id="23568" name="Picture 62" descr="j0285758[1]"/>
            <p:cNvPicPr>
              <a:picLocks noChangeAspect="1" noChangeArrowheads="1"/>
            </p:cNvPicPr>
            <p:nvPr/>
          </p:nvPicPr>
          <p:blipFill>
            <a:blip r:embed="rId5" cstate="print"/>
            <a:srcRect/>
            <a:stretch>
              <a:fillRect/>
            </a:stretch>
          </p:blipFill>
          <p:spPr bwMode="auto">
            <a:xfrm>
              <a:off x="1359" y="3113"/>
              <a:ext cx="427" cy="398"/>
            </a:xfrm>
            <a:prstGeom prst="rect">
              <a:avLst/>
            </a:prstGeom>
            <a:noFill/>
            <a:ln w="9525" algn="in">
              <a:noFill/>
              <a:miter lim="800000"/>
              <a:headEnd/>
              <a:tailEnd/>
            </a:ln>
          </p:spPr>
        </p:pic>
        <p:sp>
          <p:nvSpPr>
            <p:cNvPr id="23569" name="Line 63"/>
            <p:cNvSpPr>
              <a:spLocks noChangeShapeType="1"/>
            </p:cNvSpPr>
            <p:nvPr/>
          </p:nvSpPr>
          <p:spPr bwMode="auto">
            <a:xfrm flipH="1" flipV="1">
              <a:off x="2688" y="2784"/>
              <a:ext cx="0" cy="1328"/>
            </a:xfrm>
            <a:prstGeom prst="line">
              <a:avLst/>
            </a:prstGeom>
            <a:noFill/>
            <a:ln w="28575">
              <a:solidFill>
                <a:srgbClr val="000000"/>
              </a:solidFill>
              <a:prstDash val="dash"/>
              <a:round/>
              <a:headEnd/>
              <a:tailEnd/>
            </a:ln>
          </p:spPr>
          <p:txBody>
            <a:bodyPr lIns="36576" tIns="36576" rIns="36576" bIns="36576"/>
            <a:lstStyle/>
            <a:p>
              <a:endParaRPr lang="en-US" dirty="0"/>
            </a:p>
          </p:txBody>
        </p:sp>
        <p:sp>
          <p:nvSpPr>
            <p:cNvPr id="5184" name="desk1"/>
            <p:cNvSpPr>
              <a:spLocks noEditPoints="1" noChangeArrowheads="1"/>
            </p:cNvSpPr>
            <p:nvPr/>
          </p:nvSpPr>
          <p:spPr bwMode="auto">
            <a:xfrm rot="5400000">
              <a:off x="1313" y="1422"/>
              <a:ext cx="612" cy="288"/>
            </a:xfrm>
            <a:custGeom>
              <a:avLst/>
              <a:gdLst>
                <a:gd name="T0" fmla="*/ 0 w 21600"/>
                <a:gd name="T1" fmla="*/ 0 h 21600"/>
                <a:gd name="T2" fmla="*/ 21600 w 21600"/>
                <a:gd name="T3" fmla="*/ 0 h 21600"/>
                <a:gd name="T4" fmla="*/ 21600 w 21600"/>
                <a:gd name="T5" fmla="*/ 21600 h 21600"/>
                <a:gd name="T6" fmla="*/ 0 w 21600"/>
                <a:gd name="T7" fmla="*/ 21600 h 21600"/>
                <a:gd name="T8" fmla="*/ 10800 w 21600"/>
                <a:gd name="T9" fmla="*/ 0 h 21600"/>
                <a:gd name="T10" fmla="*/ 21600 w 21600"/>
                <a:gd name="T11" fmla="*/ 10800 h 21600"/>
                <a:gd name="T12" fmla="*/ 10800 w 21600"/>
                <a:gd name="T13" fmla="*/ 21600 h 21600"/>
                <a:gd name="T14" fmla="*/ 0 w 21600"/>
                <a:gd name="T15" fmla="*/ 10800 h 21600"/>
                <a:gd name="T16" fmla="*/ 1000 w 21600"/>
                <a:gd name="T17" fmla="*/ 1000 h 21600"/>
                <a:gd name="T18" fmla="*/ 20600 w 21600"/>
                <a:gd name="T19" fmla="*/ 2060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0"/>
                  </a:moveTo>
                  <a:lnTo>
                    <a:pt x="21600" y="0"/>
                  </a:lnTo>
                  <a:lnTo>
                    <a:pt x="21600" y="21600"/>
                  </a:lnTo>
                  <a:lnTo>
                    <a:pt x="0" y="21600"/>
                  </a:lnTo>
                  <a:lnTo>
                    <a:pt x="0" y="0"/>
                  </a:lnTo>
                  <a:close/>
                </a:path>
              </a:pathLst>
            </a:custGeom>
            <a:solidFill>
              <a:srgbClr val="996633"/>
            </a:solidFill>
            <a:ln w="9525" algn="ctr">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grpSp>
          <p:nvGrpSpPr>
            <p:cNvPr id="4" name="Group 79"/>
            <p:cNvGrpSpPr>
              <a:grpSpLocks/>
            </p:cNvGrpSpPr>
            <p:nvPr/>
          </p:nvGrpSpPr>
          <p:grpSpPr bwMode="auto">
            <a:xfrm>
              <a:off x="2615" y="1344"/>
              <a:ext cx="1144" cy="1200"/>
              <a:chOff x="2519" y="1127"/>
              <a:chExt cx="1144" cy="1200"/>
            </a:xfrm>
          </p:grpSpPr>
          <p:grpSp>
            <p:nvGrpSpPr>
              <p:cNvPr id="5" name="Group 50"/>
              <p:cNvGrpSpPr>
                <a:grpSpLocks/>
              </p:cNvGrpSpPr>
              <p:nvPr/>
            </p:nvGrpSpPr>
            <p:grpSpPr bwMode="auto">
              <a:xfrm>
                <a:off x="2519" y="1180"/>
                <a:ext cx="1140" cy="756"/>
                <a:chOff x="108127800" y="110185200"/>
                <a:chExt cx="1466844" cy="1200150"/>
              </a:xfrm>
            </p:grpSpPr>
            <p:sp>
              <p:nvSpPr>
                <p:cNvPr id="5171" name="desk1"/>
                <p:cNvSpPr>
                  <a:spLocks noEditPoints="1" noChangeArrowheads="1"/>
                </p:cNvSpPr>
                <p:nvPr/>
              </p:nvSpPr>
              <p:spPr bwMode="auto">
                <a:xfrm>
                  <a:off x="108127800" y="110185200"/>
                  <a:ext cx="1466844" cy="457200"/>
                </a:xfrm>
                <a:custGeom>
                  <a:avLst/>
                  <a:gdLst>
                    <a:gd name="T0" fmla="*/ 0 w 21600"/>
                    <a:gd name="T1" fmla="*/ 0 h 21600"/>
                    <a:gd name="T2" fmla="*/ 21600 w 21600"/>
                    <a:gd name="T3" fmla="*/ 0 h 21600"/>
                    <a:gd name="T4" fmla="*/ 21600 w 21600"/>
                    <a:gd name="T5" fmla="*/ 21600 h 21600"/>
                    <a:gd name="T6" fmla="*/ 0 w 21600"/>
                    <a:gd name="T7" fmla="*/ 21600 h 21600"/>
                    <a:gd name="T8" fmla="*/ 10800 w 21600"/>
                    <a:gd name="T9" fmla="*/ 0 h 21600"/>
                    <a:gd name="T10" fmla="*/ 21600 w 21600"/>
                    <a:gd name="T11" fmla="*/ 10800 h 21600"/>
                    <a:gd name="T12" fmla="*/ 10800 w 21600"/>
                    <a:gd name="T13" fmla="*/ 21600 h 21600"/>
                    <a:gd name="T14" fmla="*/ 0 w 21600"/>
                    <a:gd name="T15" fmla="*/ 10800 h 21600"/>
                    <a:gd name="T16" fmla="*/ 1000 w 21600"/>
                    <a:gd name="T17" fmla="*/ 1000 h 21600"/>
                    <a:gd name="T18" fmla="*/ 20600 w 21600"/>
                    <a:gd name="T19" fmla="*/ 2060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0"/>
                      </a:moveTo>
                      <a:lnTo>
                        <a:pt x="21600" y="0"/>
                      </a:lnTo>
                      <a:lnTo>
                        <a:pt x="21600" y="21600"/>
                      </a:lnTo>
                      <a:lnTo>
                        <a:pt x="0" y="21600"/>
                      </a:lnTo>
                      <a:lnTo>
                        <a:pt x="0" y="0"/>
                      </a:lnTo>
                      <a:close/>
                    </a:path>
                  </a:pathLst>
                </a:custGeom>
                <a:solidFill>
                  <a:srgbClr val="996633"/>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172" name="desk1"/>
                <p:cNvSpPr>
                  <a:spLocks noEditPoints="1" noChangeArrowheads="1"/>
                </p:cNvSpPr>
                <p:nvPr/>
              </p:nvSpPr>
              <p:spPr bwMode="auto">
                <a:xfrm>
                  <a:off x="109155877" y="110642400"/>
                  <a:ext cx="438767" cy="742950"/>
                </a:xfrm>
                <a:custGeom>
                  <a:avLst/>
                  <a:gdLst>
                    <a:gd name="T0" fmla="*/ 0 w 21600"/>
                    <a:gd name="T1" fmla="*/ 0 h 21600"/>
                    <a:gd name="T2" fmla="*/ 21600 w 21600"/>
                    <a:gd name="T3" fmla="*/ 0 h 21600"/>
                    <a:gd name="T4" fmla="*/ 21600 w 21600"/>
                    <a:gd name="T5" fmla="*/ 21600 h 21600"/>
                    <a:gd name="T6" fmla="*/ 0 w 21600"/>
                    <a:gd name="T7" fmla="*/ 21600 h 21600"/>
                    <a:gd name="T8" fmla="*/ 10800 w 21600"/>
                    <a:gd name="T9" fmla="*/ 0 h 21600"/>
                    <a:gd name="T10" fmla="*/ 21600 w 21600"/>
                    <a:gd name="T11" fmla="*/ 10800 h 21600"/>
                    <a:gd name="T12" fmla="*/ 10800 w 21600"/>
                    <a:gd name="T13" fmla="*/ 21600 h 21600"/>
                    <a:gd name="T14" fmla="*/ 0 w 21600"/>
                    <a:gd name="T15" fmla="*/ 10800 h 21600"/>
                    <a:gd name="T16" fmla="*/ 1000 w 21600"/>
                    <a:gd name="T17" fmla="*/ 1000 h 21600"/>
                    <a:gd name="T18" fmla="*/ 20600 w 21600"/>
                    <a:gd name="T19" fmla="*/ 2060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0"/>
                      </a:moveTo>
                      <a:lnTo>
                        <a:pt x="21600" y="0"/>
                      </a:lnTo>
                      <a:lnTo>
                        <a:pt x="21600" y="21600"/>
                      </a:lnTo>
                      <a:lnTo>
                        <a:pt x="0" y="21600"/>
                      </a:lnTo>
                      <a:lnTo>
                        <a:pt x="0" y="0"/>
                      </a:lnTo>
                      <a:close/>
                    </a:path>
                  </a:pathLst>
                </a:custGeom>
                <a:solidFill>
                  <a:srgbClr val="996633"/>
                </a:solidFill>
                <a:ln w="9525" algn="ctr">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grpSp>
          <p:pic>
            <p:nvPicPr>
              <p:cNvPr id="23609" name="Picture 53" descr="j0433907[1]"/>
              <p:cNvPicPr>
                <a:picLocks noChangeAspect="1" noChangeArrowheads="1"/>
              </p:cNvPicPr>
              <p:nvPr/>
            </p:nvPicPr>
            <p:blipFill>
              <a:blip r:embed="rId6" cstate="print"/>
              <a:srcRect/>
              <a:stretch>
                <a:fillRect/>
              </a:stretch>
            </p:blipFill>
            <p:spPr bwMode="auto">
              <a:xfrm>
                <a:off x="3230" y="1127"/>
                <a:ext cx="324" cy="324"/>
              </a:xfrm>
              <a:prstGeom prst="rect">
                <a:avLst/>
              </a:prstGeom>
              <a:noFill/>
              <a:ln w="9525" algn="in">
                <a:noFill/>
                <a:miter lim="800000"/>
                <a:headEnd/>
                <a:tailEnd/>
              </a:ln>
            </p:spPr>
          </p:pic>
          <p:pic>
            <p:nvPicPr>
              <p:cNvPr id="23610" name="Picture 54" descr="AG00154_"/>
              <p:cNvPicPr>
                <a:picLocks noChangeAspect="1" noChangeArrowheads="1" noCrop="1"/>
              </p:cNvPicPr>
              <p:nvPr/>
            </p:nvPicPr>
            <p:blipFill>
              <a:blip r:embed="rId7" cstate="print"/>
              <a:srcRect/>
              <a:stretch>
                <a:fillRect/>
              </a:stretch>
            </p:blipFill>
            <p:spPr bwMode="auto">
              <a:xfrm>
                <a:off x="3230" y="1529"/>
                <a:ext cx="420" cy="369"/>
              </a:xfrm>
              <a:prstGeom prst="rect">
                <a:avLst/>
              </a:prstGeom>
              <a:noFill/>
              <a:ln w="9525" algn="in">
                <a:noFill/>
                <a:miter lim="800000"/>
                <a:headEnd/>
                <a:tailEnd/>
              </a:ln>
            </p:spPr>
          </p:pic>
          <p:pic>
            <p:nvPicPr>
              <p:cNvPr id="23611" name="Picture 56"/>
              <p:cNvPicPr>
                <a:picLocks noChangeAspect="1" noChangeArrowheads="1"/>
              </p:cNvPicPr>
              <p:nvPr/>
            </p:nvPicPr>
            <p:blipFill>
              <a:blip r:embed="rId4" cstate="print"/>
              <a:srcRect/>
              <a:stretch>
                <a:fillRect/>
              </a:stretch>
            </p:blipFill>
            <p:spPr bwMode="auto">
              <a:xfrm>
                <a:off x="2618" y="1379"/>
                <a:ext cx="516" cy="516"/>
              </a:xfrm>
              <a:prstGeom prst="rect">
                <a:avLst/>
              </a:prstGeom>
              <a:noFill/>
              <a:ln w="9525" algn="in">
                <a:noFill/>
                <a:miter lim="800000"/>
                <a:headEnd/>
                <a:tailEnd/>
              </a:ln>
            </p:spPr>
          </p:pic>
          <p:sp>
            <p:nvSpPr>
              <p:cNvPr id="5185" name="desk1"/>
              <p:cNvSpPr>
                <a:spLocks noEditPoints="1" noChangeArrowheads="1"/>
              </p:cNvSpPr>
              <p:nvPr/>
            </p:nvSpPr>
            <p:spPr bwMode="auto">
              <a:xfrm>
                <a:off x="2739" y="1935"/>
                <a:ext cx="924" cy="288"/>
              </a:xfrm>
              <a:custGeom>
                <a:avLst/>
                <a:gdLst>
                  <a:gd name="T0" fmla="*/ 0 w 21600"/>
                  <a:gd name="T1" fmla="*/ 0 h 21600"/>
                  <a:gd name="T2" fmla="*/ 21600 w 21600"/>
                  <a:gd name="T3" fmla="*/ 0 h 21600"/>
                  <a:gd name="T4" fmla="*/ 21600 w 21600"/>
                  <a:gd name="T5" fmla="*/ 21600 h 21600"/>
                  <a:gd name="T6" fmla="*/ 0 w 21600"/>
                  <a:gd name="T7" fmla="*/ 21600 h 21600"/>
                  <a:gd name="T8" fmla="*/ 10800 w 21600"/>
                  <a:gd name="T9" fmla="*/ 0 h 21600"/>
                  <a:gd name="T10" fmla="*/ 21600 w 21600"/>
                  <a:gd name="T11" fmla="*/ 10800 h 21600"/>
                  <a:gd name="T12" fmla="*/ 10800 w 21600"/>
                  <a:gd name="T13" fmla="*/ 21600 h 21600"/>
                  <a:gd name="T14" fmla="*/ 0 w 21600"/>
                  <a:gd name="T15" fmla="*/ 10800 h 21600"/>
                  <a:gd name="T16" fmla="*/ 1000 w 21600"/>
                  <a:gd name="T17" fmla="*/ 1000 h 21600"/>
                  <a:gd name="T18" fmla="*/ 20600 w 21600"/>
                  <a:gd name="T19" fmla="*/ 2060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0"/>
                    </a:moveTo>
                    <a:lnTo>
                      <a:pt x="21600" y="0"/>
                    </a:lnTo>
                    <a:lnTo>
                      <a:pt x="21600" y="21600"/>
                    </a:lnTo>
                    <a:lnTo>
                      <a:pt x="0" y="21600"/>
                    </a:lnTo>
                    <a:lnTo>
                      <a:pt x="0" y="0"/>
                    </a:lnTo>
                    <a:close/>
                  </a:path>
                </a:pathLst>
              </a:custGeom>
              <a:solidFill>
                <a:srgbClr val="996633"/>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pic>
            <p:nvPicPr>
              <p:cNvPr id="23613" name="Picture 66" descr="BS00145_"/>
              <p:cNvPicPr>
                <a:picLocks noChangeAspect="1" noChangeArrowheads="1"/>
              </p:cNvPicPr>
              <p:nvPr/>
            </p:nvPicPr>
            <p:blipFill>
              <a:blip r:embed="rId8" cstate="print"/>
              <a:srcRect/>
              <a:stretch>
                <a:fillRect/>
              </a:stretch>
            </p:blipFill>
            <p:spPr bwMode="auto">
              <a:xfrm>
                <a:off x="3180" y="1980"/>
                <a:ext cx="396" cy="347"/>
              </a:xfrm>
              <a:prstGeom prst="rect">
                <a:avLst/>
              </a:prstGeom>
              <a:noFill/>
              <a:ln w="9525" algn="in">
                <a:noFill/>
                <a:miter lim="800000"/>
                <a:headEnd/>
                <a:tailEnd/>
              </a:ln>
            </p:spPr>
          </p:pic>
          <p:pic>
            <p:nvPicPr>
              <p:cNvPr id="23614" name="Picture 67" descr="j0424250[1]"/>
              <p:cNvPicPr>
                <a:picLocks noChangeAspect="1" noChangeArrowheads="1"/>
              </p:cNvPicPr>
              <p:nvPr/>
            </p:nvPicPr>
            <p:blipFill>
              <a:blip r:embed="rId9" cstate="print"/>
              <a:srcRect/>
              <a:stretch>
                <a:fillRect/>
              </a:stretch>
            </p:blipFill>
            <p:spPr bwMode="auto">
              <a:xfrm>
                <a:off x="2820" y="1980"/>
                <a:ext cx="282" cy="288"/>
              </a:xfrm>
              <a:prstGeom prst="rect">
                <a:avLst/>
              </a:prstGeom>
              <a:noFill/>
              <a:ln w="9525" algn="in">
                <a:noFill/>
                <a:miter lim="800000"/>
                <a:headEnd/>
                <a:tailEnd/>
              </a:ln>
            </p:spPr>
          </p:pic>
        </p:grpSp>
        <p:sp>
          <p:nvSpPr>
            <p:cNvPr id="23572" name="Line 68"/>
            <p:cNvSpPr>
              <a:spLocks noChangeShapeType="1"/>
            </p:cNvSpPr>
            <p:nvPr/>
          </p:nvSpPr>
          <p:spPr bwMode="auto">
            <a:xfrm>
              <a:off x="720" y="1264"/>
              <a:ext cx="1332" cy="0"/>
            </a:xfrm>
            <a:prstGeom prst="line">
              <a:avLst/>
            </a:prstGeom>
            <a:noFill/>
            <a:ln w="28575">
              <a:solidFill>
                <a:srgbClr val="000000"/>
              </a:solidFill>
              <a:prstDash val="dash"/>
              <a:round/>
              <a:headEnd/>
              <a:tailEnd/>
            </a:ln>
          </p:spPr>
          <p:txBody>
            <a:bodyPr lIns="36576" tIns="36576" rIns="36576" bIns="36576"/>
            <a:lstStyle/>
            <a:p>
              <a:endParaRPr lang="en-US" dirty="0"/>
            </a:p>
          </p:txBody>
        </p:sp>
        <p:sp>
          <p:nvSpPr>
            <p:cNvPr id="5189" name="desk1"/>
            <p:cNvSpPr>
              <a:spLocks noEditPoints="1" noChangeArrowheads="1"/>
            </p:cNvSpPr>
            <p:nvPr/>
          </p:nvSpPr>
          <p:spPr bwMode="auto">
            <a:xfrm rot="5400000">
              <a:off x="1314" y="2286"/>
              <a:ext cx="612" cy="288"/>
            </a:xfrm>
            <a:custGeom>
              <a:avLst/>
              <a:gdLst>
                <a:gd name="T0" fmla="*/ 0 w 21600"/>
                <a:gd name="T1" fmla="*/ 0 h 21600"/>
                <a:gd name="T2" fmla="*/ 21600 w 21600"/>
                <a:gd name="T3" fmla="*/ 0 h 21600"/>
                <a:gd name="T4" fmla="*/ 21600 w 21600"/>
                <a:gd name="T5" fmla="*/ 21600 h 21600"/>
                <a:gd name="T6" fmla="*/ 0 w 21600"/>
                <a:gd name="T7" fmla="*/ 21600 h 21600"/>
                <a:gd name="T8" fmla="*/ 10800 w 21600"/>
                <a:gd name="T9" fmla="*/ 0 h 21600"/>
                <a:gd name="T10" fmla="*/ 21600 w 21600"/>
                <a:gd name="T11" fmla="*/ 10800 h 21600"/>
                <a:gd name="T12" fmla="*/ 10800 w 21600"/>
                <a:gd name="T13" fmla="*/ 21600 h 21600"/>
                <a:gd name="T14" fmla="*/ 0 w 21600"/>
                <a:gd name="T15" fmla="*/ 10800 h 21600"/>
                <a:gd name="T16" fmla="*/ 1000 w 21600"/>
                <a:gd name="T17" fmla="*/ 1000 h 21600"/>
                <a:gd name="T18" fmla="*/ 20600 w 21600"/>
                <a:gd name="T19" fmla="*/ 2060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0"/>
                  </a:moveTo>
                  <a:lnTo>
                    <a:pt x="21600" y="0"/>
                  </a:lnTo>
                  <a:lnTo>
                    <a:pt x="21600" y="21600"/>
                  </a:lnTo>
                  <a:lnTo>
                    <a:pt x="0" y="21600"/>
                  </a:lnTo>
                  <a:lnTo>
                    <a:pt x="0" y="0"/>
                  </a:lnTo>
                  <a:close/>
                </a:path>
              </a:pathLst>
            </a:custGeom>
            <a:solidFill>
              <a:srgbClr val="996633"/>
            </a:solidFill>
            <a:ln w="9525" algn="ctr">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pic>
          <p:nvPicPr>
            <p:cNvPr id="23574" name="Picture 70"/>
            <p:cNvPicPr>
              <a:picLocks noChangeAspect="1" noChangeArrowheads="1"/>
            </p:cNvPicPr>
            <p:nvPr/>
          </p:nvPicPr>
          <p:blipFill>
            <a:blip r:embed="rId4" cstate="print"/>
            <a:srcRect/>
            <a:stretch>
              <a:fillRect/>
            </a:stretch>
          </p:blipFill>
          <p:spPr bwMode="auto">
            <a:xfrm>
              <a:off x="997" y="2172"/>
              <a:ext cx="516" cy="516"/>
            </a:xfrm>
            <a:prstGeom prst="rect">
              <a:avLst/>
            </a:prstGeom>
            <a:noFill/>
            <a:ln w="9525" algn="in">
              <a:noFill/>
              <a:miter lim="800000"/>
              <a:headEnd/>
              <a:tailEnd/>
            </a:ln>
          </p:spPr>
        </p:pic>
        <p:pic>
          <p:nvPicPr>
            <p:cNvPr id="23575" name="Picture 71"/>
            <p:cNvPicPr>
              <a:picLocks noChangeAspect="1" noChangeArrowheads="1"/>
            </p:cNvPicPr>
            <p:nvPr/>
          </p:nvPicPr>
          <p:blipFill>
            <a:blip r:embed="rId4" cstate="print"/>
            <a:srcRect/>
            <a:stretch>
              <a:fillRect/>
            </a:stretch>
          </p:blipFill>
          <p:spPr bwMode="auto">
            <a:xfrm>
              <a:off x="997" y="1308"/>
              <a:ext cx="516" cy="516"/>
            </a:xfrm>
            <a:prstGeom prst="rect">
              <a:avLst/>
            </a:prstGeom>
            <a:noFill/>
            <a:ln w="9525" algn="in">
              <a:noFill/>
              <a:miter lim="800000"/>
              <a:headEnd/>
              <a:tailEnd/>
            </a:ln>
          </p:spPr>
        </p:pic>
        <p:pic>
          <p:nvPicPr>
            <p:cNvPr id="23576" name="Picture 72" descr="j0432606[1]"/>
            <p:cNvPicPr>
              <a:picLocks noChangeAspect="1" noChangeArrowheads="1"/>
            </p:cNvPicPr>
            <p:nvPr/>
          </p:nvPicPr>
          <p:blipFill>
            <a:blip r:embed="rId3" cstate="print"/>
            <a:srcRect/>
            <a:stretch>
              <a:fillRect/>
            </a:stretch>
          </p:blipFill>
          <p:spPr bwMode="auto">
            <a:xfrm>
              <a:off x="2688" y="3744"/>
              <a:ext cx="278" cy="360"/>
            </a:xfrm>
            <a:prstGeom prst="rect">
              <a:avLst/>
            </a:prstGeom>
            <a:noFill/>
            <a:ln w="9525" algn="in">
              <a:noFill/>
              <a:miter lim="800000"/>
              <a:headEnd/>
              <a:tailEnd/>
            </a:ln>
          </p:spPr>
        </p:pic>
        <p:pic>
          <p:nvPicPr>
            <p:cNvPr id="23577" name="Picture 73" descr="j0432606[1]"/>
            <p:cNvPicPr>
              <a:picLocks noChangeAspect="1" noChangeArrowheads="1"/>
            </p:cNvPicPr>
            <p:nvPr/>
          </p:nvPicPr>
          <p:blipFill>
            <a:blip r:embed="rId3" cstate="print"/>
            <a:srcRect/>
            <a:stretch>
              <a:fillRect/>
            </a:stretch>
          </p:blipFill>
          <p:spPr bwMode="auto">
            <a:xfrm>
              <a:off x="2880" y="3744"/>
              <a:ext cx="278" cy="360"/>
            </a:xfrm>
            <a:prstGeom prst="rect">
              <a:avLst/>
            </a:prstGeom>
            <a:noFill/>
            <a:ln w="9525" algn="in">
              <a:noFill/>
              <a:miter lim="800000"/>
              <a:headEnd/>
              <a:tailEnd/>
            </a:ln>
          </p:spPr>
        </p:pic>
        <p:pic>
          <p:nvPicPr>
            <p:cNvPr id="23578" name="Picture 74" descr="j0432606[1]"/>
            <p:cNvPicPr>
              <a:picLocks noChangeAspect="1" noChangeArrowheads="1"/>
            </p:cNvPicPr>
            <p:nvPr/>
          </p:nvPicPr>
          <p:blipFill>
            <a:blip r:embed="rId3" cstate="print"/>
            <a:srcRect/>
            <a:stretch>
              <a:fillRect/>
            </a:stretch>
          </p:blipFill>
          <p:spPr bwMode="auto">
            <a:xfrm>
              <a:off x="720" y="2280"/>
              <a:ext cx="278" cy="360"/>
            </a:xfrm>
            <a:prstGeom prst="rect">
              <a:avLst/>
            </a:prstGeom>
            <a:noFill/>
            <a:ln w="9525" algn="in">
              <a:noFill/>
              <a:miter lim="800000"/>
              <a:headEnd/>
              <a:tailEnd/>
            </a:ln>
          </p:spPr>
        </p:pic>
        <p:pic>
          <p:nvPicPr>
            <p:cNvPr id="23579" name="Picture 75" descr="j0432606[1]"/>
            <p:cNvPicPr>
              <a:picLocks noChangeAspect="1" noChangeArrowheads="1"/>
            </p:cNvPicPr>
            <p:nvPr/>
          </p:nvPicPr>
          <p:blipFill>
            <a:blip r:embed="rId3" cstate="print"/>
            <a:srcRect/>
            <a:stretch>
              <a:fillRect/>
            </a:stretch>
          </p:blipFill>
          <p:spPr bwMode="auto">
            <a:xfrm>
              <a:off x="720" y="1464"/>
              <a:ext cx="278" cy="360"/>
            </a:xfrm>
            <a:prstGeom prst="rect">
              <a:avLst/>
            </a:prstGeom>
            <a:noFill/>
            <a:ln w="9525" algn="in">
              <a:noFill/>
              <a:miter lim="800000"/>
              <a:headEnd/>
              <a:tailEnd/>
            </a:ln>
          </p:spPr>
        </p:pic>
        <p:pic>
          <p:nvPicPr>
            <p:cNvPr id="23580" name="Picture 76" descr="AG00154_"/>
            <p:cNvPicPr>
              <a:picLocks noChangeAspect="1" noChangeArrowheads="1" noCrop="1"/>
            </p:cNvPicPr>
            <p:nvPr/>
          </p:nvPicPr>
          <p:blipFill>
            <a:blip r:embed="rId7" cstate="print"/>
            <a:srcRect/>
            <a:stretch>
              <a:fillRect/>
            </a:stretch>
          </p:blipFill>
          <p:spPr bwMode="auto">
            <a:xfrm>
              <a:off x="1384" y="2112"/>
              <a:ext cx="420" cy="369"/>
            </a:xfrm>
            <a:prstGeom prst="rect">
              <a:avLst/>
            </a:prstGeom>
            <a:noFill/>
            <a:ln w="9525" algn="in">
              <a:noFill/>
              <a:miter lim="800000"/>
              <a:headEnd/>
              <a:tailEnd/>
            </a:ln>
          </p:spPr>
        </p:pic>
        <p:pic>
          <p:nvPicPr>
            <p:cNvPr id="23581" name="Picture 77" descr="AG00154_"/>
            <p:cNvPicPr>
              <a:picLocks noChangeAspect="1" noChangeArrowheads="1" noCrop="1"/>
            </p:cNvPicPr>
            <p:nvPr/>
          </p:nvPicPr>
          <p:blipFill>
            <a:blip r:embed="rId7" cstate="print"/>
            <a:srcRect/>
            <a:stretch>
              <a:fillRect/>
            </a:stretch>
          </p:blipFill>
          <p:spPr bwMode="auto">
            <a:xfrm>
              <a:off x="1392" y="1262"/>
              <a:ext cx="420" cy="370"/>
            </a:xfrm>
            <a:prstGeom prst="rect">
              <a:avLst/>
            </a:prstGeom>
            <a:noFill/>
            <a:ln w="9525" algn="in">
              <a:noFill/>
              <a:miter lim="800000"/>
              <a:headEnd/>
              <a:tailEnd/>
            </a:ln>
          </p:spPr>
        </p:pic>
        <p:sp>
          <p:nvSpPr>
            <p:cNvPr id="23582" name="Line 78"/>
            <p:cNvSpPr>
              <a:spLocks noChangeShapeType="1"/>
            </p:cNvSpPr>
            <p:nvPr/>
          </p:nvSpPr>
          <p:spPr bwMode="auto">
            <a:xfrm flipH="1">
              <a:off x="2304" y="2784"/>
              <a:ext cx="384" cy="240"/>
            </a:xfrm>
            <a:prstGeom prst="line">
              <a:avLst/>
            </a:prstGeom>
            <a:noFill/>
            <a:ln w="9525">
              <a:solidFill>
                <a:schemeClr val="tx1"/>
              </a:solidFill>
              <a:round/>
              <a:headEnd/>
              <a:tailEnd/>
            </a:ln>
          </p:spPr>
          <p:txBody>
            <a:bodyPr/>
            <a:lstStyle/>
            <a:p>
              <a:endParaRPr lang="en-US" dirty="0"/>
            </a:p>
          </p:txBody>
        </p:sp>
        <p:sp>
          <p:nvSpPr>
            <p:cNvPr id="5200" name="desk1"/>
            <p:cNvSpPr>
              <a:spLocks noEditPoints="1" noChangeArrowheads="1"/>
            </p:cNvSpPr>
            <p:nvPr/>
          </p:nvSpPr>
          <p:spPr bwMode="auto">
            <a:xfrm rot="5400000">
              <a:off x="3837" y="1923"/>
              <a:ext cx="1056" cy="378"/>
            </a:xfrm>
            <a:custGeom>
              <a:avLst/>
              <a:gdLst>
                <a:gd name="T0" fmla="*/ 0 w 21600"/>
                <a:gd name="T1" fmla="*/ 0 h 21600"/>
                <a:gd name="T2" fmla="*/ 21600 w 21600"/>
                <a:gd name="T3" fmla="*/ 0 h 21600"/>
                <a:gd name="T4" fmla="*/ 21600 w 21600"/>
                <a:gd name="T5" fmla="*/ 21600 h 21600"/>
                <a:gd name="T6" fmla="*/ 0 w 21600"/>
                <a:gd name="T7" fmla="*/ 21600 h 21600"/>
                <a:gd name="T8" fmla="*/ 10800 w 21600"/>
                <a:gd name="T9" fmla="*/ 0 h 21600"/>
                <a:gd name="T10" fmla="*/ 21600 w 21600"/>
                <a:gd name="T11" fmla="*/ 10800 h 21600"/>
                <a:gd name="T12" fmla="*/ 10800 w 21600"/>
                <a:gd name="T13" fmla="*/ 21600 h 21600"/>
                <a:gd name="T14" fmla="*/ 0 w 21600"/>
                <a:gd name="T15" fmla="*/ 10800 h 21600"/>
                <a:gd name="T16" fmla="*/ 1000 w 21600"/>
                <a:gd name="T17" fmla="*/ 1000 h 21600"/>
                <a:gd name="T18" fmla="*/ 20600 w 21600"/>
                <a:gd name="T19" fmla="*/ 2060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0"/>
                  </a:moveTo>
                  <a:lnTo>
                    <a:pt x="21600" y="0"/>
                  </a:lnTo>
                  <a:lnTo>
                    <a:pt x="21600" y="21600"/>
                  </a:lnTo>
                  <a:lnTo>
                    <a:pt x="0" y="21600"/>
                  </a:lnTo>
                  <a:lnTo>
                    <a:pt x="0" y="0"/>
                  </a:lnTo>
                  <a:close/>
                </a:path>
              </a:pathLst>
            </a:custGeom>
            <a:solidFill>
              <a:srgbClr val="996633"/>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01" name="chair1"/>
            <p:cNvSpPr>
              <a:spLocks noEditPoints="1" noChangeArrowheads="1"/>
            </p:cNvSpPr>
            <p:nvPr/>
          </p:nvSpPr>
          <p:spPr bwMode="auto">
            <a:xfrm>
              <a:off x="4264" y="1288"/>
              <a:ext cx="192" cy="240"/>
            </a:xfrm>
            <a:custGeom>
              <a:avLst/>
              <a:gdLst>
                <a:gd name="T0" fmla="*/ 10800 w 21600"/>
                <a:gd name="T1" fmla="*/ 0 h 21600"/>
                <a:gd name="T2" fmla="*/ 21600 w 21600"/>
                <a:gd name="T3" fmla="*/ 10800 h 21600"/>
                <a:gd name="T4" fmla="*/ 10800 w 21600"/>
                <a:gd name="T5" fmla="*/ 21600 h 21600"/>
                <a:gd name="T6" fmla="*/ 0 w 21600"/>
                <a:gd name="T7" fmla="*/ 10800 h 21600"/>
                <a:gd name="T8" fmla="*/ 1593 w 21600"/>
                <a:gd name="T9" fmla="*/ 7848 h 21600"/>
                <a:gd name="T10" fmla="*/ 20317 w 21600"/>
                <a:gd name="T11" fmla="*/ 17575 h 21600"/>
              </a:gdLst>
              <a:ahLst/>
              <a:cxnLst>
                <a:cxn ang="0">
                  <a:pos x="T0" y="T1"/>
                </a:cxn>
                <a:cxn ang="0">
                  <a:pos x="T2" y="T3"/>
                </a:cxn>
                <a:cxn ang="0">
                  <a:pos x="T4" y="T5"/>
                </a:cxn>
                <a:cxn ang="0">
                  <a:pos x="T6" y="T7"/>
                </a:cxn>
              </a:cxnLst>
              <a:rect l="T8" t="T9" r="T10" b="T11"/>
              <a:pathLst>
                <a:path w="21600" h="21600" extrusionOk="0">
                  <a:moveTo>
                    <a:pt x="17752" y="5993"/>
                  </a:moveTo>
                  <a:lnTo>
                    <a:pt x="13862" y="5993"/>
                  </a:lnTo>
                  <a:lnTo>
                    <a:pt x="13862" y="3443"/>
                  </a:lnTo>
                  <a:lnTo>
                    <a:pt x="18455" y="3443"/>
                  </a:lnTo>
                  <a:lnTo>
                    <a:pt x="18952" y="3443"/>
                  </a:lnTo>
                  <a:lnTo>
                    <a:pt x="19448" y="3354"/>
                  </a:lnTo>
                  <a:lnTo>
                    <a:pt x="19697" y="3220"/>
                  </a:lnTo>
                  <a:lnTo>
                    <a:pt x="20234" y="3041"/>
                  </a:lnTo>
                  <a:lnTo>
                    <a:pt x="20566" y="2817"/>
                  </a:lnTo>
                  <a:lnTo>
                    <a:pt x="20731" y="2460"/>
                  </a:lnTo>
                  <a:lnTo>
                    <a:pt x="20897" y="2102"/>
                  </a:lnTo>
                  <a:lnTo>
                    <a:pt x="20897" y="1744"/>
                  </a:lnTo>
                  <a:lnTo>
                    <a:pt x="20897" y="1431"/>
                  </a:lnTo>
                  <a:lnTo>
                    <a:pt x="20731" y="1073"/>
                  </a:lnTo>
                  <a:lnTo>
                    <a:pt x="20566" y="716"/>
                  </a:lnTo>
                  <a:lnTo>
                    <a:pt x="20234" y="492"/>
                  </a:lnTo>
                  <a:lnTo>
                    <a:pt x="19697" y="224"/>
                  </a:lnTo>
                  <a:lnTo>
                    <a:pt x="19448" y="134"/>
                  </a:lnTo>
                  <a:lnTo>
                    <a:pt x="18952" y="0"/>
                  </a:lnTo>
                  <a:lnTo>
                    <a:pt x="18455" y="0"/>
                  </a:lnTo>
                  <a:lnTo>
                    <a:pt x="10966" y="0"/>
                  </a:lnTo>
                  <a:lnTo>
                    <a:pt x="3641" y="0"/>
                  </a:lnTo>
                  <a:lnTo>
                    <a:pt x="3145" y="0"/>
                  </a:lnTo>
                  <a:lnTo>
                    <a:pt x="2648" y="134"/>
                  </a:lnTo>
                  <a:lnTo>
                    <a:pt x="2276" y="224"/>
                  </a:lnTo>
                  <a:lnTo>
                    <a:pt x="1945" y="492"/>
                  </a:lnTo>
                  <a:lnTo>
                    <a:pt x="1697" y="716"/>
                  </a:lnTo>
                  <a:lnTo>
                    <a:pt x="1366" y="1073"/>
                  </a:lnTo>
                  <a:lnTo>
                    <a:pt x="1200" y="1431"/>
                  </a:lnTo>
                  <a:lnTo>
                    <a:pt x="1200" y="1744"/>
                  </a:lnTo>
                  <a:lnTo>
                    <a:pt x="1200" y="2102"/>
                  </a:lnTo>
                  <a:lnTo>
                    <a:pt x="1366" y="2460"/>
                  </a:lnTo>
                  <a:lnTo>
                    <a:pt x="1697" y="2817"/>
                  </a:lnTo>
                  <a:lnTo>
                    <a:pt x="1945" y="3041"/>
                  </a:lnTo>
                  <a:lnTo>
                    <a:pt x="2276" y="3220"/>
                  </a:lnTo>
                  <a:lnTo>
                    <a:pt x="2648" y="3354"/>
                  </a:lnTo>
                  <a:lnTo>
                    <a:pt x="3145" y="3443"/>
                  </a:lnTo>
                  <a:lnTo>
                    <a:pt x="3641" y="3443"/>
                  </a:lnTo>
                  <a:lnTo>
                    <a:pt x="8152" y="3443"/>
                  </a:lnTo>
                  <a:lnTo>
                    <a:pt x="8152" y="5993"/>
                  </a:lnTo>
                  <a:lnTo>
                    <a:pt x="3890" y="5993"/>
                  </a:lnTo>
                  <a:lnTo>
                    <a:pt x="3145" y="6127"/>
                  </a:lnTo>
                  <a:lnTo>
                    <a:pt x="2276" y="6306"/>
                  </a:lnTo>
                  <a:lnTo>
                    <a:pt x="1697" y="6663"/>
                  </a:lnTo>
                  <a:lnTo>
                    <a:pt x="1200" y="7155"/>
                  </a:lnTo>
                  <a:lnTo>
                    <a:pt x="662" y="7737"/>
                  </a:lnTo>
                  <a:lnTo>
                    <a:pt x="166" y="8273"/>
                  </a:lnTo>
                  <a:lnTo>
                    <a:pt x="0" y="8989"/>
                  </a:lnTo>
                  <a:lnTo>
                    <a:pt x="0" y="9525"/>
                  </a:lnTo>
                  <a:lnTo>
                    <a:pt x="0" y="10822"/>
                  </a:lnTo>
                  <a:lnTo>
                    <a:pt x="0" y="15831"/>
                  </a:lnTo>
                  <a:lnTo>
                    <a:pt x="166" y="16547"/>
                  </a:lnTo>
                  <a:lnTo>
                    <a:pt x="662" y="17307"/>
                  </a:lnTo>
                  <a:lnTo>
                    <a:pt x="1697" y="18380"/>
                  </a:lnTo>
                  <a:lnTo>
                    <a:pt x="2814" y="19275"/>
                  </a:lnTo>
                  <a:lnTo>
                    <a:pt x="3641" y="19766"/>
                  </a:lnTo>
                  <a:lnTo>
                    <a:pt x="4428" y="20169"/>
                  </a:lnTo>
                  <a:lnTo>
                    <a:pt x="5421" y="20527"/>
                  </a:lnTo>
                  <a:lnTo>
                    <a:pt x="6372" y="20884"/>
                  </a:lnTo>
                  <a:lnTo>
                    <a:pt x="7572" y="21242"/>
                  </a:lnTo>
                  <a:lnTo>
                    <a:pt x="8648" y="21466"/>
                  </a:lnTo>
                  <a:lnTo>
                    <a:pt x="9766" y="21600"/>
                  </a:lnTo>
                  <a:lnTo>
                    <a:pt x="11131" y="21600"/>
                  </a:lnTo>
                  <a:lnTo>
                    <a:pt x="12414" y="21600"/>
                  </a:lnTo>
                  <a:lnTo>
                    <a:pt x="13779" y="21466"/>
                  </a:lnTo>
                  <a:lnTo>
                    <a:pt x="14855" y="21242"/>
                  </a:lnTo>
                  <a:lnTo>
                    <a:pt x="15807" y="20884"/>
                  </a:lnTo>
                  <a:lnTo>
                    <a:pt x="16841" y="20527"/>
                  </a:lnTo>
                  <a:lnTo>
                    <a:pt x="17669" y="20169"/>
                  </a:lnTo>
                  <a:lnTo>
                    <a:pt x="18455" y="19766"/>
                  </a:lnTo>
                  <a:lnTo>
                    <a:pt x="19117" y="19275"/>
                  </a:lnTo>
                  <a:lnTo>
                    <a:pt x="20234" y="18380"/>
                  </a:lnTo>
                  <a:lnTo>
                    <a:pt x="21062" y="17307"/>
                  </a:lnTo>
                  <a:lnTo>
                    <a:pt x="21600" y="16547"/>
                  </a:lnTo>
                  <a:lnTo>
                    <a:pt x="21600" y="15831"/>
                  </a:lnTo>
                  <a:lnTo>
                    <a:pt x="21600" y="10733"/>
                  </a:lnTo>
                  <a:lnTo>
                    <a:pt x="21600" y="9525"/>
                  </a:lnTo>
                  <a:lnTo>
                    <a:pt x="21600" y="8989"/>
                  </a:lnTo>
                  <a:lnTo>
                    <a:pt x="21434" y="8273"/>
                  </a:lnTo>
                  <a:lnTo>
                    <a:pt x="21062" y="7737"/>
                  </a:lnTo>
                  <a:lnTo>
                    <a:pt x="20566" y="7155"/>
                  </a:lnTo>
                  <a:lnTo>
                    <a:pt x="19903" y="6663"/>
                  </a:lnTo>
                  <a:lnTo>
                    <a:pt x="19283" y="6306"/>
                  </a:lnTo>
                  <a:lnTo>
                    <a:pt x="18621" y="6127"/>
                  </a:lnTo>
                  <a:lnTo>
                    <a:pt x="17752" y="5993"/>
                  </a:lnTo>
                  <a:close/>
                </a:path>
                <a:path w="21600" h="21600" extrusionOk="0">
                  <a:moveTo>
                    <a:pt x="8152" y="3443"/>
                  </a:moveTo>
                  <a:lnTo>
                    <a:pt x="13862" y="3443"/>
                  </a:lnTo>
                </a:path>
                <a:path w="21600" h="21600" extrusionOk="0">
                  <a:moveTo>
                    <a:pt x="8152" y="5993"/>
                  </a:moveTo>
                  <a:lnTo>
                    <a:pt x="13862" y="5993"/>
                  </a:lnTo>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02" name="chair1"/>
            <p:cNvSpPr>
              <a:spLocks noEditPoints="1" noChangeArrowheads="1"/>
            </p:cNvSpPr>
            <p:nvPr/>
          </p:nvSpPr>
          <p:spPr bwMode="auto">
            <a:xfrm rot="16200000">
              <a:off x="3896" y="1680"/>
              <a:ext cx="192" cy="240"/>
            </a:xfrm>
            <a:custGeom>
              <a:avLst/>
              <a:gdLst>
                <a:gd name="T0" fmla="*/ 10800 w 21600"/>
                <a:gd name="T1" fmla="*/ 0 h 21600"/>
                <a:gd name="T2" fmla="*/ 21600 w 21600"/>
                <a:gd name="T3" fmla="*/ 10800 h 21600"/>
                <a:gd name="T4" fmla="*/ 10800 w 21600"/>
                <a:gd name="T5" fmla="*/ 21600 h 21600"/>
                <a:gd name="T6" fmla="*/ 0 w 21600"/>
                <a:gd name="T7" fmla="*/ 10800 h 21600"/>
                <a:gd name="T8" fmla="*/ 1593 w 21600"/>
                <a:gd name="T9" fmla="*/ 7848 h 21600"/>
                <a:gd name="T10" fmla="*/ 20317 w 21600"/>
                <a:gd name="T11" fmla="*/ 17575 h 21600"/>
              </a:gdLst>
              <a:ahLst/>
              <a:cxnLst>
                <a:cxn ang="0">
                  <a:pos x="T0" y="T1"/>
                </a:cxn>
                <a:cxn ang="0">
                  <a:pos x="T2" y="T3"/>
                </a:cxn>
                <a:cxn ang="0">
                  <a:pos x="T4" y="T5"/>
                </a:cxn>
                <a:cxn ang="0">
                  <a:pos x="T6" y="T7"/>
                </a:cxn>
              </a:cxnLst>
              <a:rect l="T8" t="T9" r="T10" b="T11"/>
              <a:pathLst>
                <a:path w="21600" h="21600" extrusionOk="0">
                  <a:moveTo>
                    <a:pt x="17752" y="5993"/>
                  </a:moveTo>
                  <a:lnTo>
                    <a:pt x="13862" y="5993"/>
                  </a:lnTo>
                  <a:lnTo>
                    <a:pt x="13862" y="3443"/>
                  </a:lnTo>
                  <a:lnTo>
                    <a:pt x="18455" y="3443"/>
                  </a:lnTo>
                  <a:lnTo>
                    <a:pt x="18952" y="3443"/>
                  </a:lnTo>
                  <a:lnTo>
                    <a:pt x="19448" y="3354"/>
                  </a:lnTo>
                  <a:lnTo>
                    <a:pt x="19697" y="3220"/>
                  </a:lnTo>
                  <a:lnTo>
                    <a:pt x="20234" y="3041"/>
                  </a:lnTo>
                  <a:lnTo>
                    <a:pt x="20566" y="2817"/>
                  </a:lnTo>
                  <a:lnTo>
                    <a:pt x="20731" y="2460"/>
                  </a:lnTo>
                  <a:lnTo>
                    <a:pt x="20897" y="2102"/>
                  </a:lnTo>
                  <a:lnTo>
                    <a:pt x="20897" y="1744"/>
                  </a:lnTo>
                  <a:lnTo>
                    <a:pt x="20897" y="1431"/>
                  </a:lnTo>
                  <a:lnTo>
                    <a:pt x="20731" y="1073"/>
                  </a:lnTo>
                  <a:lnTo>
                    <a:pt x="20566" y="716"/>
                  </a:lnTo>
                  <a:lnTo>
                    <a:pt x="20234" y="492"/>
                  </a:lnTo>
                  <a:lnTo>
                    <a:pt x="19697" y="224"/>
                  </a:lnTo>
                  <a:lnTo>
                    <a:pt x="19448" y="134"/>
                  </a:lnTo>
                  <a:lnTo>
                    <a:pt x="18952" y="0"/>
                  </a:lnTo>
                  <a:lnTo>
                    <a:pt x="18455" y="0"/>
                  </a:lnTo>
                  <a:lnTo>
                    <a:pt x="10966" y="0"/>
                  </a:lnTo>
                  <a:lnTo>
                    <a:pt x="3641" y="0"/>
                  </a:lnTo>
                  <a:lnTo>
                    <a:pt x="3145" y="0"/>
                  </a:lnTo>
                  <a:lnTo>
                    <a:pt x="2648" y="134"/>
                  </a:lnTo>
                  <a:lnTo>
                    <a:pt x="2276" y="224"/>
                  </a:lnTo>
                  <a:lnTo>
                    <a:pt x="1945" y="492"/>
                  </a:lnTo>
                  <a:lnTo>
                    <a:pt x="1697" y="716"/>
                  </a:lnTo>
                  <a:lnTo>
                    <a:pt x="1366" y="1073"/>
                  </a:lnTo>
                  <a:lnTo>
                    <a:pt x="1200" y="1431"/>
                  </a:lnTo>
                  <a:lnTo>
                    <a:pt x="1200" y="1744"/>
                  </a:lnTo>
                  <a:lnTo>
                    <a:pt x="1200" y="2102"/>
                  </a:lnTo>
                  <a:lnTo>
                    <a:pt x="1366" y="2460"/>
                  </a:lnTo>
                  <a:lnTo>
                    <a:pt x="1697" y="2817"/>
                  </a:lnTo>
                  <a:lnTo>
                    <a:pt x="1945" y="3041"/>
                  </a:lnTo>
                  <a:lnTo>
                    <a:pt x="2276" y="3220"/>
                  </a:lnTo>
                  <a:lnTo>
                    <a:pt x="2648" y="3354"/>
                  </a:lnTo>
                  <a:lnTo>
                    <a:pt x="3145" y="3443"/>
                  </a:lnTo>
                  <a:lnTo>
                    <a:pt x="3641" y="3443"/>
                  </a:lnTo>
                  <a:lnTo>
                    <a:pt x="8152" y="3443"/>
                  </a:lnTo>
                  <a:lnTo>
                    <a:pt x="8152" y="5993"/>
                  </a:lnTo>
                  <a:lnTo>
                    <a:pt x="3890" y="5993"/>
                  </a:lnTo>
                  <a:lnTo>
                    <a:pt x="3145" y="6127"/>
                  </a:lnTo>
                  <a:lnTo>
                    <a:pt x="2276" y="6306"/>
                  </a:lnTo>
                  <a:lnTo>
                    <a:pt x="1697" y="6663"/>
                  </a:lnTo>
                  <a:lnTo>
                    <a:pt x="1200" y="7155"/>
                  </a:lnTo>
                  <a:lnTo>
                    <a:pt x="662" y="7737"/>
                  </a:lnTo>
                  <a:lnTo>
                    <a:pt x="166" y="8273"/>
                  </a:lnTo>
                  <a:lnTo>
                    <a:pt x="0" y="8989"/>
                  </a:lnTo>
                  <a:lnTo>
                    <a:pt x="0" y="9525"/>
                  </a:lnTo>
                  <a:lnTo>
                    <a:pt x="0" y="10822"/>
                  </a:lnTo>
                  <a:lnTo>
                    <a:pt x="0" y="15831"/>
                  </a:lnTo>
                  <a:lnTo>
                    <a:pt x="166" y="16547"/>
                  </a:lnTo>
                  <a:lnTo>
                    <a:pt x="662" y="17307"/>
                  </a:lnTo>
                  <a:lnTo>
                    <a:pt x="1697" y="18380"/>
                  </a:lnTo>
                  <a:lnTo>
                    <a:pt x="2814" y="19275"/>
                  </a:lnTo>
                  <a:lnTo>
                    <a:pt x="3641" y="19766"/>
                  </a:lnTo>
                  <a:lnTo>
                    <a:pt x="4428" y="20169"/>
                  </a:lnTo>
                  <a:lnTo>
                    <a:pt x="5421" y="20527"/>
                  </a:lnTo>
                  <a:lnTo>
                    <a:pt x="6372" y="20884"/>
                  </a:lnTo>
                  <a:lnTo>
                    <a:pt x="7572" y="21242"/>
                  </a:lnTo>
                  <a:lnTo>
                    <a:pt x="8648" y="21466"/>
                  </a:lnTo>
                  <a:lnTo>
                    <a:pt x="9766" y="21600"/>
                  </a:lnTo>
                  <a:lnTo>
                    <a:pt x="11131" y="21600"/>
                  </a:lnTo>
                  <a:lnTo>
                    <a:pt x="12414" y="21600"/>
                  </a:lnTo>
                  <a:lnTo>
                    <a:pt x="13779" y="21466"/>
                  </a:lnTo>
                  <a:lnTo>
                    <a:pt x="14855" y="21242"/>
                  </a:lnTo>
                  <a:lnTo>
                    <a:pt x="15807" y="20884"/>
                  </a:lnTo>
                  <a:lnTo>
                    <a:pt x="16841" y="20527"/>
                  </a:lnTo>
                  <a:lnTo>
                    <a:pt x="17669" y="20169"/>
                  </a:lnTo>
                  <a:lnTo>
                    <a:pt x="18455" y="19766"/>
                  </a:lnTo>
                  <a:lnTo>
                    <a:pt x="19117" y="19275"/>
                  </a:lnTo>
                  <a:lnTo>
                    <a:pt x="20234" y="18380"/>
                  </a:lnTo>
                  <a:lnTo>
                    <a:pt x="21062" y="17307"/>
                  </a:lnTo>
                  <a:lnTo>
                    <a:pt x="21600" y="16547"/>
                  </a:lnTo>
                  <a:lnTo>
                    <a:pt x="21600" y="15831"/>
                  </a:lnTo>
                  <a:lnTo>
                    <a:pt x="21600" y="10733"/>
                  </a:lnTo>
                  <a:lnTo>
                    <a:pt x="21600" y="9525"/>
                  </a:lnTo>
                  <a:lnTo>
                    <a:pt x="21600" y="8989"/>
                  </a:lnTo>
                  <a:lnTo>
                    <a:pt x="21434" y="8273"/>
                  </a:lnTo>
                  <a:lnTo>
                    <a:pt x="21062" y="7737"/>
                  </a:lnTo>
                  <a:lnTo>
                    <a:pt x="20566" y="7155"/>
                  </a:lnTo>
                  <a:lnTo>
                    <a:pt x="19903" y="6663"/>
                  </a:lnTo>
                  <a:lnTo>
                    <a:pt x="19283" y="6306"/>
                  </a:lnTo>
                  <a:lnTo>
                    <a:pt x="18621" y="6127"/>
                  </a:lnTo>
                  <a:lnTo>
                    <a:pt x="17752" y="5993"/>
                  </a:lnTo>
                  <a:close/>
                </a:path>
                <a:path w="21600" h="21600" extrusionOk="0">
                  <a:moveTo>
                    <a:pt x="8152" y="3443"/>
                  </a:moveTo>
                  <a:lnTo>
                    <a:pt x="13862" y="3443"/>
                  </a:lnTo>
                </a:path>
                <a:path w="21600" h="21600" extrusionOk="0">
                  <a:moveTo>
                    <a:pt x="8152" y="5993"/>
                  </a:moveTo>
                  <a:lnTo>
                    <a:pt x="13862" y="5993"/>
                  </a:lnTo>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03" name="chair1"/>
            <p:cNvSpPr>
              <a:spLocks noEditPoints="1" noChangeArrowheads="1"/>
            </p:cNvSpPr>
            <p:nvPr/>
          </p:nvSpPr>
          <p:spPr bwMode="auto">
            <a:xfrm rot="16200000">
              <a:off x="3896" y="2008"/>
              <a:ext cx="192" cy="240"/>
            </a:xfrm>
            <a:custGeom>
              <a:avLst/>
              <a:gdLst>
                <a:gd name="T0" fmla="*/ 10800 w 21600"/>
                <a:gd name="T1" fmla="*/ 0 h 21600"/>
                <a:gd name="T2" fmla="*/ 21600 w 21600"/>
                <a:gd name="T3" fmla="*/ 10800 h 21600"/>
                <a:gd name="T4" fmla="*/ 10800 w 21600"/>
                <a:gd name="T5" fmla="*/ 21600 h 21600"/>
                <a:gd name="T6" fmla="*/ 0 w 21600"/>
                <a:gd name="T7" fmla="*/ 10800 h 21600"/>
                <a:gd name="T8" fmla="*/ 1593 w 21600"/>
                <a:gd name="T9" fmla="*/ 7848 h 21600"/>
                <a:gd name="T10" fmla="*/ 20317 w 21600"/>
                <a:gd name="T11" fmla="*/ 17575 h 21600"/>
              </a:gdLst>
              <a:ahLst/>
              <a:cxnLst>
                <a:cxn ang="0">
                  <a:pos x="T0" y="T1"/>
                </a:cxn>
                <a:cxn ang="0">
                  <a:pos x="T2" y="T3"/>
                </a:cxn>
                <a:cxn ang="0">
                  <a:pos x="T4" y="T5"/>
                </a:cxn>
                <a:cxn ang="0">
                  <a:pos x="T6" y="T7"/>
                </a:cxn>
              </a:cxnLst>
              <a:rect l="T8" t="T9" r="T10" b="T11"/>
              <a:pathLst>
                <a:path w="21600" h="21600" extrusionOk="0">
                  <a:moveTo>
                    <a:pt x="17752" y="5993"/>
                  </a:moveTo>
                  <a:lnTo>
                    <a:pt x="13862" y="5993"/>
                  </a:lnTo>
                  <a:lnTo>
                    <a:pt x="13862" y="3443"/>
                  </a:lnTo>
                  <a:lnTo>
                    <a:pt x="18455" y="3443"/>
                  </a:lnTo>
                  <a:lnTo>
                    <a:pt x="18952" y="3443"/>
                  </a:lnTo>
                  <a:lnTo>
                    <a:pt x="19448" y="3354"/>
                  </a:lnTo>
                  <a:lnTo>
                    <a:pt x="19697" y="3220"/>
                  </a:lnTo>
                  <a:lnTo>
                    <a:pt x="20234" y="3041"/>
                  </a:lnTo>
                  <a:lnTo>
                    <a:pt x="20566" y="2817"/>
                  </a:lnTo>
                  <a:lnTo>
                    <a:pt x="20731" y="2460"/>
                  </a:lnTo>
                  <a:lnTo>
                    <a:pt x="20897" y="2102"/>
                  </a:lnTo>
                  <a:lnTo>
                    <a:pt x="20897" y="1744"/>
                  </a:lnTo>
                  <a:lnTo>
                    <a:pt x="20897" y="1431"/>
                  </a:lnTo>
                  <a:lnTo>
                    <a:pt x="20731" y="1073"/>
                  </a:lnTo>
                  <a:lnTo>
                    <a:pt x="20566" y="716"/>
                  </a:lnTo>
                  <a:lnTo>
                    <a:pt x="20234" y="492"/>
                  </a:lnTo>
                  <a:lnTo>
                    <a:pt x="19697" y="224"/>
                  </a:lnTo>
                  <a:lnTo>
                    <a:pt x="19448" y="134"/>
                  </a:lnTo>
                  <a:lnTo>
                    <a:pt x="18952" y="0"/>
                  </a:lnTo>
                  <a:lnTo>
                    <a:pt x="18455" y="0"/>
                  </a:lnTo>
                  <a:lnTo>
                    <a:pt x="10966" y="0"/>
                  </a:lnTo>
                  <a:lnTo>
                    <a:pt x="3641" y="0"/>
                  </a:lnTo>
                  <a:lnTo>
                    <a:pt x="3145" y="0"/>
                  </a:lnTo>
                  <a:lnTo>
                    <a:pt x="2648" y="134"/>
                  </a:lnTo>
                  <a:lnTo>
                    <a:pt x="2276" y="224"/>
                  </a:lnTo>
                  <a:lnTo>
                    <a:pt x="1945" y="492"/>
                  </a:lnTo>
                  <a:lnTo>
                    <a:pt x="1697" y="716"/>
                  </a:lnTo>
                  <a:lnTo>
                    <a:pt x="1366" y="1073"/>
                  </a:lnTo>
                  <a:lnTo>
                    <a:pt x="1200" y="1431"/>
                  </a:lnTo>
                  <a:lnTo>
                    <a:pt x="1200" y="1744"/>
                  </a:lnTo>
                  <a:lnTo>
                    <a:pt x="1200" y="2102"/>
                  </a:lnTo>
                  <a:lnTo>
                    <a:pt x="1366" y="2460"/>
                  </a:lnTo>
                  <a:lnTo>
                    <a:pt x="1697" y="2817"/>
                  </a:lnTo>
                  <a:lnTo>
                    <a:pt x="1945" y="3041"/>
                  </a:lnTo>
                  <a:lnTo>
                    <a:pt x="2276" y="3220"/>
                  </a:lnTo>
                  <a:lnTo>
                    <a:pt x="2648" y="3354"/>
                  </a:lnTo>
                  <a:lnTo>
                    <a:pt x="3145" y="3443"/>
                  </a:lnTo>
                  <a:lnTo>
                    <a:pt x="3641" y="3443"/>
                  </a:lnTo>
                  <a:lnTo>
                    <a:pt x="8152" y="3443"/>
                  </a:lnTo>
                  <a:lnTo>
                    <a:pt x="8152" y="5993"/>
                  </a:lnTo>
                  <a:lnTo>
                    <a:pt x="3890" y="5993"/>
                  </a:lnTo>
                  <a:lnTo>
                    <a:pt x="3145" y="6127"/>
                  </a:lnTo>
                  <a:lnTo>
                    <a:pt x="2276" y="6306"/>
                  </a:lnTo>
                  <a:lnTo>
                    <a:pt x="1697" y="6663"/>
                  </a:lnTo>
                  <a:lnTo>
                    <a:pt x="1200" y="7155"/>
                  </a:lnTo>
                  <a:lnTo>
                    <a:pt x="662" y="7737"/>
                  </a:lnTo>
                  <a:lnTo>
                    <a:pt x="166" y="8273"/>
                  </a:lnTo>
                  <a:lnTo>
                    <a:pt x="0" y="8989"/>
                  </a:lnTo>
                  <a:lnTo>
                    <a:pt x="0" y="9525"/>
                  </a:lnTo>
                  <a:lnTo>
                    <a:pt x="0" y="10822"/>
                  </a:lnTo>
                  <a:lnTo>
                    <a:pt x="0" y="15831"/>
                  </a:lnTo>
                  <a:lnTo>
                    <a:pt x="166" y="16547"/>
                  </a:lnTo>
                  <a:lnTo>
                    <a:pt x="662" y="17307"/>
                  </a:lnTo>
                  <a:lnTo>
                    <a:pt x="1697" y="18380"/>
                  </a:lnTo>
                  <a:lnTo>
                    <a:pt x="2814" y="19275"/>
                  </a:lnTo>
                  <a:lnTo>
                    <a:pt x="3641" y="19766"/>
                  </a:lnTo>
                  <a:lnTo>
                    <a:pt x="4428" y="20169"/>
                  </a:lnTo>
                  <a:lnTo>
                    <a:pt x="5421" y="20527"/>
                  </a:lnTo>
                  <a:lnTo>
                    <a:pt x="6372" y="20884"/>
                  </a:lnTo>
                  <a:lnTo>
                    <a:pt x="7572" y="21242"/>
                  </a:lnTo>
                  <a:lnTo>
                    <a:pt x="8648" y="21466"/>
                  </a:lnTo>
                  <a:lnTo>
                    <a:pt x="9766" y="21600"/>
                  </a:lnTo>
                  <a:lnTo>
                    <a:pt x="11131" y="21600"/>
                  </a:lnTo>
                  <a:lnTo>
                    <a:pt x="12414" y="21600"/>
                  </a:lnTo>
                  <a:lnTo>
                    <a:pt x="13779" y="21466"/>
                  </a:lnTo>
                  <a:lnTo>
                    <a:pt x="14855" y="21242"/>
                  </a:lnTo>
                  <a:lnTo>
                    <a:pt x="15807" y="20884"/>
                  </a:lnTo>
                  <a:lnTo>
                    <a:pt x="16841" y="20527"/>
                  </a:lnTo>
                  <a:lnTo>
                    <a:pt x="17669" y="20169"/>
                  </a:lnTo>
                  <a:lnTo>
                    <a:pt x="18455" y="19766"/>
                  </a:lnTo>
                  <a:lnTo>
                    <a:pt x="19117" y="19275"/>
                  </a:lnTo>
                  <a:lnTo>
                    <a:pt x="20234" y="18380"/>
                  </a:lnTo>
                  <a:lnTo>
                    <a:pt x="21062" y="17307"/>
                  </a:lnTo>
                  <a:lnTo>
                    <a:pt x="21600" y="16547"/>
                  </a:lnTo>
                  <a:lnTo>
                    <a:pt x="21600" y="15831"/>
                  </a:lnTo>
                  <a:lnTo>
                    <a:pt x="21600" y="10733"/>
                  </a:lnTo>
                  <a:lnTo>
                    <a:pt x="21600" y="9525"/>
                  </a:lnTo>
                  <a:lnTo>
                    <a:pt x="21600" y="8989"/>
                  </a:lnTo>
                  <a:lnTo>
                    <a:pt x="21434" y="8273"/>
                  </a:lnTo>
                  <a:lnTo>
                    <a:pt x="21062" y="7737"/>
                  </a:lnTo>
                  <a:lnTo>
                    <a:pt x="20566" y="7155"/>
                  </a:lnTo>
                  <a:lnTo>
                    <a:pt x="19903" y="6663"/>
                  </a:lnTo>
                  <a:lnTo>
                    <a:pt x="19283" y="6306"/>
                  </a:lnTo>
                  <a:lnTo>
                    <a:pt x="18621" y="6127"/>
                  </a:lnTo>
                  <a:lnTo>
                    <a:pt x="17752" y="5993"/>
                  </a:lnTo>
                  <a:close/>
                </a:path>
                <a:path w="21600" h="21600" extrusionOk="0">
                  <a:moveTo>
                    <a:pt x="8152" y="3443"/>
                  </a:moveTo>
                  <a:lnTo>
                    <a:pt x="13862" y="3443"/>
                  </a:lnTo>
                </a:path>
                <a:path w="21600" h="21600" extrusionOk="0">
                  <a:moveTo>
                    <a:pt x="8152" y="5993"/>
                  </a:moveTo>
                  <a:lnTo>
                    <a:pt x="13862" y="5993"/>
                  </a:lnTo>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04" name="chair1"/>
            <p:cNvSpPr>
              <a:spLocks noEditPoints="1" noChangeArrowheads="1"/>
            </p:cNvSpPr>
            <p:nvPr/>
          </p:nvSpPr>
          <p:spPr bwMode="auto">
            <a:xfrm rot="16200000">
              <a:off x="3896" y="2336"/>
              <a:ext cx="192" cy="240"/>
            </a:xfrm>
            <a:custGeom>
              <a:avLst/>
              <a:gdLst>
                <a:gd name="T0" fmla="*/ 10800 w 21600"/>
                <a:gd name="T1" fmla="*/ 0 h 21600"/>
                <a:gd name="T2" fmla="*/ 21600 w 21600"/>
                <a:gd name="T3" fmla="*/ 10800 h 21600"/>
                <a:gd name="T4" fmla="*/ 10800 w 21600"/>
                <a:gd name="T5" fmla="*/ 21600 h 21600"/>
                <a:gd name="T6" fmla="*/ 0 w 21600"/>
                <a:gd name="T7" fmla="*/ 10800 h 21600"/>
                <a:gd name="T8" fmla="*/ 1593 w 21600"/>
                <a:gd name="T9" fmla="*/ 7848 h 21600"/>
                <a:gd name="T10" fmla="*/ 20317 w 21600"/>
                <a:gd name="T11" fmla="*/ 17575 h 21600"/>
              </a:gdLst>
              <a:ahLst/>
              <a:cxnLst>
                <a:cxn ang="0">
                  <a:pos x="T0" y="T1"/>
                </a:cxn>
                <a:cxn ang="0">
                  <a:pos x="T2" y="T3"/>
                </a:cxn>
                <a:cxn ang="0">
                  <a:pos x="T4" y="T5"/>
                </a:cxn>
                <a:cxn ang="0">
                  <a:pos x="T6" y="T7"/>
                </a:cxn>
              </a:cxnLst>
              <a:rect l="T8" t="T9" r="T10" b="T11"/>
              <a:pathLst>
                <a:path w="21600" h="21600" extrusionOk="0">
                  <a:moveTo>
                    <a:pt x="17752" y="5993"/>
                  </a:moveTo>
                  <a:lnTo>
                    <a:pt x="13862" y="5993"/>
                  </a:lnTo>
                  <a:lnTo>
                    <a:pt x="13862" y="3443"/>
                  </a:lnTo>
                  <a:lnTo>
                    <a:pt x="18455" y="3443"/>
                  </a:lnTo>
                  <a:lnTo>
                    <a:pt x="18952" y="3443"/>
                  </a:lnTo>
                  <a:lnTo>
                    <a:pt x="19448" y="3354"/>
                  </a:lnTo>
                  <a:lnTo>
                    <a:pt x="19697" y="3220"/>
                  </a:lnTo>
                  <a:lnTo>
                    <a:pt x="20234" y="3041"/>
                  </a:lnTo>
                  <a:lnTo>
                    <a:pt x="20566" y="2817"/>
                  </a:lnTo>
                  <a:lnTo>
                    <a:pt x="20731" y="2460"/>
                  </a:lnTo>
                  <a:lnTo>
                    <a:pt x="20897" y="2102"/>
                  </a:lnTo>
                  <a:lnTo>
                    <a:pt x="20897" y="1744"/>
                  </a:lnTo>
                  <a:lnTo>
                    <a:pt x="20897" y="1431"/>
                  </a:lnTo>
                  <a:lnTo>
                    <a:pt x="20731" y="1073"/>
                  </a:lnTo>
                  <a:lnTo>
                    <a:pt x="20566" y="716"/>
                  </a:lnTo>
                  <a:lnTo>
                    <a:pt x="20234" y="492"/>
                  </a:lnTo>
                  <a:lnTo>
                    <a:pt x="19697" y="224"/>
                  </a:lnTo>
                  <a:lnTo>
                    <a:pt x="19448" y="134"/>
                  </a:lnTo>
                  <a:lnTo>
                    <a:pt x="18952" y="0"/>
                  </a:lnTo>
                  <a:lnTo>
                    <a:pt x="18455" y="0"/>
                  </a:lnTo>
                  <a:lnTo>
                    <a:pt x="10966" y="0"/>
                  </a:lnTo>
                  <a:lnTo>
                    <a:pt x="3641" y="0"/>
                  </a:lnTo>
                  <a:lnTo>
                    <a:pt x="3145" y="0"/>
                  </a:lnTo>
                  <a:lnTo>
                    <a:pt x="2648" y="134"/>
                  </a:lnTo>
                  <a:lnTo>
                    <a:pt x="2276" y="224"/>
                  </a:lnTo>
                  <a:lnTo>
                    <a:pt x="1945" y="492"/>
                  </a:lnTo>
                  <a:lnTo>
                    <a:pt x="1697" y="716"/>
                  </a:lnTo>
                  <a:lnTo>
                    <a:pt x="1366" y="1073"/>
                  </a:lnTo>
                  <a:lnTo>
                    <a:pt x="1200" y="1431"/>
                  </a:lnTo>
                  <a:lnTo>
                    <a:pt x="1200" y="1744"/>
                  </a:lnTo>
                  <a:lnTo>
                    <a:pt x="1200" y="2102"/>
                  </a:lnTo>
                  <a:lnTo>
                    <a:pt x="1366" y="2460"/>
                  </a:lnTo>
                  <a:lnTo>
                    <a:pt x="1697" y="2817"/>
                  </a:lnTo>
                  <a:lnTo>
                    <a:pt x="1945" y="3041"/>
                  </a:lnTo>
                  <a:lnTo>
                    <a:pt x="2276" y="3220"/>
                  </a:lnTo>
                  <a:lnTo>
                    <a:pt x="2648" y="3354"/>
                  </a:lnTo>
                  <a:lnTo>
                    <a:pt x="3145" y="3443"/>
                  </a:lnTo>
                  <a:lnTo>
                    <a:pt x="3641" y="3443"/>
                  </a:lnTo>
                  <a:lnTo>
                    <a:pt x="8152" y="3443"/>
                  </a:lnTo>
                  <a:lnTo>
                    <a:pt x="8152" y="5993"/>
                  </a:lnTo>
                  <a:lnTo>
                    <a:pt x="3890" y="5993"/>
                  </a:lnTo>
                  <a:lnTo>
                    <a:pt x="3145" y="6127"/>
                  </a:lnTo>
                  <a:lnTo>
                    <a:pt x="2276" y="6306"/>
                  </a:lnTo>
                  <a:lnTo>
                    <a:pt x="1697" y="6663"/>
                  </a:lnTo>
                  <a:lnTo>
                    <a:pt x="1200" y="7155"/>
                  </a:lnTo>
                  <a:lnTo>
                    <a:pt x="662" y="7737"/>
                  </a:lnTo>
                  <a:lnTo>
                    <a:pt x="166" y="8273"/>
                  </a:lnTo>
                  <a:lnTo>
                    <a:pt x="0" y="8989"/>
                  </a:lnTo>
                  <a:lnTo>
                    <a:pt x="0" y="9525"/>
                  </a:lnTo>
                  <a:lnTo>
                    <a:pt x="0" y="10822"/>
                  </a:lnTo>
                  <a:lnTo>
                    <a:pt x="0" y="15831"/>
                  </a:lnTo>
                  <a:lnTo>
                    <a:pt x="166" y="16547"/>
                  </a:lnTo>
                  <a:lnTo>
                    <a:pt x="662" y="17307"/>
                  </a:lnTo>
                  <a:lnTo>
                    <a:pt x="1697" y="18380"/>
                  </a:lnTo>
                  <a:lnTo>
                    <a:pt x="2814" y="19275"/>
                  </a:lnTo>
                  <a:lnTo>
                    <a:pt x="3641" y="19766"/>
                  </a:lnTo>
                  <a:lnTo>
                    <a:pt x="4428" y="20169"/>
                  </a:lnTo>
                  <a:lnTo>
                    <a:pt x="5421" y="20527"/>
                  </a:lnTo>
                  <a:lnTo>
                    <a:pt x="6372" y="20884"/>
                  </a:lnTo>
                  <a:lnTo>
                    <a:pt x="7572" y="21242"/>
                  </a:lnTo>
                  <a:lnTo>
                    <a:pt x="8648" y="21466"/>
                  </a:lnTo>
                  <a:lnTo>
                    <a:pt x="9766" y="21600"/>
                  </a:lnTo>
                  <a:lnTo>
                    <a:pt x="11131" y="21600"/>
                  </a:lnTo>
                  <a:lnTo>
                    <a:pt x="12414" y="21600"/>
                  </a:lnTo>
                  <a:lnTo>
                    <a:pt x="13779" y="21466"/>
                  </a:lnTo>
                  <a:lnTo>
                    <a:pt x="14855" y="21242"/>
                  </a:lnTo>
                  <a:lnTo>
                    <a:pt x="15807" y="20884"/>
                  </a:lnTo>
                  <a:lnTo>
                    <a:pt x="16841" y="20527"/>
                  </a:lnTo>
                  <a:lnTo>
                    <a:pt x="17669" y="20169"/>
                  </a:lnTo>
                  <a:lnTo>
                    <a:pt x="18455" y="19766"/>
                  </a:lnTo>
                  <a:lnTo>
                    <a:pt x="19117" y="19275"/>
                  </a:lnTo>
                  <a:lnTo>
                    <a:pt x="20234" y="18380"/>
                  </a:lnTo>
                  <a:lnTo>
                    <a:pt x="21062" y="17307"/>
                  </a:lnTo>
                  <a:lnTo>
                    <a:pt x="21600" y="16547"/>
                  </a:lnTo>
                  <a:lnTo>
                    <a:pt x="21600" y="15831"/>
                  </a:lnTo>
                  <a:lnTo>
                    <a:pt x="21600" y="10733"/>
                  </a:lnTo>
                  <a:lnTo>
                    <a:pt x="21600" y="9525"/>
                  </a:lnTo>
                  <a:lnTo>
                    <a:pt x="21600" y="8989"/>
                  </a:lnTo>
                  <a:lnTo>
                    <a:pt x="21434" y="8273"/>
                  </a:lnTo>
                  <a:lnTo>
                    <a:pt x="21062" y="7737"/>
                  </a:lnTo>
                  <a:lnTo>
                    <a:pt x="20566" y="7155"/>
                  </a:lnTo>
                  <a:lnTo>
                    <a:pt x="19903" y="6663"/>
                  </a:lnTo>
                  <a:lnTo>
                    <a:pt x="19283" y="6306"/>
                  </a:lnTo>
                  <a:lnTo>
                    <a:pt x="18621" y="6127"/>
                  </a:lnTo>
                  <a:lnTo>
                    <a:pt x="17752" y="5993"/>
                  </a:lnTo>
                  <a:close/>
                </a:path>
                <a:path w="21600" h="21600" extrusionOk="0">
                  <a:moveTo>
                    <a:pt x="8152" y="3443"/>
                  </a:moveTo>
                  <a:lnTo>
                    <a:pt x="13862" y="3443"/>
                  </a:lnTo>
                </a:path>
                <a:path w="21600" h="21600" extrusionOk="0">
                  <a:moveTo>
                    <a:pt x="8152" y="5993"/>
                  </a:moveTo>
                  <a:lnTo>
                    <a:pt x="13862" y="5993"/>
                  </a:lnTo>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08" name="chair1"/>
            <p:cNvSpPr>
              <a:spLocks noEditPoints="1" noChangeArrowheads="1"/>
            </p:cNvSpPr>
            <p:nvPr/>
          </p:nvSpPr>
          <p:spPr bwMode="auto">
            <a:xfrm rot="27000000">
              <a:off x="4648" y="2344"/>
              <a:ext cx="192" cy="240"/>
            </a:xfrm>
            <a:custGeom>
              <a:avLst/>
              <a:gdLst>
                <a:gd name="T0" fmla="*/ 10800 w 21600"/>
                <a:gd name="T1" fmla="*/ 0 h 21600"/>
                <a:gd name="T2" fmla="*/ 21600 w 21600"/>
                <a:gd name="T3" fmla="*/ 10800 h 21600"/>
                <a:gd name="T4" fmla="*/ 10800 w 21600"/>
                <a:gd name="T5" fmla="*/ 21600 h 21600"/>
                <a:gd name="T6" fmla="*/ 0 w 21600"/>
                <a:gd name="T7" fmla="*/ 10800 h 21600"/>
                <a:gd name="T8" fmla="*/ 1593 w 21600"/>
                <a:gd name="T9" fmla="*/ 7848 h 21600"/>
                <a:gd name="T10" fmla="*/ 20317 w 21600"/>
                <a:gd name="T11" fmla="*/ 17575 h 21600"/>
              </a:gdLst>
              <a:ahLst/>
              <a:cxnLst>
                <a:cxn ang="0">
                  <a:pos x="T0" y="T1"/>
                </a:cxn>
                <a:cxn ang="0">
                  <a:pos x="T2" y="T3"/>
                </a:cxn>
                <a:cxn ang="0">
                  <a:pos x="T4" y="T5"/>
                </a:cxn>
                <a:cxn ang="0">
                  <a:pos x="T6" y="T7"/>
                </a:cxn>
              </a:cxnLst>
              <a:rect l="T8" t="T9" r="T10" b="T11"/>
              <a:pathLst>
                <a:path w="21600" h="21600" extrusionOk="0">
                  <a:moveTo>
                    <a:pt x="17752" y="5993"/>
                  </a:moveTo>
                  <a:lnTo>
                    <a:pt x="13862" y="5993"/>
                  </a:lnTo>
                  <a:lnTo>
                    <a:pt x="13862" y="3443"/>
                  </a:lnTo>
                  <a:lnTo>
                    <a:pt x="18455" y="3443"/>
                  </a:lnTo>
                  <a:lnTo>
                    <a:pt x="18952" y="3443"/>
                  </a:lnTo>
                  <a:lnTo>
                    <a:pt x="19448" y="3354"/>
                  </a:lnTo>
                  <a:lnTo>
                    <a:pt x="19697" y="3220"/>
                  </a:lnTo>
                  <a:lnTo>
                    <a:pt x="20234" y="3041"/>
                  </a:lnTo>
                  <a:lnTo>
                    <a:pt x="20566" y="2817"/>
                  </a:lnTo>
                  <a:lnTo>
                    <a:pt x="20731" y="2460"/>
                  </a:lnTo>
                  <a:lnTo>
                    <a:pt x="20897" y="2102"/>
                  </a:lnTo>
                  <a:lnTo>
                    <a:pt x="20897" y="1744"/>
                  </a:lnTo>
                  <a:lnTo>
                    <a:pt x="20897" y="1431"/>
                  </a:lnTo>
                  <a:lnTo>
                    <a:pt x="20731" y="1073"/>
                  </a:lnTo>
                  <a:lnTo>
                    <a:pt x="20566" y="716"/>
                  </a:lnTo>
                  <a:lnTo>
                    <a:pt x="20234" y="492"/>
                  </a:lnTo>
                  <a:lnTo>
                    <a:pt x="19697" y="224"/>
                  </a:lnTo>
                  <a:lnTo>
                    <a:pt x="19448" y="134"/>
                  </a:lnTo>
                  <a:lnTo>
                    <a:pt x="18952" y="0"/>
                  </a:lnTo>
                  <a:lnTo>
                    <a:pt x="18455" y="0"/>
                  </a:lnTo>
                  <a:lnTo>
                    <a:pt x="10966" y="0"/>
                  </a:lnTo>
                  <a:lnTo>
                    <a:pt x="3641" y="0"/>
                  </a:lnTo>
                  <a:lnTo>
                    <a:pt x="3145" y="0"/>
                  </a:lnTo>
                  <a:lnTo>
                    <a:pt x="2648" y="134"/>
                  </a:lnTo>
                  <a:lnTo>
                    <a:pt x="2276" y="224"/>
                  </a:lnTo>
                  <a:lnTo>
                    <a:pt x="1945" y="492"/>
                  </a:lnTo>
                  <a:lnTo>
                    <a:pt x="1697" y="716"/>
                  </a:lnTo>
                  <a:lnTo>
                    <a:pt x="1366" y="1073"/>
                  </a:lnTo>
                  <a:lnTo>
                    <a:pt x="1200" y="1431"/>
                  </a:lnTo>
                  <a:lnTo>
                    <a:pt x="1200" y="1744"/>
                  </a:lnTo>
                  <a:lnTo>
                    <a:pt x="1200" y="2102"/>
                  </a:lnTo>
                  <a:lnTo>
                    <a:pt x="1366" y="2460"/>
                  </a:lnTo>
                  <a:lnTo>
                    <a:pt x="1697" y="2817"/>
                  </a:lnTo>
                  <a:lnTo>
                    <a:pt x="1945" y="3041"/>
                  </a:lnTo>
                  <a:lnTo>
                    <a:pt x="2276" y="3220"/>
                  </a:lnTo>
                  <a:lnTo>
                    <a:pt x="2648" y="3354"/>
                  </a:lnTo>
                  <a:lnTo>
                    <a:pt x="3145" y="3443"/>
                  </a:lnTo>
                  <a:lnTo>
                    <a:pt x="3641" y="3443"/>
                  </a:lnTo>
                  <a:lnTo>
                    <a:pt x="8152" y="3443"/>
                  </a:lnTo>
                  <a:lnTo>
                    <a:pt x="8152" y="5993"/>
                  </a:lnTo>
                  <a:lnTo>
                    <a:pt x="3890" y="5993"/>
                  </a:lnTo>
                  <a:lnTo>
                    <a:pt x="3145" y="6127"/>
                  </a:lnTo>
                  <a:lnTo>
                    <a:pt x="2276" y="6306"/>
                  </a:lnTo>
                  <a:lnTo>
                    <a:pt x="1697" y="6663"/>
                  </a:lnTo>
                  <a:lnTo>
                    <a:pt x="1200" y="7155"/>
                  </a:lnTo>
                  <a:lnTo>
                    <a:pt x="662" y="7737"/>
                  </a:lnTo>
                  <a:lnTo>
                    <a:pt x="166" y="8273"/>
                  </a:lnTo>
                  <a:lnTo>
                    <a:pt x="0" y="8989"/>
                  </a:lnTo>
                  <a:lnTo>
                    <a:pt x="0" y="9525"/>
                  </a:lnTo>
                  <a:lnTo>
                    <a:pt x="0" y="10822"/>
                  </a:lnTo>
                  <a:lnTo>
                    <a:pt x="0" y="15831"/>
                  </a:lnTo>
                  <a:lnTo>
                    <a:pt x="166" y="16547"/>
                  </a:lnTo>
                  <a:lnTo>
                    <a:pt x="662" y="17307"/>
                  </a:lnTo>
                  <a:lnTo>
                    <a:pt x="1697" y="18380"/>
                  </a:lnTo>
                  <a:lnTo>
                    <a:pt x="2814" y="19275"/>
                  </a:lnTo>
                  <a:lnTo>
                    <a:pt x="3641" y="19766"/>
                  </a:lnTo>
                  <a:lnTo>
                    <a:pt x="4428" y="20169"/>
                  </a:lnTo>
                  <a:lnTo>
                    <a:pt x="5421" y="20527"/>
                  </a:lnTo>
                  <a:lnTo>
                    <a:pt x="6372" y="20884"/>
                  </a:lnTo>
                  <a:lnTo>
                    <a:pt x="7572" y="21242"/>
                  </a:lnTo>
                  <a:lnTo>
                    <a:pt x="8648" y="21466"/>
                  </a:lnTo>
                  <a:lnTo>
                    <a:pt x="9766" y="21600"/>
                  </a:lnTo>
                  <a:lnTo>
                    <a:pt x="11131" y="21600"/>
                  </a:lnTo>
                  <a:lnTo>
                    <a:pt x="12414" y="21600"/>
                  </a:lnTo>
                  <a:lnTo>
                    <a:pt x="13779" y="21466"/>
                  </a:lnTo>
                  <a:lnTo>
                    <a:pt x="14855" y="21242"/>
                  </a:lnTo>
                  <a:lnTo>
                    <a:pt x="15807" y="20884"/>
                  </a:lnTo>
                  <a:lnTo>
                    <a:pt x="16841" y="20527"/>
                  </a:lnTo>
                  <a:lnTo>
                    <a:pt x="17669" y="20169"/>
                  </a:lnTo>
                  <a:lnTo>
                    <a:pt x="18455" y="19766"/>
                  </a:lnTo>
                  <a:lnTo>
                    <a:pt x="19117" y="19275"/>
                  </a:lnTo>
                  <a:lnTo>
                    <a:pt x="20234" y="18380"/>
                  </a:lnTo>
                  <a:lnTo>
                    <a:pt x="21062" y="17307"/>
                  </a:lnTo>
                  <a:lnTo>
                    <a:pt x="21600" y="16547"/>
                  </a:lnTo>
                  <a:lnTo>
                    <a:pt x="21600" y="15831"/>
                  </a:lnTo>
                  <a:lnTo>
                    <a:pt x="21600" y="10733"/>
                  </a:lnTo>
                  <a:lnTo>
                    <a:pt x="21600" y="9525"/>
                  </a:lnTo>
                  <a:lnTo>
                    <a:pt x="21600" y="8989"/>
                  </a:lnTo>
                  <a:lnTo>
                    <a:pt x="21434" y="8273"/>
                  </a:lnTo>
                  <a:lnTo>
                    <a:pt x="21062" y="7737"/>
                  </a:lnTo>
                  <a:lnTo>
                    <a:pt x="20566" y="7155"/>
                  </a:lnTo>
                  <a:lnTo>
                    <a:pt x="19903" y="6663"/>
                  </a:lnTo>
                  <a:lnTo>
                    <a:pt x="19283" y="6306"/>
                  </a:lnTo>
                  <a:lnTo>
                    <a:pt x="18621" y="6127"/>
                  </a:lnTo>
                  <a:lnTo>
                    <a:pt x="17752" y="5993"/>
                  </a:lnTo>
                  <a:close/>
                </a:path>
                <a:path w="21600" h="21600" extrusionOk="0">
                  <a:moveTo>
                    <a:pt x="8152" y="3443"/>
                  </a:moveTo>
                  <a:lnTo>
                    <a:pt x="13862" y="3443"/>
                  </a:lnTo>
                </a:path>
                <a:path w="21600" h="21600" extrusionOk="0">
                  <a:moveTo>
                    <a:pt x="8152" y="5993"/>
                  </a:moveTo>
                  <a:lnTo>
                    <a:pt x="13862" y="5993"/>
                  </a:lnTo>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09" name="chair1"/>
            <p:cNvSpPr>
              <a:spLocks noEditPoints="1" noChangeArrowheads="1"/>
            </p:cNvSpPr>
            <p:nvPr/>
          </p:nvSpPr>
          <p:spPr bwMode="auto">
            <a:xfrm rot="27000000">
              <a:off x="4648" y="2008"/>
              <a:ext cx="192" cy="240"/>
            </a:xfrm>
            <a:custGeom>
              <a:avLst/>
              <a:gdLst>
                <a:gd name="T0" fmla="*/ 10800 w 21600"/>
                <a:gd name="T1" fmla="*/ 0 h 21600"/>
                <a:gd name="T2" fmla="*/ 21600 w 21600"/>
                <a:gd name="T3" fmla="*/ 10800 h 21600"/>
                <a:gd name="T4" fmla="*/ 10800 w 21600"/>
                <a:gd name="T5" fmla="*/ 21600 h 21600"/>
                <a:gd name="T6" fmla="*/ 0 w 21600"/>
                <a:gd name="T7" fmla="*/ 10800 h 21600"/>
                <a:gd name="T8" fmla="*/ 1593 w 21600"/>
                <a:gd name="T9" fmla="*/ 7848 h 21600"/>
                <a:gd name="T10" fmla="*/ 20317 w 21600"/>
                <a:gd name="T11" fmla="*/ 17575 h 21600"/>
              </a:gdLst>
              <a:ahLst/>
              <a:cxnLst>
                <a:cxn ang="0">
                  <a:pos x="T0" y="T1"/>
                </a:cxn>
                <a:cxn ang="0">
                  <a:pos x="T2" y="T3"/>
                </a:cxn>
                <a:cxn ang="0">
                  <a:pos x="T4" y="T5"/>
                </a:cxn>
                <a:cxn ang="0">
                  <a:pos x="T6" y="T7"/>
                </a:cxn>
              </a:cxnLst>
              <a:rect l="T8" t="T9" r="T10" b="T11"/>
              <a:pathLst>
                <a:path w="21600" h="21600" extrusionOk="0">
                  <a:moveTo>
                    <a:pt x="17752" y="5993"/>
                  </a:moveTo>
                  <a:lnTo>
                    <a:pt x="13862" y="5993"/>
                  </a:lnTo>
                  <a:lnTo>
                    <a:pt x="13862" y="3443"/>
                  </a:lnTo>
                  <a:lnTo>
                    <a:pt x="18455" y="3443"/>
                  </a:lnTo>
                  <a:lnTo>
                    <a:pt x="18952" y="3443"/>
                  </a:lnTo>
                  <a:lnTo>
                    <a:pt x="19448" y="3354"/>
                  </a:lnTo>
                  <a:lnTo>
                    <a:pt x="19697" y="3220"/>
                  </a:lnTo>
                  <a:lnTo>
                    <a:pt x="20234" y="3041"/>
                  </a:lnTo>
                  <a:lnTo>
                    <a:pt x="20566" y="2817"/>
                  </a:lnTo>
                  <a:lnTo>
                    <a:pt x="20731" y="2460"/>
                  </a:lnTo>
                  <a:lnTo>
                    <a:pt x="20897" y="2102"/>
                  </a:lnTo>
                  <a:lnTo>
                    <a:pt x="20897" y="1744"/>
                  </a:lnTo>
                  <a:lnTo>
                    <a:pt x="20897" y="1431"/>
                  </a:lnTo>
                  <a:lnTo>
                    <a:pt x="20731" y="1073"/>
                  </a:lnTo>
                  <a:lnTo>
                    <a:pt x="20566" y="716"/>
                  </a:lnTo>
                  <a:lnTo>
                    <a:pt x="20234" y="492"/>
                  </a:lnTo>
                  <a:lnTo>
                    <a:pt x="19697" y="224"/>
                  </a:lnTo>
                  <a:lnTo>
                    <a:pt x="19448" y="134"/>
                  </a:lnTo>
                  <a:lnTo>
                    <a:pt x="18952" y="0"/>
                  </a:lnTo>
                  <a:lnTo>
                    <a:pt x="18455" y="0"/>
                  </a:lnTo>
                  <a:lnTo>
                    <a:pt x="10966" y="0"/>
                  </a:lnTo>
                  <a:lnTo>
                    <a:pt x="3641" y="0"/>
                  </a:lnTo>
                  <a:lnTo>
                    <a:pt x="3145" y="0"/>
                  </a:lnTo>
                  <a:lnTo>
                    <a:pt x="2648" y="134"/>
                  </a:lnTo>
                  <a:lnTo>
                    <a:pt x="2276" y="224"/>
                  </a:lnTo>
                  <a:lnTo>
                    <a:pt x="1945" y="492"/>
                  </a:lnTo>
                  <a:lnTo>
                    <a:pt x="1697" y="716"/>
                  </a:lnTo>
                  <a:lnTo>
                    <a:pt x="1366" y="1073"/>
                  </a:lnTo>
                  <a:lnTo>
                    <a:pt x="1200" y="1431"/>
                  </a:lnTo>
                  <a:lnTo>
                    <a:pt x="1200" y="1744"/>
                  </a:lnTo>
                  <a:lnTo>
                    <a:pt x="1200" y="2102"/>
                  </a:lnTo>
                  <a:lnTo>
                    <a:pt x="1366" y="2460"/>
                  </a:lnTo>
                  <a:lnTo>
                    <a:pt x="1697" y="2817"/>
                  </a:lnTo>
                  <a:lnTo>
                    <a:pt x="1945" y="3041"/>
                  </a:lnTo>
                  <a:lnTo>
                    <a:pt x="2276" y="3220"/>
                  </a:lnTo>
                  <a:lnTo>
                    <a:pt x="2648" y="3354"/>
                  </a:lnTo>
                  <a:lnTo>
                    <a:pt x="3145" y="3443"/>
                  </a:lnTo>
                  <a:lnTo>
                    <a:pt x="3641" y="3443"/>
                  </a:lnTo>
                  <a:lnTo>
                    <a:pt x="8152" y="3443"/>
                  </a:lnTo>
                  <a:lnTo>
                    <a:pt x="8152" y="5993"/>
                  </a:lnTo>
                  <a:lnTo>
                    <a:pt x="3890" y="5993"/>
                  </a:lnTo>
                  <a:lnTo>
                    <a:pt x="3145" y="6127"/>
                  </a:lnTo>
                  <a:lnTo>
                    <a:pt x="2276" y="6306"/>
                  </a:lnTo>
                  <a:lnTo>
                    <a:pt x="1697" y="6663"/>
                  </a:lnTo>
                  <a:lnTo>
                    <a:pt x="1200" y="7155"/>
                  </a:lnTo>
                  <a:lnTo>
                    <a:pt x="662" y="7737"/>
                  </a:lnTo>
                  <a:lnTo>
                    <a:pt x="166" y="8273"/>
                  </a:lnTo>
                  <a:lnTo>
                    <a:pt x="0" y="8989"/>
                  </a:lnTo>
                  <a:lnTo>
                    <a:pt x="0" y="9525"/>
                  </a:lnTo>
                  <a:lnTo>
                    <a:pt x="0" y="10822"/>
                  </a:lnTo>
                  <a:lnTo>
                    <a:pt x="0" y="15831"/>
                  </a:lnTo>
                  <a:lnTo>
                    <a:pt x="166" y="16547"/>
                  </a:lnTo>
                  <a:lnTo>
                    <a:pt x="662" y="17307"/>
                  </a:lnTo>
                  <a:lnTo>
                    <a:pt x="1697" y="18380"/>
                  </a:lnTo>
                  <a:lnTo>
                    <a:pt x="2814" y="19275"/>
                  </a:lnTo>
                  <a:lnTo>
                    <a:pt x="3641" y="19766"/>
                  </a:lnTo>
                  <a:lnTo>
                    <a:pt x="4428" y="20169"/>
                  </a:lnTo>
                  <a:lnTo>
                    <a:pt x="5421" y="20527"/>
                  </a:lnTo>
                  <a:lnTo>
                    <a:pt x="6372" y="20884"/>
                  </a:lnTo>
                  <a:lnTo>
                    <a:pt x="7572" y="21242"/>
                  </a:lnTo>
                  <a:lnTo>
                    <a:pt x="8648" y="21466"/>
                  </a:lnTo>
                  <a:lnTo>
                    <a:pt x="9766" y="21600"/>
                  </a:lnTo>
                  <a:lnTo>
                    <a:pt x="11131" y="21600"/>
                  </a:lnTo>
                  <a:lnTo>
                    <a:pt x="12414" y="21600"/>
                  </a:lnTo>
                  <a:lnTo>
                    <a:pt x="13779" y="21466"/>
                  </a:lnTo>
                  <a:lnTo>
                    <a:pt x="14855" y="21242"/>
                  </a:lnTo>
                  <a:lnTo>
                    <a:pt x="15807" y="20884"/>
                  </a:lnTo>
                  <a:lnTo>
                    <a:pt x="16841" y="20527"/>
                  </a:lnTo>
                  <a:lnTo>
                    <a:pt x="17669" y="20169"/>
                  </a:lnTo>
                  <a:lnTo>
                    <a:pt x="18455" y="19766"/>
                  </a:lnTo>
                  <a:lnTo>
                    <a:pt x="19117" y="19275"/>
                  </a:lnTo>
                  <a:lnTo>
                    <a:pt x="20234" y="18380"/>
                  </a:lnTo>
                  <a:lnTo>
                    <a:pt x="21062" y="17307"/>
                  </a:lnTo>
                  <a:lnTo>
                    <a:pt x="21600" y="16547"/>
                  </a:lnTo>
                  <a:lnTo>
                    <a:pt x="21600" y="15831"/>
                  </a:lnTo>
                  <a:lnTo>
                    <a:pt x="21600" y="10733"/>
                  </a:lnTo>
                  <a:lnTo>
                    <a:pt x="21600" y="9525"/>
                  </a:lnTo>
                  <a:lnTo>
                    <a:pt x="21600" y="8989"/>
                  </a:lnTo>
                  <a:lnTo>
                    <a:pt x="21434" y="8273"/>
                  </a:lnTo>
                  <a:lnTo>
                    <a:pt x="21062" y="7737"/>
                  </a:lnTo>
                  <a:lnTo>
                    <a:pt x="20566" y="7155"/>
                  </a:lnTo>
                  <a:lnTo>
                    <a:pt x="19903" y="6663"/>
                  </a:lnTo>
                  <a:lnTo>
                    <a:pt x="19283" y="6306"/>
                  </a:lnTo>
                  <a:lnTo>
                    <a:pt x="18621" y="6127"/>
                  </a:lnTo>
                  <a:lnTo>
                    <a:pt x="17752" y="5993"/>
                  </a:lnTo>
                  <a:close/>
                </a:path>
                <a:path w="21600" h="21600" extrusionOk="0">
                  <a:moveTo>
                    <a:pt x="8152" y="3443"/>
                  </a:moveTo>
                  <a:lnTo>
                    <a:pt x="13862" y="3443"/>
                  </a:lnTo>
                </a:path>
                <a:path w="21600" h="21600" extrusionOk="0">
                  <a:moveTo>
                    <a:pt x="8152" y="5993"/>
                  </a:moveTo>
                  <a:lnTo>
                    <a:pt x="13862" y="5993"/>
                  </a:lnTo>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10" name="chair1"/>
            <p:cNvSpPr>
              <a:spLocks noEditPoints="1" noChangeArrowheads="1"/>
            </p:cNvSpPr>
            <p:nvPr/>
          </p:nvSpPr>
          <p:spPr bwMode="auto">
            <a:xfrm rot="27000000">
              <a:off x="4648" y="1672"/>
              <a:ext cx="192" cy="240"/>
            </a:xfrm>
            <a:custGeom>
              <a:avLst/>
              <a:gdLst>
                <a:gd name="T0" fmla="*/ 10800 w 21600"/>
                <a:gd name="T1" fmla="*/ 0 h 21600"/>
                <a:gd name="T2" fmla="*/ 21600 w 21600"/>
                <a:gd name="T3" fmla="*/ 10800 h 21600"/>
                <a:gd name="T4" fmla="*/ 10800 w 21600"/>
                <a:gd name="T5" fmla="*/ 21600 h 21600"/>
                <a:gd name="T6" fmla="*/ 0 w 21600"/>
                <a:gd name="T7" fmla="*/ 10800 h 21600"/>
                <a:gd name="T8" fmla="*/ 1593 w 21600"/>
                <a:gd name="T9" fmla="*/ 7848 h 21600"/>
                <a:gd name="T10" fmla="*/ 20317 w 21600"/>
                <a:gd name="T11" fmla="*/ 17575 h 21600"/>
              </a:gdLst>
              <a:ahLst/>
              <a:cxnLst>
                <a:cxn ang="0">
                  <a:pos x="T0" y="T1"/>
                </a:cxn>
                <a:cxn ang="0">
                  <a:pos x="T2" y="T3"/>
                </a:cxn>
                <a:cxn ang="0">
                  <a:pos x="T4" y="T5"/>
                </a:cxn>
                <a:cxn ang="0">
                  <a:pos x="T6" y="T7"/>
                </a:cxn>
              </a:cxnLst>
              <a:rect l="T8" t="T9" r="T10" b="T11"/>
              <a:pathLst>
                <a:path w="21600" h="21600" extrusionOk="0">
                  <a:moveTo>
                    <a:pt x="17752" y="5993"/>
                  </a:moveTo>
                  <a:lnTo>
                    <a:pt x="13862" y="5993"/>
                  </a:lnTo>
                  <a:lnTo>
                    <a:pt x="13862" y="3443"/>
                  </a:lnTo>
                  <a:lnTo>
                    <a:pt x="18455" y="3443"/>
                  </a:lnTo>
                  <a:lnTo>
                    <a:pt x="18952" y="3443"/>
                  </a:lnTo>
                  <a:lnTo>
                    <a:pt x="19448" y="3354"/>
                  </a:lnTo>
                  <a:lnTo>
                    <a:pt x="19697" y="3220"/>
                  </a:lnTo>
                  <a:lnTo>
                    <a:pt x="20234" y="3041"/>
                  </a:lnTo>
                  <a:lnTo>
                    <a:pt x="20566" y="2817"/>
                  </a:lnTo>
                  <a:lnTo>
                    <a:pt x="20731" y="2460"/>
                  </a:lnTo>
                  <a:lnTo>
                    <a:pt x="20897" y="2102"/>
                  </a:lnTo>
                  <a:lnTo>
                    <a:pt x="20897" y="1744"/>
                  </a:lnTo>
                  <a:lnTo>
                    <a:pt x="20897" y="1431"/>
                  </a:lnTo>
                  <a:lnTo>
                    <a:pt x="20731" y="1073"/>
                  </a:lnTo>
                  <a:lnTo>
                    <a:pt x="20566" y="716"/>
                  </a:lnTo>
                  <a:lnTo>
                    <a:pt x="20234" y="492"/>
                  </a:lnTo>
                  <a:lnTo>
                    <a:pt x="19697" y="224"/>
                  </a:lnTo>
                  <a:lnTo>
                    <a:pt x="19448" y="134"/>
                  </a:lnTo>
                  <a:lnTo>
                    <a:pt x="18952" y="0"/>
                  </a:lnTo>
                  <a:lnTo>
                    <a:pt x="18455" y="0"/>
                  </a:lnTo>
                  <a:lnTo>
                    <a:pt x="10966" y="0"/>
                  </a:lnTo>
                  <a:lnTo>
                    <a:pt x="3641" y="0"/>
                  </a:lnTo>
                  <a:lnTo>
                    <a:pt x="3145" y="0"/>
                  </a:lnTo>
                  <a:lnTo>
                    <a:pt x="2648" y="134"/>
                  </a:lnTo>
                  <a:lnTo>
                    <a:pt x="2276" y="224"/>
                  </a:lnTo>
                  <a:lnTo>
                    <a:pt x="1945" y="492"/>
                  </a:lnTo>
                  <a:lnTo>
                    <a:pt x="1697" y="716"/>
                  </a:lnTo>
                  <a:lnTo>
                    <a:pt x="1366" y="1073"/>
                  </a:lnTo>
                  <a:lnTo>
                    <a:pt x="1200" y="1431"/>
                  </a:lnTo>
                  <a:lnTo>
                    <a:pt x="1200" y="1744"/>
                  </a:lnTo>
                  <a:lnTo>
                    <a:pt x="1200" y="2102"/>
                  </a:lnTo>
                  <a:lnTo>
                    <a:pt x="1366" y="2460"/>
                  </a:lnTo>
                  <a:lnTo>
                    <a:pt x="1697" y="2817"/>
                  </a:lnTo>
                  <a:lnTo>
                    <a:pt x="1945" y="3041"/>
                  </a:lnTo>
                  <a:lnTo>
                    <a:pt x="2276" y="3220"/>
                  </a:lnTo>
                  <a:lnTo>
                    <a:pt x="2648" y="3354"/>
                  </a:lnTo>
                  <a:lnTo>
                    <a:pt x="3145" y="3443"/>
                  </a:lnTo>
                  <a:lnTo>
                    <a:pt x="3641" y="3443"/>
                  </a:lnTo>
                  <a:lnTo>
                    <a:pt x="8152" y="3443"/>
                  </a:lnTo>
                  <a:lnTo>
                    <a:pt x="8152" y="5993"/>
                  </a:lnTo>
                  <a:lnTo>
                    <a:pt x="3890" y="5993"/>
                  </a:lnTo>
                  <a:lnTo>
                    <a:pt x="3145" y="6127"/>
                  </a:lnTo>
                  <a:lnTo>
                    <a:pt x="2276" y="6306"/>
                  </a:lnTo>
                  <a:lnTo>
                    <a:pt x="1697" y="6663"/>
                  </a:lnTo>
                  <a:lnTo>
                    <a:pt x="1200" y="7155"/>
                  </a:lnTo>
                  <a:lnTo>
                    <a:pt x="662" y="7737"/>
                  </a:lnTo>
                  <a:lnTo>
                    <a:pt x="166" y="8273"/>
                  </a:lnTo>
                  <a:lnTo>
                    <a:pt x="0" y="8989"/>
                  </a:lnTo>
                  <a:lnTo>
                    <a:pt x="0" y="9525"/>
                  </a:lnTo>
                  <a:lnTo>
                    <a:pt x="0" y="10822"/>
                  </a:lnTo>
                  <a:lnTo>
                    <a:pt x="0" y="15831"/>
                  </a:lnTo>
                  <a:lnTo>
                    <a:pt x="166" y="16547"/>
                  </a:lnTo>
                  <a:lnTo>
                    <a:pt x="662" y="17307"/>
                  </a:lnTo>
                  <a:lnTo>
                    <a:pt x="1697" y="18380"/>
                  </a:lnTo>
                  <a:lnTo>
                    <a:pt x="2814" y="19275"/>
                  </a:lnTo>
                  <a:lnTo>
                    <a:pt x="3641" y="19766"/>
                  </a:lnTo>
                  <a:lnTo>
                    <a:pt x="4428" y="20169"/>
                  </a:lnTo>
                  <a:lnTo>
                    <a:pt x="5421" y="20527"/>
                  </a:lnTo>
                  <a:lnTo>
                    <a:pt x="6372" y="20884"/>
                  </a:lnTo>
                  <a:lnTo>
                    <a:pt x="7572" y="21242"/>
                  </a:lnTo>
                  <a:lnTo>
                    <a:pt x="8648" y="21466"/>
                  </a:lnTo>
                  <a:lnTo>
                    <a:pt x="9766" y="21600"/>
                  </a:lnTo>
                  <a:lnTo>
                    <a:pt x="11131" y="21600"/>
                  </a:lnTo>
                  <a:lnTo>
                    <a:pt x="12414" y="21600"/>
                  </a:lnTo>
                  <a:lnTo>
                    <a:pt x="13779" y="21466"/>
                  </a:lnTo>
                  <a:lnTo>
                    <a:pt x="14855" y="21242"/>
                  </a:lnTo>
                  <a:lnTo>
                    <a:pt x="15807" y="20884"/>
                  </a:lnTo>
                  <a:lnTo>
                    <a:pt x="16841" y="20527"/>
                  </a:lnTo>
                  <a:lnTo>
                    <a:pt x="17669" y="20169"/>
                  </a:lnTo>
                  <a:lnTo>
                    <a:pt x="18455" y="19766"/>
                  </a:lnTo>
                  <a:lnTo>
                    <a:pt x="19117" y="19275"/>
                  </a:lnTo>
                  <a:lnTo>
                    <a:pt x="20234" y="18380"/>
                  </a:lnTo>
                  <a:lnTo>
                    <a:pt x="21062" y="17307"/>
                  </a:lnTo>
                  <a:lnTo>
                    <a:pt x="21600" y="16547"/>
                  </a:lnTo>
                  <a:lnTo>
                    <a:pt x="21600" y="15831"/>
                  </a:lnTo>
                  <a:lnTo>
                    <a:pt x="21600" y="10733"/>
                  </a:lnTo>
                  <a:lnTo>
                    <a:pt x="21600" y="9525"/>
                  </a:lnTo>
                  <a:lnTo>
                    <a:pt x="21600" y="8989"/>
                  </a:lnTo>
                  <a:lnTo>
                    <a:pt x="21434" y="8273"/>
                  </a:lnTo>
                  <a:lnTo>
                    <a:pt x="21062" y="7737"/>
                  </a:lnTo>
                  <a:lnTo>
                    <a:pt x="20566" y="7155"/>
                  </a:lnTo>
                  <a:lnTo>
                    <a:pt x="19903" y="6663"/>
                  </a:lnTo>
                  <a:lnTo>
                    <a:pt x="19283" y="6306"/>
                  </a:lnTo>
                  <a:lnTo>
                    <a:pt x="18621" y="6127"/>
                  </a:lnTo>
                  <a:lnTo>
                    <a:pt x="17752" y="5993"/>
                  </a:lnTo>
                  <a:close/>
                </a:path>
                <a:path w="21600" h="21600" extrusionOk="0">
                  <a:moveTo>
                    <a:pt x="8152" y="3443"/>
                  </a:moveTo>
                  <a:lnTo>
                    <a:pt x="13862" y="3443"/>
                  </a:lnTo>
                </a:path>
                <a:path w="21600" h="21600" extrusionOk="0">
                  <a:moveTo>
                    <a:pt x="8152" y="5993"/>
                  </a:moveTo>
                  <a:lnTo>
                    <a:pt x="13862" y="5993"/>
                  </a:lnTo>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11" name="desk1"/>
            <p:cNvSpPr>
              <a:spLocks noEditPoints="1" noChangeArrowheads="1"/>
            </p:cNvSpPr>
            <p:nvPr/>
          </p:nvSpPr>
          <p:spPr bwMode="auto">
            <a:xfrm>
              <a:off x="3912" y="3153"/>
              <a:ext cx="912" cy="60"/>
            </a:xfrm>
            <a:custGeom>
              <a:avLst/>
              <a:gdLst>
                <a:gd name="T0" fmla="*/ 0 w 21600"/>
                <a:gd name="T1" fmla="*/ 0 h 21600"/>
                <a:gd name="T2" fmla="*/ 21600 w 21600"/>
                <a:gd name="T3" fmla="*/ 0 h 21600"/>
                <a:gd name="T4" fmla="*/ 21600 w 21600"/>
                <a:gd name="T5" fmla="*/ 21600 h 21600"/>
                <a:gd name="T6" fmla="*/ 0 w 21600"/>
                <a:gd name="T7" fmla="*/ 21600 h 21600"/>
                <a:gd name="T8" fmla="*/ 10800 w 21600"/>
                <a:gd name="T9" fmla="*/ 0 h 21600"/>
                <a:gd name="T10" fmla="*/ 21600 w 21600"/>
                <a:gd name="T11" fmla="*/ 10800 h 21600"/>
                <a:gd name="T12" fmla="*/ 10800 w 21600"/>
                <a:gd name="T13" fmla="*/ 21600 h 21600"/>
                <a:gd name="T14" fmla="*/ 0 w 21600"/>
                <a:gd name="T15" fmla="*/ 10800 h 21600"/>
                <a:gd name="T16" fmla="*/ 1000 w 21600"/>
                <a:gd name="T17" fmla="*/ 1000 h 21600"/>
                <a:gd name="T18" fmla="*/ 20600 w 21600"/>
                <a:gd name="T19" fmla="*/ 2060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0"/>
                  </a:moveTo>
                  <a:lnTo>
                    <a:pt x="21600" y="0"/>
                  </a:lnTo>
                  <a:lnTo>
                    <a:pt x="21600" y="21600"/>
                  </a:lnTo>
                  <a:lnTo>
                    <a:pt x="0" y="21600"/>
                  </a:lnTo>
                  <a:lnTo>
                    <a:pt x="0" y="0"/>
                  </a:lnTo>
                  <a:close/>
                </a:path>
              </a:pathLst>
            </a:custGeom>
            <a:solidFill>
              <a:srgbClr val="996633"/>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12" name="chair3"/>
            <p:cNvSpPr>
              <a:spLocks noEditPoints="1" noChangeArrowheads="1"/>
            </p:cNvSpPr>
            <p:nvPr/>
          </p:nvSpPr>
          <p:spPr bwMode="auto">
            <a:xfrm rot="1514582">
              <a:off x="2352" y="3312"/>
              <a:ext cx="285" cy="261"/>
            </a:xfrm>
            <a:custGeom>
              <a:avLst/>
              <a:gdLst>
                <a:gd name="T0" fmla="*/ 10800 w 21600"/>
                <a:gd name="T1" fmla="*/ 0 h 21600"/>
                <a:gd name="T2" fmla="*/ 20275 w 21600"/>
                <a:gd name="T3" fmla="*/ 10800 h 21600"/>
                <a:gd name="T4" fmla="*/ 10800 w 21600"/>
                <a:gd name="T5" fmla="*/ 21600 h 21600"/>
                <a:gd name="T6" fmla="*/ 1303 w 21600"/>
                <a:gd name="T7" fmla="*/ 10800 h 21600"/>
                <a:gd name="T8" fmla="*/ 4828 w 21600"/>
                <a:gd name="T9" fmla="*/ 6639 h 21600"/>
                <a:gd name="T10" fmla="*/ 16846 w 21600"/>
                <a:gd name="T11" fmla="*/ 19649 h 21600"/>
              </a:gdLst>
              <a:ahLst/>
              <a:cxnLst>
                <a:cxn ang="0">
                  <a:pos x="T0" y="T1"/>
                </a:cxn>
                <a:cxn ang="0">
                  <a:pos x="T2" y="T3"/>
                </a:cxn>
                <a:cxn ang="0">
                  <a:pos x="T4" y="T5"/>
                </a:cxn>
                <a:cxn ang="0">
                  <a:pos x="T6" y="T7"/>
                </a:cxn>
              </a:cxnLst>
              <a:rect l="T8" t="T9" r="T10" b="T11"/>
              <a:pathLst>
                <a:path w="21600" h="21600" extrusionOk="0">
                  <a:moveTo>
                    <a:pt x="10661" y="21600"/>
                  </a:moveTo>
                  <a:lnTo>
                    <a:pt x="11964" y="21600"/>
                  </a:lnTo>
                  <a:lnTo>
                    <a:pt x="12969" y="21477"/>
                  </a:lnTo>
                  <a:lnTo>
                    <a:pt x="13951" y="21379"/>
                  </a:lnTo>
                  <a:lnTo>
                    <a:pt x="14742" y="21134"/>
                  </a:lnTo>
                  <a:lnTo>
                    <a:pt x="15575" y="20765"/>
                  </a:lnTo>
                  <a:lnTo>
                    <a:pt x="16152" y="20520"/>
                  </a:lnTo>
                  <a:lnTo>
                    <a:pt x="16579" y="20225"/>
                  </a:lnTo>
                  <a:lnTo>
                    <a:pt x="16942" y="19857"/>
                  </a:lnTo>
                  <a:lnTo>
                    <a:pt x="17455" y="20520"/>
                  </a:lnTo>
                  <a:lnTo>
                    <a:pt x="17989" y="21011"/>
                  </a:lnTo>
                  <a:lnTo>
                    <a:pt x="18459" y="21379"/>
                  </a:lnTo>
                  <a:lnTo>
                    <a:pt x="19079" y="21477"/>
                  </a:lnTo>
                  <a:lnTo>
                    <a:pt x="19656" y="21477"/>
                  </a:lnTo>
                  <a:lnTo>
                    <a:pt x="20275" y="21379"/>
                  </a:lnTo>
                  <a:lnTo>
                    <a:pt x="20660" y="21011"/>
                  </a:lnTo>
                  <a:lnTo>
                    <a:pt x="21173" y="20643"/>
                  </a:lnTo>
                  <a:lnTo>
                    <a:pt x="21386" y="20225"/>
                  </a:lnTo>
                  <a:lnTo>
                    <a:pt x="21600" y="19636"/>
                  </a:lnTo>
                  <a:lnTo>
                    <a:pt x="21600" y="19145"/>
                  </a:lnTo>
                  <a:lnTo>
                    <a:pt x="21600" y="18605"/>
                  </a:lnTo>
                  <a:lnTo>
                    <a:pt x="21386" y="18115"/>
                  </a:lnTo>
                  <a:lnTo>
                    <a:pt x="21066" y="17525"/>
                  </a:lnTo>
                  <a:lnTo>
                    <a:pt x="20660" y="17108"/>
                  </a:lnTo>
                  <a:lnTo>
                    <a:pt x="20275" y="16740"/>
                  </a:lnTo>
                  <a:lnTo>
                    <a:pt x="20275" y="10628"/>
                  </a:lnTo>
                  <a:lnTo>
                    <a:pt x="20275" y="5695"/>
                  </a:lnTo>
                  <a:lnTo>
                    <a:pt x="20275" y="5105"/>
                  </a:lnTo>
                  <a:lnTo>
                    <a:pt x="20190" y="4492"/>
                  </a:lnTo>
                  <a:lnTo>
                    <a:pt x="19976" y="4075"/>
                  </a:lnTo>
                  <a:lnTo>
                    <a:pt x="19763" y="3485"/>
                  </a:lnTo>
                  <a:lnTo>
                    <a:pt x="19442" y="2995"/>
                  </a:lnTo>
                  <a:lnTo>
                    <a:pt x="19079" y="2455"/>
                  </a:lnTo>
                  <a:lnTo>
                    <a:pt x="18673" y="2086"/>
                  </a:lnTo>
                  <a:lnTo>
                    <a:pt x="18139" y="1620"/>
                  </a:lnTo>
                  <a:lnTo>
                    <a:pt x="17562" y="1325"/>
                  </a:lnTo>
                  <a:lnTo>
                    <a:pt x="16836" y="957"/>
                  </a:lnTo>
                  <a:lnTo>
                    <a:pt x="16045" y="589"/>
                  </a:lnTo>
                  <a:lnTo>
                    <a:pt x="15169" y="344"/>
                  </a:lnTo>
                  <a:lnTo>
                    <a:pt x="14272" y="245"/>
                  </a:lnTo>
                  <a:lnTo>
                    <a:pt x="13182" y="123"/>
                  </a:lnTo>
                  <a:lnTo>
                    <a:pt x="12028" y="0"/>
                  </a:lnTo>
                  <a:lnTo>
                    <a:pt x="10832" y="0"/>
                  </a:lnTo>
                  <a:lnTo>
                    <a:pt x="9572" y="0"/>
                  </a:lnTo>
                  <a:lnTo>
                    <a:pt x="8418" y="123"/>
                  </a:lnTo>
                  <a:lnTo>
                    <a:pt x="7328" y="245"/>
                  </a:lnTo>
                  <a:lnTo>
                    <a:pt x="6431" y="344"/>
                  </a:lnTo>
                  <a:lnTo>
                    <a:pt x="5555" y="589"/>
                  </a:lnTo>
                  <a:lnTo>
                    <a:pt x="4764" y="957"/>
                  </a:lnTo>
                  <a:lnTo>
                    <a:pt x="4038" y="1325"/>
                  </a:lnTo>
                  <a:lnTo>
                    <a:pt x="3461" y="1620"/>
                  </a:lnTo>
                  <a:lnTo>
                    <a:pt x="2927" y="2086"/>
                  </a:lnTo>
                  <a:lnTo>
                    <a:pt x="2521" y="2455"/>
                  </a:lnTo>
                  <a:lnTo>
                    <a:pt x="2158" y="2995"/>
                  </a:lnTo>
                  <a:lnTo>
                    <a:pt x="1837" y="3485"/>
                  </a:lnTo>
                  <a:lnTo>
                    <a:pt x="1624" y="4075"/>
                  </a:lnTo>
                  <a:lnTo>
                    <a:pt x="1410" y="4492"/>
                  </a:lnTo>
                  <a:lnTo>
                    <a:pt x="1303" y="5105"/>
                  </a:lnTo>
                  <a:lnTo>
                    <a:pt x="1303" y="5695"/>
                  </a:lnTo>
                  <a:lnTo>
                    <a:pt x="1303" y="10874"/>
                  </a:lnTo>
                  <a:lnTo>
                    <a:pt x="1303" y="16740"/>
                  </a:lnTo>
                  <a:lnTo>
                    <a:pt x="940" y="17108"/>
                  </a:lnTo>
                  <a:lnTo>
                    <a:pt x="534" y="17525"/>
                  </a:lnTo>
                  <a:lnTo>
                    <a:pt x="214" y="18115"/>
                  </a:lnTo>
                  <a:lnTo>
                    <a:pt x="0" y="18605"/>
                  </a:lnTo>
                  <a:lnTo>
                    <a:pt x="0" y="19145"/>
                  </a:lnTo>
                  <a:lnTo>
                    <a:pt x="0" y="19636"/>
                  </a:lnTo>
                  <a:lnTo>
                    <a:pt x="214" y="20225"/>
                  </a:lnTo>
                  <a:lnTo>
                    <a:pt x="427" y="20643"/>
                  </a:lnTo>
                  <a:lnTo>
                    <a:pt x="833" y="21011"/>
                  </a:lnTo>
                  <a:lnTo>
                    <a:pt x="1303" y="21379"/>
                  </a:lnTo>
                  <a:lnTo>
                    <a:pt x="1944" y="21477"/>
                  </a:lnTo>
                  <a:lnTo>
                    <a:pt x="2521" y="21477"/>
                  </a:lnTo>
                  <a:lnTo>
                    <a:pt x="3141" y="21379"/>
                  </a:lnTo>
                  <a:lnTo>
                    <a:pt x="3611" y="21011"/>
                  </a:lnTo>
                  <a:lnTo>
                    <a:pt x="4145" y="20520"/>
                  </a:lnTo>
                  <a:lnTo>
                    <a:pt x="4658" y="19857"/>
                  </a:lnTo>
                  <a:lnTo>
                    <a:pt x="4914" y="20225"/>
                  </a:lnTo>
                  <a:lnTo>
                    <a:pt x="5448" y="20520"/>
                  </a:lnTo>
                  <a:lnTo>
                    <a:pt x="6025" y="20765"/>
                  </a:lnTo>
                  <a:lnTo>
                    <a:pt x="6751" y="21134"/>
                  </a:lnTo>
                  <a:lnTo>
                    <a:pt x="7542" y="21379"/>
                  </a:lnTo>
                  <a:lnTo>
                    <a:pt x="8418" y="21477"/>
                  </a:lnTo>
                  <a:lnTo>
                    <a:pt x="9465" y="21600"/>
                  </a:lnTo>
                  <a:lnTo>
                    <a:pt x="10661" y="21600"/>
                  </a:lnTo>
                  <a:close/>
                </a:path>
                <a:path w="21600" h="21600" extrusionOk="0">
                  <a:moveTo>
                    <a:pt x="17049" y="19857"/>
                  </a:moveTo>
                  <a:lnTo>
                    <a:pt x="17049" y="19268"/>
                  </a:lnTo>
                  <a:lnTo>
                    <a:pt x="17049" y="18016"/>
                  </a:lnTo>
                  <a:lnTo>
                    <a:pt x="17049" y="16274"/>
                  </a:lnTo>
                  <a:lnTo>
                    <a:pt x="17049" y="14114"/>
                  </a:lnTo>
                  <a:lnTo>
                    <a:pt x="17049" y="11880"/>
                  </a:lnTo>
                  <a:lnTo>
                    <a:pt x="17049" y="9843"/>
                  </a:lnTo>
                  <a:lnTo>
                    <a:pt x="17049" y="8100"/>
                  </a:lnTo>
                  <a:lnTo>
                    <a:pt x="17049" y="7069"/>
                  </a:lnTo>
                  <a:lnTo>
                    <a:pt x="16942" y="6725"/>
                  </a:lnTo>
                  <a:lnTo>
                    <a:pt x="16836" y="6357"/>
                  </a:lnTo>
                  <a:lnTo>
                    <a:pt x="16686" y="6112"/>
                  </a:lnTo>
                  <a:lnTo>
                    <a:pt x="16472" y="5768"/>
                  </a:lnTo>
                  <a:lnTo>
                    <a:pt x="15746" y="5351"/>
                  </a:lnTo>
                  <a:lnTo>
                    <a:pt x="14849" y="4983"/>
                  </a:lnTo>
                  <a:lnTo>
                    <a:pt x="13951" y="4615"/>
                  </a:lnTo>
                  <a:lnTo>
                    <a:pt x="12862" y="4369"/>
                  </a:lnTo>
                  <a:lnTo>
                    <a:pt x="11879" y="4271"/>
                  </a:lnTo>
                  <a:lnTo>
                    <a:pt x="10832" y="4197"/>
                  </a:lnTo>
                  <a:lnTo>
                    <a:pt x="9828" y="4271"/>
                  </a:lnTo>
                  <a:lnTo>
                    <a:pt x="8845" y="4369"/>
                  </a:lnTo>
                  <a:lnTo>
                    <a:pt x="7734" y="4615"/>
                  </a:lnTo>
                  <a:lnTo>
                    <a:pt x="6751" y="4983"/>
                  </a:lnTo>
                  <a:lnTo>
                    <a:pt x="5961" y="5351"/>
                  </a:lnTo>
                  <a:lnTo>
                    <a:pt x="5234" y="5768"/>
                  </a:lnTo>
                  <a:lnTo>
                    <a:pt x="4914" y="6112"/>
                  </a:lnTo>
                  <a:lnTo>
                    <a:pt x="4764" y="6357"/>
                  </a:lnTo>
                  <a:lnTo>
                    <a:pt x="4658" y="6725"/>
                  </a:lnTo>
                  <a:lnTo>
                    <a:pt x="4658" y="7069"/>
                  </a:lnTo>
                  <a:lnTo>
                    <a:pt x="4658" y="8100"/>
                  </a:lnTo>
                  <a:lnTo>
                    <a:pt x="4658" y="9843"/>
                  </a:lnTo>
                  <a:lnTo>
                    <a:pt x="4658" y="11880"/>
                  </a:lnTo>
                  <a:lnTo>
                    <a:pt x="4658" y="14114"/>
                  </a:lnTo>
                  <a:lnTo>
                    <a:pt x="4658" y="16274"/>
                  </a:lnTo>
                  <a:lnTo>
                    <a:pt x="4658" y="18016"/>
                  </a:lnTo>
                  <a:lnTo>
                    <a:pt x="4658" y="19268"/>
                  </a:lnTo>
                  <a:lnTo>
                    <a:pt x="4658" y="19857"/>
                  </a:ln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13" name="chair3"/>
            <p:cNvSpPr>
              <a:spLocks noEditPoints="1" noChangeArrowheads="1"/>
            </p:cNvSpPr>
            <p:nvPr/>
          </p:nvSpPr>
          <p:spPr bwMode="auto">
            <a:xfrm rot="14405925">
              <a:off x="1956" y="3804"/>
              <a:ext cx="285" cy="261"/>
            </a:xfrm>
            <a:custGeom>
              <a:avLst/>
              <a:gdLst>
                <a:gd name="T0" fmla="*/ 10800 w 21600"/>
                <a:gd name="T1" fmla="*/ 0 h 21600"/>
                <a:gd name="T2" fmla="*/ 20275 w 21600"/>
                <a:gd name="T3" fmla="*/ 10800 h 21600"/>
                <a:gd name="T4" fmla="*/ 10800 w 21600"/>
                <a:gd name="T5" fmla="*/ 21600 h 21600"/>
                <a:gd name="T6" fmla="*/ 1303 w 21600"/>
                <a:gd name="T7" fmla="*/ 10800 h 21600"/>
                <a:gd name="T8" fmla="*/ 4828 w 21600"/>
                <a:gd name="T9" fmla="*/ 6639 h 21600"/>
                <a:gd name="T10" fmla="*/ 16846 w 21600"/>
                <a:gd name="T11" fmla="*/ 19649 h 21600"/>
              </a:gdLst>
              <a:ahLst/>
              <a:cxnLst>
                <a:cxn ang="0">
                  <a:pos x="T0" y="T1"/>
                </a:cxn>
                <a:cxn ang="0">
                  <a:pos x="T2" y="T3"/>
                </a:cxn>
                <a:cxn ang="0">
                  <a:pos x="T4" y="T5"/>
                </a:cxn>
                <a:cxn ang="0">
                  <a:pos x="T6" y="T7"/>
                </a:cxn>
              </a:cxnLst>
              <a:rect l="T8" t="T9" r="T10" b="T11"/>
              <a:pathLst>
                <a:path w="21600" h="21600" extrusionOk="0">
                  <a:moveTo>
                    <a:pt x="10661" y="21600"/>
                  </a:moveTo>
                  <a:lnTo>
                    <a:pt x="11964" y="21600"/>
                  </a:lnTo>
                  <a:lnTo>
                    <a:pt x="12969" y="21477"/>
                  </a:lnTo>
                  <a:lnTo>
                    <a:pt x="13951" y="21379"/>
                  </a:lnTo>
                  <a:lnTo>
                    <a:pt x="14742" y="21134"/>
                  </a:lnTo>
                  <a:lnTo>
                    <a:pt x="15575" y="20765"/>
                  </a:lnTo>
                  <a:lnTo>
                    <a:pt x="16152" y="20520"/>
                  </a:lnTo>
                  <a:lnTo>
                    <a:pt x="16579" y="20225"/>
                  </a:lnTo>
                  <a:lnTo>
                    <a:pt x="16942" y="19857"/>
                  </a:lnTo>
                  <a:lnTo>
                    <a:pt x="17455" y="20520"/>
                  </a:lnTo>
                  <a:lnTo>
                    <a:pt x="17989" y="21011"/>
                  </a:lnTo>
                  <a:lnTo>
                    <a:pt x="18459" y="21379"/>
                  </a:lnTo>
                  <a:lnTo>
                    <a:pt x="19079" y="21477"/>
                  </a:lnTo>
                  <a:lnTo>
                    <a:pt x="19656" y="21477"/>
                  </a:lnTo>
                  <a:lnTo>
                    <a:pt x="20275" y="21379"/>
                  </a:lnTo>
                  <a:lnTo>
                    <a:pt x="20660" y="21011"/>
                  </a:lnTo>
                  <a:lnTo>
                    <a:pt x="21173" y="20643"/>
                  </a:lnTo>
                  <a:lnTo>
                    <a:pt x="21386" y="20225"/>
                  </a:lnTo>
                  <a:lnTo>
                    <a:pt x="21600" y="19636"/>
                  </a:lnTo>
                  <a:lnTo>
                    <a:pt x="21600" y="19145"/>
                  </a:lnTo>
                  <a:lnTo>
                    <a:pt x="21600" y="18605"/>
                  </a:lnTo>
                  <a:lnTo>
                    <a:pt x="21386" y="18115"/>
                  </a:lnTo>
                  <a:lnTo>
                    <a:pt x="21066" y="17525"/>
                  </a:lnTo>
                  <a:lnTo>
                    <a:pt x="20660" y="17108"/>
                  </a:lnTo>
                  <a:lnTo>
                    <a:pt x="20275" y="16740"/>
                  </a:lnTo>
                  <a:lnTo>
                    <a:pt x="20275" y="10628"/>
                  </a:lnTo>
                  <a:lnTo>
                    <a:pt x="20275" y="5695"/>
                  </a:lnTo>
                  <a:lnTo>
                    <a:pt x="20275" y="5105"/>
                  </a:lnTo>
                  <a:lnTo>
                    <a:pt x="20190" y="4492"/>
                  </a:lnTo>
                  <a:lnTo>
                    <a:pt x="19976" y="4075"/>
                  </a:lnTo>
                  <a:lnTo>
                    <a:pt x="19763" y="3485"/>
                  </a:lnTo>
                  <a:lnTo>
                    <a:pt x="19442" y="2995"/>
                  </a:lnTo>
                  <a:lnTo>
                    <a:pt x="19079" y="2455"/>
                  </a:lnTo>
                  <a:lnTo>
                    <a:pt x="18673" y="2086"/>
                  </a:lnTo>
                  <a:lnTo>
                    <a:pt x="18139" y="1620"/>
                  </a:lnTo>
                  <a:lnTo>
                    <a:pt x="17562" y="1325"/>
                  </a:lnTo>
                  <a:lnTo>
                    <a:pt x="16836" y="957"/>
                  </a:lnTo>
                  <a:lnTo>
                    <a:pt x="16045" y="589"/>
                  </a:lnTo>
                  <a:lnTo>
                    <a:pt x="15169" y="344"/>
                  </a:lnTo>
                  <a:lnTo>
                    <a:pt x="14272" y="245"/>
                  </a:lnTo>
                  <a:lnTo>
                    <a:pt x="13182" y="123"/>
                  </a:lnTo>
                  <a:lnTo>
                    <a:pt x="12028" y="0"/>
                  </a:lnTo>
                  <a:lnTo>
                    <a:pt x="10832" y="0"/>
                  </a:lnTo>
                  <a:lnTo>
                    <a:pt x="9572" y="0"/>
                  </a:lnTo>
                  <a:lnTo>
                    <a:pt x="8418" y="123"/>
                  </a:lnTo>
                  <a:lnTo>
                    <a:pt x="7328" y="245"/>
                  </a:lnTo>
                  <a:lnTo>
                    <a:pt x="6431" y="344"/>
                  </a:lnTo>
                  <a:lnTo>
                    <a:pt x="5555" y="589"/>
                  </a:lnTo>
                  <a:lnTo>
                    <a:pt x="4764" y="957"/>
                  </a:lnTo>
                  <a:lnTo>
                    <a:pt x="4038" y="1325"/>
                  </a:lnTo>
                  <a:lnTo>
                    <a:pt x="3461" y="1620"/>
                  </a:lnTo>
                  <a:lnTo>
                    <a:pt x="2927" y="2086"/>
                  </a:lnTo>
                  <a:lnTo>
                    <a:pt x="2521" y="2455"/>
                  </a:lnTo>
                  <a:lnTo>
                    <a:pt x="2158" y="2995"/>
                  </a:lnTo>
                  <a:lnTo>
                    <a:pt x="1837" y="3485"/>
                  </a:lnTo>
                  <a:lnTo>
                    <a:pt x="1624" y="4075"/>
                  </a:lnTo>
                  <a:lnTo>
                    <a:pt x="1410" y="4492"/>
                  </a:lnTo>
                  <a:lnTo>
                    <a:pt x="1303" y="5105"/>
                  </a:lnTo>
                  <a:lnTo>
                    <a:pt x="1303" y="5695"/>
                  </a:lnTo>
                  <a:lnTo>
                    <a:pt x="1303" y="10874"/>
                  </a:lnTo>
                  <a:lnTo>
                    <a:pt x="1303" y="16740"/>
                  </a:lnTo>
                  <a:lnTo>
                    <a:pt x="940" y="17108"/>
                  </a:lnTo>
                  <a:lnTo>
                    <a:pt x="534" y="17525"/>
                  </a:lnTo>
                  <a:lnTo>
                    <a:pt x="214" y="18115"/>
                  </a:lnTo>
                  <a:lnTo>
                    <a:pt x="0" y="18605"/>
                  </a:lnTo>
                  <a:lnTo>
                    <a:pt x="0" y="19145"/>
                  </a:lnTo>
                  <a:lnTo>
                    <a:pt x="0" y="19636"/>
                  </a:lnTo>
                  <a:lnTo>
                    <a:pt x="214" y="20225"/>
                  </a:lnTo>
                  <a:lnTo>
                    <a:pt x="427" y="20643"/>
                  </a:lnTo>
                  <a:lnTo>
                    <a:pt x="833" y="21011"/>
                  </a:lnTo>
                  <a:lnTo>
                    <a:pt x="1303" y="21379"/>
                  </a:lnTo>
                  <a:lnTo>
                    <a:pt x="1944" y="21477"/>
                  </a:lnTo>
                  <a:lnTo>
                    <a:pt x="2521" y="21477"/>
                  </a:lnTo>
                  <a:lnTo>
                    <a:pt x="3141" y="21379"/>
                  </a:lnTo>
                  <a:lnTo>
                    <a:pt x="3611" y="21011"/>
                  </a:lnTo>
                  <a:lnTo>
                    <a:pt x="4145" y="20520"/>
                  </a:lnTo>
                  <a:lnTo>
                    <a:pt x="4658" y="19857"/>
                  </a:lnTo>
                  <a:lnTo>
                    <a:pt x="4914" y="20225"/>
                  </a:lnTo>
                  <a:lnTo>
                    <a:pt x="5448" y="20520"/>
                  </a:lnTo>
                  <a:lnTo>
                    <a:pt x="6025" y="20765"/>
                  </a:lnTo>
                  <a:lnTo>
                    <a:pt x="6751" y="21134"/>
                  </a:lnTo>
                  <a:lnTo>
                    <a:pt x="7542" y="21379"/>
                  </a:lnTo>
                  <a:lnTo>
                    <a:pt x="8418" y="21477"/>
                  </a:lnTo>
                  <a:lnTo>
                    <a:pt x="9465" y="21600"/>
                  </a:lnTo>
                  <a:lnTo>
                    <a:pt x="10661" y="21600"/>
                  </a:lnTo>
                  <a:close/>
                </a:path>
                <a:path w="21600" h="21600" extrusionOk="0">
                  <a:moveTo>
                    <a:pt x="17049" y="19857"/>
                  </a:moveTo>
                  <a:lnTo>
                    <a:pt x="17049" y="19268"/>
                  </a:lnTo>
                  <a:lnTo>
                    <a:pt x="17049" y="18016"/>
                  </a:lnTo>
                  <a:lnTo>
                    <a:pt x="17049" y="16274"/>
                  </a:lnTo>
                  <a:lnTo>
                    <a:pt x="17049" y="14114"/>
                  </a:lnTo>
                  <a:lnTo>
                    <a:pt x="17049" y="11880"/>
                  </a:lnTo>
                  <a:lnTo>
                    <a:pt x="17049" y="9843"/>
                  </a:lnTo>
                  <a:lnTo>
                    <a:pt x="17049" y="8100"/>
                  </a:lnTo>
                  <a:lnTo>
                    <a:pt x="17049" y="7069"/>
                  </a:lnTo>
                  <a:lnTo>
                    <a:pt x="16942" y="6725"/>
                  </a:lnTo>
                  <a:lnTo>
                    <a:pt x="16836" y="6357"/>
                  </a:lnTo>
                  <a:lnTo>
                    <a:pt x="16686" y="6112"/>
                  </a:lnTo>
                  <a:lnTo>
                    <a:pt x="16472" y="5768"/>
                  </a:lnTo>
                  <a:lnTo>
                    <a:pt x="15746" y="5351"/>
                  </a:lnTo>
                  <a:lnTo>
                    <a:pt x="14849" y="4983"/>
                  </a:lnTo>
                  <a:lnTo>
                    <a:pt x="13951" y="4615"/>
                  </a:lnTo>
                  <a:lnTo>
                    <a:pt x="12862" y="4369"/>
                  </a:lnTo>
                  <a:lnTo>
                    <a:pt x="11879" y="4271"/>
                  </a:lnTo>
                  <a:lnTo>
                    <a:pt x="10832" y="4197"/>
                  </a:lnTo>
                  <a:lnTo>
                    <a:pt x="9828" y="4271"/>
                  </a:lnTo>
                  <a:lnTo>
                    <a:pt x="8845" y="4369"/>
                  </a:lnTo>
                  <a:lnTo>
                    <a:pt x="7734" y="4615"/>
                  </a:lnTo>
                  <a:lnTo>
                    <a:pt x="6751" y="4983"/>
                  </a:lnTo>
                  <a:lnTo>
                    <a:pt x="5961" y="5351"/>
                  </a:lnTo>
                  <a:lnTo>
                    <a:pt x="5234" y="5768"/>
                  </a:lnTo>
                  <a:lnTo>
                    <a:pt x="4914" y="6112"/>
                  </a:lnTo>
                  <a:lnTo>
                    <a:pt x="4764" y="6357"/>
                  </a:lnTo>
                  <a:lnTo>
                    <a:pt x="4658" y="6725"/>
                  </a:lnTo>
                  <a:lnTo>
                    <a:pt x="4658" y="7069"/>
                  </a:lnTo>
                  <a:lnTo>
                    <a:pt x="4658" y="8100"/>
                  </a:lnTo>
                  <a:lnTo>
                    <a:pt x="4658" y="9843"/>
                  </a:lnTo>
                  <a:lnTo>
                    <a:pt x="4658" y="11880"/>
                  </a:lnTo>
                  <a:lnTo>
                    <a:pt x="4658" y="14114"/>
                  </a:lnTo>
                  <a:lnTo>
                    <a:pt x="4658" y="16274"/>
                  </a:lnTo>
                  <a:lnTo>
                    <a:pt x="4658" y="18016"/>
                  </a:lnTo>
                  <a:lnTo>
                    <a:pt x="4658" y="19268"/>
                  </a:lnTo>
                  <a:lnTo>
                    <a:pt x="4658" y="19857"/>
                  </a:ln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23594" name="Oval 94"/>
            <p:cNvSpPr>
              <a:spLocks noChangeArrowheads="1"/>
            </p:cNvSpPr>
            <p:nvPr/>
          </p:nvSpPr>
          <p:spPr bwMode="auto">
            <a:xfrm rot="1376937">
              <a:off x="2224" y="3632"/>
              <a:ext cx="240" cy="192"/>
            </a:xfrm>
            <a:prstGeom prst="ellipse">
              <a:avLst/>
            </a:prstGeom>
            <a:solidFill>
              <a:schemeClr val="accent1"/>
            </a:solidFill>
            <a:ln w="9525">
              <a:solidFill>
                <a:schemeClr val="tx1"/>
              </a:solidFill>
              <a:round/>
              <a:headEnd/>
              <a:tailEnd/>
            </a:ln>
          </p:spPr>
          <p:txBody>
            <a:bodyPr wrap="none" anchor="ctr"/>
            <a:lstStyle/>
            <a:p>
              <a:endParaRPr lang="en-US" dirty="0"/>
            </a:p>
          </p:txBody>
        </p:sp>
        <p:sp>
          <p:nvSpPr>
            <p:cNvPr id="5215" name="plant"/>
            <p:cNvSpPr>
              <a:spLocks noEditPoints="1" noChangeArrowheads="1"/>
            </p:cNvSpPr>
            <p:nvPr/>
          </p:nvSpPr>
          <p:spPr bwMode="auto">
            <a:xfrm>
              <a:off x="2374" y="3792"/>
              <a:ext cx="282" cy="288"/>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7100 w 21600"/>
                <a:gd name="T17" fmla="*/ 10092 h 21600"/>
                <a:gd name="T18" fmla="*/ 14545 w 21600"/>
                <a:gd name="T19" fmla="*/ 1357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5216" name="plant"/>
            <p:cNvSpPr>
              <a:spLocks noEditPoints="1" noChangeArrowheads="1"/>
            </p:cNvSpPr>
            <p:nvPr/>
          </p:nvSpPr>
          <p:spPr bwMode="auto">
            <a:xfrm>
              <a:off x="3456" y="736"/>
              <a:ext cx="282" cy="288"/>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7100 w 21600"/>
                <a:gd name="T17" fmla="*/ 10092 h 21600"/>
                <a:gd name="T18" fmla="*/ 14545 w 21600"/>
                <a:gd name="T19" fmla="*/ 1357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23597" name="Line 99"/>
            <p:cNvSpPr>
              <a:spLocks noChangeShapeType="1"/>
            </p:cNvSpPr>
            <p:nvPr/>
          </p:nvSpPr>
          <p:spPr bwMode="auto">
            <a:xfrm>
              <a:off x="2016" y="720"/>
              <a:ext cx="288" cy="144"/>
            </a:xfrm>
            <a:prstGeom prst="line">
              <a:avLst/>
            </a:prstGeom>
            <a:noFill/>
            <a:ln w="9525">
              <a:solidFill>
                <a:schemeClr val="tx1"/>
              </a:solidFill>
              <a:round/>
              <a:headEnd/>
              <a:tailEnd/>
            </a:ln>
          </p:spPr>
          <p:txBody>
            <a:bodyPr/>
            <a:lstStyle/>
            <a:p>
              <a:endParaRPr lang="en-US" dirty="0"/>
            </a:p>
          </p:txBody>
        </p:sp>
        <p:sp>
          <p:nvSpPr>
            <p:cNvPr id="23598" name="Line 100"/>
            <p:cNvSpPr>
              <a:spLocks noChangeShapeType="1"/>
            </p:cNvSpPr>
            <p:nvPr/>
          </p:nvSpPr>
          <p:spPr bwMode="auto">
            <a:xfrm flipH="1">
              <a:off x="2640" y="720"/>
              <a:ext cx="288" cy="144"/>
            </a:xfrm>
            <a:prstGeom prst="line">
              <a:avLst/>
            </a:prstGeom>
            <a:noFill/>
            <a:ln w="9525">
              <a:solidFill>
                <a:schemeClr val="tx1"/>
              </a:solidFill>
              <a:round/>
              <a:headEnd/>
              <a:tailEnd/>
            </a:ln>
          </p:spPr>
          <p:txBody>
            <a:bodyPr/>
            <a:lstStyle/>
            <a:p>
              <a:endParaRPr lang="en-US" dirty="0"/>
            </a:p>
          </p:txBody>
        </p:sp>
        <p:pic>
          <p:nvPicPr>
            <p:cNvPr id="23599" name="Picture 102" descr="j0396880[1]"/>
            <p:cNvPicPr>
              <a:picLocks noChangeAspect="1" noChangeArrowheads="1"/>
            </p:cNvPicPr>
            <p:nvPr/>
          </p:nvPicPr>
          <p:blipFill>
            <a:blip r:embed="rId10" cstate="print"/>
            <a:srcRect/>
            <a:stretch>
              <a:fillRect/>
            </a:stretch>
          </p:blipFill>
          <p:spPr bwMode="auto">
            <a:xfrm>
              <a:off x="4176" y="2880"/>
              <a:ext cx="384" cy="179"/>
            </a:xfrm>
            <a:prstGeom prst="rect">
              <a:avLst/>
            </a:prstGeom>
            <a:noFill/>
            <a:ln w="9525">
              <a:noFill/>
              <a:miter lim="800000"/>
              <a:headEnd/>
              <a:tailEnd/>
            </a:ln>
          </p:spPr>
        </p:pic>
        <p:sp>
          <p:nvSpPr>
            <p:cNvPr id="5224" name="couch2"/>
            <p:cNvSpPr>
              <a:spLocks noEditPoints="1" noChangeArrowheads="1"/>
            </p:cNvSpPr>
            <p:nvPr/>
          </p:nvSpPr>
          <p:spPr bwMode="auto">
            <a:xfrm rot="10800000">
              <a:off x="1083" y="992"/>
              <a:ext cx="885" cy="240"/>
            </a:xfrm>
            <a:custGeom>
              <a:avLst/>
              <a:gdLst>
                <a:gd name="T0" fmla="*/ 10800 w 21600"/>
                <a:gd name="T1" fmla="*/ 0 h 21600"/>
                <a:gd name="T2" fmla="*/ 20993 w 21600"/>
                <a:gd name="T3" fmla="*/ 10800 h 21600"/>
                <a:gd name="T4" fmla="*/ 5373 w 21600"/>
                <a:gd name="T5" fmla="*/ 21172 h 21600"/>
                <a:gd name="T6" fmla="*/ 17029 w 21600"/>
                <a:gd name="T7" fmla="*/ 21600 h 21600"/>
                <a:gd name="T8" fmla="*/ 11244 w 21600"/>
                <a:gd name="T9" fmla="*/ 21119 h 21600"/>
                <a:gd name="T10" fmla="*/ 607 w 21600"/>
                <a:gd name="T11" fmla="*/ 10800 h 21600"/>
                <a:gd name="T12" fmla="*/ 3062 w 21600"/>
                <a:gd name="T13" fmla="*/ 6469 h 21600"/>
                <a:gd name="T14" fmla="*/ 18553 w 21600"/>
                <a:gd name="T15" fmla="*/ 17831 h 21600"/>
              </a:gdLst>
              <a:ahLst/>
              <a:cxnLst>
                <a:cxn ang="0">
                  <a:pos x="T0" y="T1"/>
                </a:cxn>
                <a:cxn ang="0">
                  <a:pos x="T2" y="T3"/>
                </a:cxn>
                <a:cxn ang="0">
                  <a:pos x="T4" y="T5"/>
                </a:cxn>
                <a:cxn ang="0">
                  <a:pos x="T6" y="T7"/>
                </a:cxn>
                <a:cxn ang="0">
                  <a:pos x="T8" y="T9"/>
                </a:cxn>
                <a:cxn ang="0">
                  <a:pos x="T10" y="T11"/>
                </a:cxn>
              </a:cxnLst>
              <a:rect l="T12" t="T13" r="T14" b="T15"/>
              <a:pathLst>
                <a:path w="21600" h="21600" extrusionOk="0">
                  <a:moveTo>
                    <a:pt x="19477" y="19515"/>
                  </a:moveTo>
                  <a:lnTo>
                    <a:pt x="19563" y="19889"/>
                  </a:lnTo>
                  <a:lnTo>
                    <a:pt x="19672" y="20263"/>
                  </a:lnTo>
                  <a:lnTo>
                    <a:pt x="19780" y="20531"/>
                  </a:lnTo>
                  <a:lnTo>
                    <a:pt x="19888" y="20691"/>
                  </a:lnTo>
                  <a:lnTo>
                    <a:pt x="20170" y="21119"/>
                  </a:lnTo>
                  <a:lnTo>
                    <a:pt x="20408" y="21172"/>
                  </a:lnTo>
                  <a:lnTo>
                    <a:pt x="20712" y="21172"/>
                  </a:lnTo>
                  <a:lnTo>
                    <a:pt x="20950" y="21119"/>
                  </a:lnTo>
                  <a:lnTo>
                    <a:pt x="21167" y="20691"/>
                  </a:lnTo>
                  <a:lnTo>
                    <a:pt x="21362" y="20370"/>
                  </a:lnTo>
                  <a:lnTo>
                    <a:pt x="21513" y="19889"/>
                  </a:lnTo>
                  <a:lnTo>
                    <a:pt x="21600" y="19408"/>
                  </a:lnTo>
                  <a:lnTo>
                    <a:pt x="21600" y="18873"/>
                  </a:lnTo>
                  <a:lnTo>
                    <a:pt x="21557" y="18285"/>
                  </a:lnTo>
                  <a:lnTo>
                    <a:pt x="21470" y="17857"/>
                  </a:lnTo>
                  <a:lnTo>
                    <a:pt x="21362" y="17376"/>
                  </a:lnTo>
                  <a:lnTo>
                    <a:pt x="21167" y="16895"/>
                  </a:lnTo>
                  <a:lnTo>
                    <a:pt x="20993" y="16574"/>
                  </a:lnTo>
                  <a:lnTo>
                    <a:pt x="20993" y="10533"/>
                  </a:lnTo>
                  <a:lnTo>
                    <a:pt x="20993" y="2887"/>
                  </a:lnTo>
                  <a:lnTo>
                    <a:pt x="20993" y="2513"/>
                  </a:lnTo>
                  <a:lnTo>
                    <a:pt x="20950" y="2192"/>
                  </a:lnTo>
                  <a:lnTo>
                    <a:pt x="20950" y="1925"/>
                  </a:lnTo>
                  <a:lnTo>
                    <a:pt x="20863" y="1604"/>
                  </a:lnTo>
                  <a:lnTo>
                    <a:pt x="20820" y="1390"/>
                  </a:lnTo>
                  <a:lnTo>
                    <a:pt x="20755" y="1176"/>
                  </a:lnTo>
                  <a:lnTo>
                    <a:pt x="20668" y="962"/>
                  </a:lnTo>
                  <a:lnTo>
                    <a:pt x="20582" y="802"/>
                  </a:lnTo>
                  <a:lnTo>
                    <a:pt x="20300" y="481"/>
                  </a:lnTo>
                  <a:lnTo>
                    <a:pt x="19997" y="321"/>
                  </a:lnTo>
                  <a:lnTo>
                    <a:pt x="19628" y="107"/>
                  </a:lnTo>
                  <a:lnTo>
                    <a:pt x="19195" y="0"/>
                  </a:lnTo>
                  <a:lnTo>
                    <a:pt x="18654" y="0"/>
                  </a:lnTo>
                  <a:lnTo>
                    <a:pt x="18047" y="0"/>
                  </a:lnTo>
                  <a:lnTo>
                    <a:pt x="17375" y="0"/>
                  </a:lnTo>
                  <a:lnTo>
                    <a:pt x="16617" y="0"/>
                  </a:lnTo>
                  <a:lnTo>
                    <a:pt x="10768" y="0"/>
                  </a:lnTo>
                  <a:lnTo>
                    <a:pt x="4983" y="0"/>
                  </a:lnTo>
                  <a:lnTo>
                    <a:pt x="4225" y="0"/>
                  </a:lnTo>
                  <a:lnTo>
                    <a:pt x="3553" y="0"/>
                  </a:lnTo>
                  <a:lnTo>
                    <a:pt x="2946" y="0"/>
                  </a:lnTo>
                  <a:lnTo>
                    <a:pt x="2405" y="0"/>
                  </a:lnTo>
                  <a:lnTo>
                    <a:pt x="1972" y="107"/>
                  </a:lnTo>
                  <a:lnTo>
                    <a:pt x="1582" y="321"/>
                  </a:lnTo>
                  <a:lnTo>
                    <a:pt x="1257" y="481"/>
                  </a:lnTo>
                  <a:lnTo>
                    <a:pt x="1018" y="802"/>
                  </a:lnTo>
                  <a:lnTo>
                    <a:pt x="932" y="962"/>
                  </a:lnTo>
                  <a:lnTo>
                    <a:pt x="845" y="1176"/>
                  </a:lnTo>
                  <a:lnTo>
                    <a:pt x="780" y="1390"/>
                  </a:lnTo>
                  <a:lnTo>
                    <a:pt x="737" y="1604"/>
                  </a:lnTo>
                  <a:lnTo>
                    <a:pt x="650" y="1925"/>
                  </a:lnTo>
                  <a:lnTo>
                    <a:pt x="650" y="2192"/>
                  </a:lnTo>
                  <a:lnTo>
                    <a:pt x="607" y="2513"/>
                  </a:lnTo>
                  <a:lnTo>
                    <a:pt x="607" y="2887"/>
                  </a:lnTo>
                  <a:lnTo>
                    <a:pt x="607" y="10800"/>
                  </a:lnTo>
                  <a:lnTo>
                    <a:pt x="607" y="16574"/>
                  </a:lnTo>
                  <a:lnTo>
                    <a:pt x="433" y="16895"/>
                  </a:lnTo>
                  <a:lnTo>
                    <a:pt x="238" y="17376"/>
                  </a:lnTo>
                  <a:lnTo>
                    <a:pt x="130" y="17857"/>
                  </a:lnTo>
                  <a:lnTo>
                    <a:pt x="43" y="18285"/>
                  </a:lnTo>
                  <a:lnTo>
                    <a:pt x="0" y="18873"/>
                  </a:lnTo>
                  <a:lnTo>
                    <a:pt x="0" y="19408"/>
                  </a:lnTo>
                  <a:lnTo>
                    <a:pt x="87" y="19889"/>
                  </a:lnTo>
                  <a:lnTo>
                    <a:pt x="238" y="20370"/>
                  </a:lnTo>
                  <a:lnTo>
                    <a:pt x="433" y="20691"/>
                  </a:lnTo>
                  <a:lnTo>
                    <a:pt x="650" y="21119"/>
                  </a:lnTo>
                  <a:lnTo>
                    <a:pt x="888" y="21172"/>
                  </a:lnTo>
                  <a:lnTo>
                    <a:pt x="1148" y="21172"/>
                  </a:lnTo>
                  <a:lnTo>
                    <a:pt x="1430" y="21119"/>
                  </a:lnTo>
                  <a:lnTo>
                    <a:pt x="1668" y="20691"/>
                  </a:lnTo>
                  <a:lnTo>
                    <a:pt x="1820" y="20531"/>
                  </a:lnTo>
                  <a:lnTo>
                    <a:pt x="1928" y="20263"/>
                  </a:lnTo>
                  <a:lnTo>
                    <a:pt x="2037" y="19889"/>
                  </a:lnTo>
                  <a:lnTo>
                    <a:pt x="2123" y="19515"/>
                  </a:lnTo>
                  <a:lnTo>
                    <a:pt x="2275" y="19889"/>
                  </a:lnTo>
                  <a:lnTo>
                    <a:pt x="2491" y="20210"/>
                  </a:lnTo>
                  <a:lnTo>
                    <a:pt x="2795" y="20370"/>
                  </a:lnTo>
                  <a:lnTo>
                    <a:pt x="3141" y="20638"/>
                  </a:lnTo>
                  <a:lnTo>
                    <a:pt x="3553" y="20798"/>
                  </a:lnTo>
                  <a:lnTo>
                    <a:pt x="3965" y="21012"/>
                  </a:lnTo>
                  <a:lnTo>
                    <a:pt x="4398" y="21119"/>
                  </a:lnTo>
                  <a:lnTo>
                    <a:pt x="4896" y="21172"/>
                  </a:lnTo>
                  <a:lnTo>
                    <a:pt x="5373" y="21172"/>
                  </a:lnTo>
                  <a:lnTo>
                    <a:pt x="5828" y="21172"/>
                  </a:lnTo>
                  <a:lnTo>
                    <a:pt x="6283" y="21119"/>
                  </a:lnTo>
                  <a:lnTo>
                    <a:pt x="6738" y="20905"/>
                  </a:lnTo>
                  <a:lnTo>
                    <a:pt x="7128" y="20691"/>
                  </a:lnTo>
                  <a:lnTo>
                    <a:pt x="7453" y="20531"/>
                  </a:lnTo>
                  <a:lnTo>
                    <a:pt x="7713" y="20210"/>
                  </a:lnTo>
                  <a:lnTo>
                    <a:pt x="7908" y="19782"/>
                  </a:lnTo>
                  <a:lnTo>
                    <a:pt x="8059" y="20103"/>
                  </a:lnTo>
                  <a:lnTo>
                    <a:pt x="8276" y="20263"/>
                  </a:lnTo>
                  <a:lnTo>
                    <a:pt x="8579" y="20424"/>
                  </a:lnTo>
                  <a:lnTo>
                    <a:pt x="8926" y="20638"/>
                  </a:lnTo>
                  <a:lnTo>
                    <a:pt x="9381" y="20798"/>
                  </a:lnTo>
                  <a:lnTo>
                    <a:pt x="9814" y="21012"/>
                  </a:lnTo>
                  <a:lnTo>
                    <a:pt x="10313" y="21119"/>
                  </a:lnTo>
                  <a:lnTo>
                    <a:pt x="10789" y="21119"/>
                  </a:lnTo>
                  <a:lnTo>
                    <a:pt x="11244" y="21119"/>
                  </a:lnTo>
                  <a:lnTo>
                    <a:pt x="11699" y="21119"/>
                  </a:lnTo>
                  <a:lnTo>
                    <a:pt x="12111" y="21012"/>
                  </a:lnTo>
                  <a:lnTo>
                    <a:pt x="12522" y="20905"/>
                  </a:lnTo>
                  <a:lnTo>
                    <a:pt x="12912" y="20798"/>
                  </a:lnTo>
                  <a:lnTo>
                    <a:pt x="13194" y="20531"/>
                  </a:lnTo>
                  <a:lnTo>
                    <a:pt x="13454" y="20370"/>
                  </a:lnTo>
                  <a:lnTo>
                    <a:pt x="13692" y="20103"/>
                  </a:lnTo>
                  <a:lnTo>
                    <a:pt x="13844" y="20424"/>
                  </a:lnTo>
                  <a:lnTo>
                    <a:pt x="14104" y="20691"/>
                  </a:lnTo>
                  <a:lnTo>
                    <a:pt x="14386" y="21012"/>
                  </a:lnTo>
                  <a:lnTo>
                    <a:pt x="14797" y="21279"/>
                  </a:lnTo>
                  <a:lnTo>
                    <a:pt x="15165" y="21493"/>
                  </a:lnTo>
                  <a:lnTo>
                    <a:pt x="15599" y="21600"/>
                  </a:lnTo>
                  <a:lnTo>
                    <a:pt x="16097" y="21600"/>
                  </a:lnTo>
                  <a:lnTo>
                    <a:pt x="16552" y="21600"/>
                  </a:lnTo>
                  <a:lnTo>
                    <a:pt x="17029" y="21600"/>
                  </a:lnTo>
                  <a:lnTo>
                    <a:pt x="17484" y="21386"/>
                  </a:lnTo>
                  <a:lnTo>
                    <a:pt x="17939" y="21279"/>
                  </a:lnTo>
                  <a:lnTo>
                    <a:pt x="18350" y="21012"/>
                  </a:lnTo>
                  <a:lnTo>
                    <a:pt x="18719" y="20691"/>
                  </a:lnTo>
                  <a:lnTo>
                    <a:pt x="19022" y="20370"/>
                  </a:lnTo>
                  <a:lnTo>
                    <a:pt x="19282" y="19996"/>
                  </a:lnTo>
                  <a:lnTo>
                    <a:pt x="19477" y="19515"/>
                  </a:lnTo>
                  <a:close/>
                </a:path>
                <a:path w="21600" h="21600" extrusionOk="0">
                  <a:moveTo>
                    <a:pt x="19477" y="19515"/>
                  </a:moveTo>
                  <a:lnTo>
                    <a:pt x="19477" y="19515"/>
                  </a:lnTo>
                  <a:lnTo>
                    <a:pt x="19477" y="19087"/>
                  </a:lnTo>
                  <a:lnTo>
                    <a:pt x="19477" y="17697"/>
                  </a:lnTo>
                  <a:lnTo>
                    <a:pt x="19477" y="15719"/>
                  </a:lnTo>
                  <a:lnTo>
                    <a:pt x="19477" y="13473"/>
                  </a:lnTo>
                  <a:lnTo>
                    <a:pt x="19477" y="11174"/>
                  </a:lnTo>
                  <a:lnTo>
                    <a:pt x="19477" y="8929"/>
                  </a:lnTo>
                  <a:lnTo>
                    <a:pt x="19477" y="7218"/>
                  </a:lnTo>
                  <a:lnTo>
                    <a:pt x="19477" y="6042"/>
                  </a:lnTo>
                  <a:lnTo>
                    <a:pt x="19434" y="5988"/>
                  </a:lnTo>
                  <a:lnTo>
                    <a:pt x="19434" y="5828"/>
                  </a:lnTo>
                  <a:lnTo>
                    <a:pt x="19434" y="5721"/>
                  </a:lnTo>
                  <a:lnTo>
                    <a:pt x="19390" y="5614"/>
                  </a:lnTo>
                  <a:lnTo>
                    <a:pt x="19390" y="5507"/>
                  </a:lnTo>
                  <a:lnTo>
                    <a:pt x="19369" y="5400"/>
                  </a:lnTo>
                  <a:lnTo>
                    <a:pt x="19325" y="5347"/>
                  </a:lnTo>
                  <a:lnTo>
                    <a:pt x="19282" y="5240"/>
                  </a:lnTo>
                  <a:lnTo>
                    <a:pt x="19065" y="4865"/>
                  </a:lnTo>
                  <a:lnTo>
                    <a:pt x="18784" y="4705"/>
                  </a:lnTo>
                  <a:lnTo>
                    <a:pt x="18459" y="4491"/>
                  </a:lnTo>
                  <a:lnTo>
                    <a:pt x="18134" y="4384"/>
                  </a:lnTo>
                  <a:lnTo>
                    <a:pt x="17765" y="4331"/>
                  </a:lnTo>
                  <a:lnTo>
                    <a:pt x="17375" y="4224"/>
                  </a:lnTo>
                  <a:lnTo>
                    <a:pt x="16964" y="4224"/>
                  </a:lnTo>
                  <a:lnTo>
                    <a:pt x="16617" y="4224"/>
                  </a:lnTo>
                  <a:lnTo>
                    <a:pt x="4983" y="4224"/>
                  </a:lnTo>
                  <a:lnTo>
                    <a:pt x="4593" y="4224"/>
                  </a:lnTo>
                  <a:lnTo>
                    <a:pt x="4225" y="4224"/>
                  </a:lnTo>
                  <a:lnTo>
                    <a:pt x="3835" y="4331"/>
                  </a:lnTo>
                  <a:lnTo>
                    <a:pt x="3466" y="4384"/>
                  </a:lnTo>
                  <a:lnTo>
                    <a:pt x="3141" y="4491"/>
                  </a:lnTo>
                  <a:lnTo>
                    <a:pt x="2795" y="4705"/>
                  </a:lnTo>
                  <a:lnTo>
                    <a:pt x="2535" y="4865"/>
                  </a:lnTo>
                  <a:lnTo>
                    <a:pt x="2318" y="5240"/>
                  </a:lnTo>
                  <a:lnTo>
                    <a:pt x="2275" y="5347"/>
                  </a:lnTo>
                  <a:lnTo>
                    <a:pt x="2231" y="5400"/>
                  </a:lnTo>
                  <a:lnTo>
                    <a:pt x="2188" y="5507"/>
                  </a:lnTo>
                  <a:lnTo>
                    <a:pt x="2188" y="5614"/>
                  </a:lnTo>
                  <a:lnTo>
                    <a:pt x="2166" y="5721"/>
                  </a:lnTo>
                  <a:lnTo>
                    <a:pt x="2166" y="5828"/>
                  </a:lnTo>
                  <a:lnTo>
                    <a:pt x="2123" y="5988"/>
                  </a:lnTo>
                  <a:lnTo>
                    <a:pt x="2123" y="6042"/>
                  </a:lnTo>
                  <a:lnTo>
                    <a:pt x="2123" y="7218"/>
                  </a:lnTo>
                  <a:lnTo>
                    <a:pt x="2123" y="8929"/>
                  </a:lnTo>
                  <a:lnTo>
                    <a:pt x="2123" y="11174"/>
                  </a:lnTo>
                  <a:lnTo>
                    <a:pt x="2123" y="13473"/>
                  </a:lnTo>
                  <a:lnTo>
                    <a:pt x="2123" y="15719"/>
                  </a:lnTo>
                  <a:lnTo>
                    <a:pt x="2123" y="17697"/>
                  </a:lnTo>
                  <a:lnTo>
                    <a:pt x="2123" y="19087"/>
                  </a:lnTo>
                  <a:lnTo>
                    <a:pt x="2123" y="19515"/>
                  </a:lnTo>
                  <a:moveTo>
                    <a:pt x="2318" y="5240"/>
                  </a:moveTo>
                  <a:lnTo>
                    <a:pt x="2123" y="4865"/>
                  </a:lnTo>
                  <a:lnTo>
                    <a:pt x="1907" y="4331"/>
                  </a:lnTo>
                  <a:lnTo>
                    <a:pt x="1712" y="3743"/>
                  </a:lnTo>
                  <a:lnTo>
                    <a:pt x="1473" y="3101"/>
                  </a:lnTo>
                  <a:lnTo>
                    <a:pt x="1343" y="2406"/>
                  </a:lnTo>
                  <a:lnTo>
                    <a:pt x="1170" y="1818"/>
                  </a:lnTo>
                  <a:lnTo>
                    <a:pt x="1062" y="1230"/>
                  </a:lnTo>
                  <a:lnTo>
                    <a:pt x="1018" y="802"/>
                  </a:lnTo>
                  <a:moveTo>
                    <a:pt x="19282" y="5240"/>
                  </a:moveTo>
                  <a:lnTo>
                    <a:pt x="19477" y="4865"/>
                  </a:lnTo>
                  <a:lnTo>
                    <a:pt x="19693" y="4331"/>
                  </a:lnTo>
                  <a:lnTo>
                    <a:pt x="19888" y="3743"/>
                  </a:lnTo>
                  <a:lnTo>
                    <a:pt x="20127" y="3101"/>
                  </a:lnTo>
                  <a:lnTo>
                    <a:pt x="20257" y="2406"/>
                  </a:lnTo>
                  <a:lnTo>
                    <a:pt x="20408" y="1818"/>
                  </a:lnTo>
                  <a:lnTo>
                    <a:pt x="20538" y="1230"/>
                  </a:lnTo>
                  <a:lnTo>
                    <a:pt x="20582" y="802"/>
                  </a:lnTo>
                  <a:moveTo>
                    <a:pt x="7908" y="4224"/>
                  </a:moveTo>
                  <a:lnTo>
                    <a:pt x="7908" y="6790"/>
                  </a:lnTo>
                  <a:lnTo>
                    <a:pt x="7908" y="16574"/>
                  </a:lnTo>
                  <a:lnTo>
                    <a:pt x="7908" y="19782"/>
                  </a:lnTo>
                  <a:lnTo>
                    <a:pt x="7908" y="4224"/>
                  </a:lnTo>
                  <a:moveTo>
                    <a:pt x="13692" y="4224"/>
                  </a:moveTo>
                  <a:lnTo>
                    <a:pt x="13692" y="6844"/>
                  </a:lnTo>
                  <a:lnTo>
                    <a:pt x="13692" y="16788"/>
                  </a:lnTo>
                  <a:lnTo>
                    <a:pt x="13692" y="20103"/>
                  </a:lnTo>
                  <a:lnTo>
                    <a:pt x="13692" y="4224"/>
                  </a:ln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23601" name="Line 105"/>
            <p:cNvSpPr>
              <a:spLocks noChangeShapeType="1"/>
            </p:cNvSpPr>
            <p:nvPr/>
          </p:nvSpPr>
          <p:spPr bwMode="auto">
            <a:xfrm flipH="1">
              <a:off x="3600" y="3552"/>
              <a:ext cx="192" cy="240"/>
            </a:xfrm>
            <a:prstGeom prst="line">
              <a:avLst/>
            </a:prstGeom>
            <a:noFill/>
            <a:ln w="9525">
              <a:solidFill>
                <a:schemeClr val="tx1"/>
              </a:solidFill>
              <a:round/>
              <a:headEnd/>
              <a:tailEnd/>
            </a:ln>
          </p:spPr>
          <p:txBody>
            <a:bodyPr/>
            <a:lstStyle/>
            <a:p>
              <a:endParaRPr lang="en-US" dirty="0"/>
            </a:p>
          </p:txBody>
        </p:sp>
        <p:sp>
          <p:nvSpPr>
            <p:cNvPr id="5226" name="plant"/>
            <p:cNvSpPr>
              <a:spLocks noEditPoints="1" noChangeArrowheads="1"/>
            </p:cNvSpPr>
            <p:nvPr/>
          </p:nvSpPr>
          <p:spPr bwMode="auto">
            <a:xfrm>
              <a:off x="768" y="912"/>
              <a:ext cx="282" cy="288"/>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7100 w 21600"/>
                <a:gd name="T17" fmla="*/ 10092 h 21600"/>
                <a:gd name="T18" fmla="*/ 14545 w 21600"/>
                <a:gd name="T19" fmla="*/ 1357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dirty="0">
                <a:ea typeface="+mn-ea"/>
                <a:cs typeface="Angsana New" pitchFamily="18" charset="-34"/>
              </a:endParaRPr>
            </a:p>
          </p:txBody>
        </p:sp>
        <p:sp>
          <p:nvSpPr>
            <p:cNvPr id="23603" name="Oval 168"/>
            <p:cNvSpPr>
              <a:spLocks noChangeArrowheads="1"/>
            </p:cNvSpPr>
            <p:nvPr/>
          </p:nvSpPr>
          <p:spPr bwMode="auto">
            <a:xfrm>
              <a:off x="2016" y="1008"/>
              <a:ext cx="192" cy="192"/>
            </a:xfrm>
            <a:prstGeom prst="ellipse">
              <a:avLst/>
            </a:prstGeom>
            <a:solidFill>
              <a:schemeClr val="accent1"/>
            </a:solidFill>
            <a:ln w="9525">
              <a:solidFill>
                <a:schemeClr val="tx1"/>
              </a:solidFill>
              <a:round/>
              <a:headEnd/>
              <a:tailEnd/>
            </a:ln>
          </p:spPr>
          <p:txBody>
            <a:bodyPr wrap="none" anchor="ctr"/>
            <a:lstStyle/>
            <a:p>
              <a:endParaRPr lang="en-US" dirty="0"/>
            </a:p>
          </p:txBody>
        </p:sp>
        <p:pic>
          <p:nvPicPr>
            <p:cNvPr id="23604" name="Picture 172" descr="j0351169[1]"/>
            <p:cNvPicPr>
              <a:picLocks noChangeAspect="1" noChangeArrowheads="1"/>
            </p:cNvPicPr>
            <p:nvPr/>
          </p:nvPicPr>
          <p:blipFill>
            <a:blip r:embed="rId11" cstate="print"/>
            <a:srcRect/>
            <a:stretch>
              <a:fillRect/>
            </a:stretch>
          </p:blipFill>
          <p:spPr bwMode="auto">
            <a:xfrm>
              <a:off x="3504" y="1008"/>
              <a:ext cx="230" cy="326"/>
            </a:xfrm>
            <a:prstGeom prst="rect">
              <a:avLst/>
            </a:prstGeom>
            <a:noFill/>
            <a:ln w="9525">
              <a:noFill/>
              <a:miter lim="800000"/>
              <a:headEnd/>
              <a:tailEnd/>
            </a:ln>
          </p:spPr>
        </p:pic>
        <p:pic>
          <p:nvPicPr>
            <p:cNvPr id="23605" name="Picture 173" descr="j0351169[1]"/>
            <p:cNvPicPr>
              <a:picLocks noChangeAspect="1" noChangeArrowheads="1"/>
            </p:cNvPicPr>
            <p:nvPr/>
          </p:nvPicPr>
          <p:blipFill>
            <a:blip r:embed="rId11" cstate="print"/>
            <a:srcRect/>
            <a:stretch>
              <a:fillRect/>
            </a:stretch>
          </p:blipFill>
          <p:spPr bwMode="auto">
            <a:xfrm>
              <a:off x="3168" y="720"/>
              <a:ext cx="230" cy="326"/>
            </a:xfrm>
            <a:prstGeom prst="rect">
              <a:avLst/>
            </a:prstGeom>
            <a:noFill/>
            <a:ln w="9525">
              <a:noFill/>
              <a:miter lim="800000"/>
              <a:headEnd/>
              <a:tailEnd/>
            </a:ln>
          </p:spPr>
        </p:pic>
        <p:pic>
          <p:nvPicPr>
            <p:cNvPr id="23606" name="Picture 176" descr="bd00131_[1]"/>
            <p:cNvPicPr>
              <a:picLocks noChangeAspect="1" noChangeArrowheads="1"/>
            </p:cNvPicPr>
            <p:nvPr/>
          </p:nvPicPr>
          <p:blipFill>
            <a:blip r:embed="rId12" cstate="print"/>
            <a:srcRect/>
            <a:stretch>
              <a:fillRect/>
            </a:stretch>
          </p:blipFill>
          <p:spPr bwMode="auto">
            <a:xfrm>
              <a:off x="4219" y="1728"/>
              <a:ext cx="333" cy="336"/>
            </a:xfrm>
            <a:prstGeom prst="rect">
              <a:avLst/>
            </a:prstGeom>
            <a:noFill/>
            <a:ln w="9525">
              <a:noFill/>
              <a:miter lim="800000"/>
              <a:headEnd/>
              <a:tailEnd/>
            </a:ln>
          </p:spPr>
        </p:pic>
        <p:pic>
          <p:nvPicPr>
            <p:cNvPr id="23607" name="Picture 178" descr="j0397144[1]"/>
            <p:cNvPicPr>
              <a:picLocks noChangeAspect="1" noChangeArrowheads="1"/>
            </p:cNvPicPr>
            <p:nvPr/>
          </p:nvPicPr>
          <p:blipFill>
            <a:blip r:embed="rId13" cstate="print"/>
            <a:srcRect/>
            <a:stretch>
              <a:fillRect/>
            </a:stretch>
          </p:blipFill>
          <p:spPr bwMode="auto">
            <a:xfrm>
              <a:off x="4179" y="3648"/>
              <a:ext cx="381" cy="394"/>
            </a:xfrm>
            <a:prstGeom prst="rect">
              <a:avLst/>
            </a:prstGeom>
            <a:noFill/>
            <a:ln w="9525">
              <a:noFill/>
              <a:miter lim="800000"/>
              <a:headEnd/>
              <a:tailEnd/>
            </a:ln>
          </p:spPr>
        </p:pic>
      </p:grpSp>
      <p:sp>
        <p:nvSpPr>
          <p:cNvPr id="5286" name="Text Box 166"/>
          <p:cNvSpPr txBox="1">
            <a:spLocks noChangeArrowheads="1"/>
          </p:cNvSpPr>
          <p:nvPr/>
        </p:nvSpPr>
        <p:spPr bwMode="auto">
          <a:xfrm>
            <a:off x="1524000" y="4572000"/>
            <a:ext cx="1828800" cy="274638"/>
          </a:xfrm>
          <a:prstGeom prst="rect">
            <a:avLst/>
          </a:prstGeom>
          <a:noFill/>
          <a:ln w="9525">
            <a:noFill/>
            <a:miter lim="800000"/>
            <a:headEnd/>
            <a:tailEnd/>
          </a:ln>
        </p:spPr>
        <p:txBody>
          <a:bodyPr>
            <a:spAutoFit/>
          </a:bodyPr>
          <a:lstStyle/>
          <a:p>
            <a:pPr algn="ctr">
              <a:spcBef>
                <a:spcPct val="50000"/>
              </a:spcBef>
            </a:pPr>
            <a:r>
              <a:rPr lang="en-US" sz="1200" b="1" dirty="0" smtClean="0">
                <a:latin typeface="Tahoma" pitchFamily="34" charset="0"/>
                <a:cs typeface="Tahoma" pitchFamily="34" charset="0"/>
              </a:rPr>
              <a:t>Director</a:t>
            </a:r>
            <a:endParaRPr lang="th-TH" sz="1200" b="1" dirty="0">
              <a:latin typeface="Tahoma" pitchFamily="34" charset="0"/>
              <a:cs typeface="Tahoma" pitchFamily="34" charset="0"/>
            </a:endParaRPr>
          </a:p>
        </p:txBody>
      </p:sp>
      <p:sp>
        <p:nvSpPr>
          <p:cNvPr id="5169" name="Text Box 49"/>
          <p:cNvSpPr txBox="1">
            <a:spLocks noChangeArrowheads="1"/>
          </p:cNvSpPr>
          <p:nvPr/>
        </p:nvSpPr>
        <p:spPr bwMode="auto">
          <a:xfrm>
            <a:off x="6012160" y="1412776"/>
            <a:ext cx="1428750" cy="533400"/>
          </a:xfrm>
          <a:prstGeom prst="rect">
            <a:avLst/>
          </a:prstGeom>
          <a:noFill/>
          <a:ln w="9525" algn="in">
            <a:noFill/>
            <a:miter lim="800000"/>
            <a:headEnd/>
            <a:tailEnd/>
          </a:ln>
        </p:spPr>
        <p:txBody>
          <a:bodyPr lIns="36576" tIns="36576" rIns="36576" bIns="36576"/>
          <a:lstStyle/>
          <a:p>
            <a:pPr algn="ctr"/>
            <a:r>
              <a:rPr lang="en-US" sz="1200" b="1" dirty="0">
                <a:solidFill>
                  <a:srgbClr val="000000"/>
                </a:solidFill>
                <a:latin typeface="Tahoma" pitchFamily="34" charset="0"/>
              </a:rPr>
              <a:t>Meeting Room</a:t>
            </a:r>
            <a:endParaRPr lang="th-TH" sz="1200" dirty="0"/>
          </a:p>
        </p:txBody>
      </p:sp>
      <p:sp>
        <p:nvSpPr>
          <p:cNvPr id="5175" name="Text Box 55"/>
          <p:cNvSpPr txBox="1">
            <a:spLocks noChangeArrowheads="1"/>
          </p:cNvSpPr>
          <p:nvPr/>
        </p:nvSpPr>
        <p:spPr bwMode="auto">
          <a:xfrm>
            <a:off x="3203848" y="1484784"/>
            <a:ext cx="1447800" cy="685800"/>
          </a:xfrm>
          <a:prstGeom prst="rect">
            <a:avLst/>
          </a:prstGeom>
          <a:noFill/>
          <a:ln w="9525" algn="in">
            <a:noFill/>
            <a:miter lim="800000"/>
            <a:headEnd/>
            <a:tailEnd/>
          </a:ln>
        </p:spPr>
        <p:txBody>
          <a:bodyPr lIns="36576" tIns="36576" rIns="36576" bIns="36576"/>
          <a:lstStyle/>
          <a:p>
            <a:pPr algn="ctr"/>
            <a:r>
              <a:rPr lang="en-US" sz="1200" b="1" dirty="0" smtClean="0">
                <a:solidFill>
                  <a:srgbClr val="000000"/>
                </a:solidFill>
                <a:latin typeface="Tahoma" pitchFamily="34" charset="0"/>
              </a:rPr>
              <a:t>Marketing</a:t>
            </a:r>
            <a:endParaRPr lang="en-US" sz="1200" b="1" dirty="0">
              <a:solidFill>
                <a:srgbClr val="000000"/>
              </a:solidFill>
              <a:latin typeface="Tahoma" pitchFamily="34" charset="0"/>
            </a:endParaRPr>
          </a:p>
          <a:p>
            <a:pPr algn="ctr"/>
            <a:r>
              <a:rPr lang="en-US" sz="1200" b="1" dirty="0">
                <a:solidFill>
                  <a:srgbClr val="000000"/>
                </a:solidFill>
                <a:latin typeface="Tahoma" pitchFamily="34" charset="0"/>
              </a:rPr>
              <a:t>Coordinator &amp;</a:t>
            </a:r>
          </a:p>
          <a:p>
            <a:pPr algn="ctr"/>
            <a:r>
              <a:rPr lang="en-US" sz="1200" b="1" dirty="0">
                <a:solidFill>
                  <a:srgbClr val="000000"/>
                </a:solidFill>
                <a:latin typeface="Tahoma" pitchFamily="34" charset="0"/>
              </a:rPr>
              <a:t>Front desk</a:t>
            </a:r>
            <a:endParaRPr lang="th-TH" dirty="0"/>
          </a:p>
        </p:txBody>
      </p:sp>
      <p:sp>
        <p:nvSpPr>
          <p:cNvPr id="5305" name="Text Box 185"/>
          <p:cNvSpPr txBox="1">
            <a:spLocks noChangeArrowheads="1"/>
          </p:cNvSpPr>
          <p:nvPr/>
        </p:nvSpPr>
        <p:spPr bwMode="auto">
          <a:xfrm>
            <a:off x="2411760" y="3645024"/>
            <a:ext cx="1143000" cy="461665"/>
          </a:xfrm>
          <a:prstGeom prst="rect">
            <a:avLst/>
          </a:prstGeom>
          <a:noFill/>
          <a:ln w="9525">
            <a:noFill/>
            <a:miter lim="800000"/>
            <a:headEnd/>
            <a:tailEnd/>
          </a:ln>
        </p:spPr>
        <p:txBody>
          <a:bodyPr>
            <a:spAutoFit/>
          </a:bodyPr>
          <a:lstStyle/>
          <a:p>
            <a:pPr algn="ctr">
              <a:spcBef>
                <a:spcPct val="50000"/>
              </a:spcBef>
            </a:pPr>
            <a:r>
              <a:rPr lang="en-US" sz="1200" b="1" dirty="0" smtClean="0">
                <a:latin typeface="Tahoma" pitchFamily="34" charset="0"/>
                <a:cs typeface="Tahoma" pitchFamily="34" charset="0"/>
              </a:rPr>
              <a:t>Operations Assistant</a:t>
            </a:r>
            <a:endParaRPr lang="th-TH" sz="1200" b="1" dirty="0">
              <a:latin typeface="Tahoma" pitchFamily="34" charset="0"/>
              <a:cs typeface="Tahoma" pitchFamily="34" charset="0"/>
            </a:endParaRPr>
          </a:p>
        </p:txBody>
      </p:sp>
      <p:sp>
        <p:nvSpPr>
          <p:cNvPr id="5306" name="Text Box 186"/>
          <p:cNvSpPr txBox="1">
            <a:spLocks noChangeArrowheads="1"/>
          </p:cNvSpPr>
          <p:nvPr/>
        </p:nvSpPr>
        <p:spPr bwMode="auto">
          <a:xfrm>
            <a:off x="2915816" y="2780928"/>
            <a:ext cx="1028328" cy="461665"/>
          </a:xfrm>
          <a:prstGeom prst="rect">
            <a:avLst/>
          </a:prstGeom>
          <a:noFill/>
          <a:ln w="9525">
            <a:noFill/>
            <a:miter lim="800000"/>
            <a:headEnd/>
            <a:tailEnd/>
          </a:ln>
        </p:spPr>
        <p:txBody>
          <a:bodyPr wrap="square">
            <a:spAutoFit/>
          </a:bodyPr>
          <a:lstStyle/>
          <a:p>
            <a:pPr algn="ctr">
              <a:spcBef>
                <a:spcPct val="50000"/>
              </a:spcBef>
            </a:pPr>
            <a:r>
              <a:rPr lang="en-US" sz="1200" b="1" dirty="0" smtClean="0">
                <a:latin typeface="Tahoma" pitchFamily="34" charset="0"/>
                <a:cs typeface="Tahoma" pitchFamily="34" charset="0"/>
              </a:rPr>
              <a:t>Operations Manager</a:t>
            </a:r>
            <a:endParaRPr lang="th-TH" sz="1200" b="1" dirty="0">
              <a:latin typeface="Tahoma" pitchFamily="34" charset="0"/>
              <a:cs typeface="Tahoma" pitchFamily="34" charset="0"/>
            </a:endParaRPr>
          </a:p>
        </p:txBody>
      </p:sp>
      <p:sp>
        <p:nvSpPr>
          <p:cNvPr id="68" name="Rectangle 2"/>
          <p:cNvSpPr>
            <a:spLocks noGrp="1" noChangeArrowheads="1"/>
          </p:cNvSpPr>
          <p:nvPr>
            <p:ph type="title"/>
          </p:nvPr>
        </p:nvSpPr>
        <p:spPr>
          <a:xfrm>
            <a:off x="1979712" y="260648"/>
            <a:ext cx="5328592" cy="626368"/>
          </a:xfrm>
        </p:spPr>
        <p:txBody>
          <a:bodyPr/>
          <a:lstStyle/>
          <a:p>
            <a:pPr eaLnBrk="1" hangingPunct="1"/>
            <a:r>
              <a:rPr lang="en-US" dirty="0" smtClean="0">
                <a:latin typeface="Helvetica" pitchFamily="34" charset="0"/>
              </a:rPr>
              <a:t>office layout</a:t>
            </a:r>
            <a:endParaRPr lang="th-TH" dirty="0" smtClean="0">
              <a:latin typeface="Helvetica" pitchFamily="34" charset="0"/>
            </a:endParaRPr>
          </a:p>
        </p:txBody>
      </p:sp>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179512" y="188640"/>
            <a:ext cx="8136904" cy="1143000"/>
          </a:xfrm>
        </p:spPr>
        <p:txBody>
          <a:bodyPr>
            <a:noAutofit/>
          </a:bodyPr>
          <a:lstStyle/>
          <a:p>
            <a:pPr eaLnBrk="1" hangingPunct="1"/>
            <a:r>
              <a:rPr lang="en-US" dirty="0" smtClean="0">
                <a:latin typeface="Helvetica" pitchFamily="34" charset="0"/>
              </a:rPr>
              <a:t>Ergonomics Considerations</a:t>
            </a:r>
            <a:endParaRPr lang="th-TH" dirty="0" smtClean="0">
              <a:latin typeface="Helvetica" pitchFamily="34" charset="0"/>
            </a:endParaRPr>
          </a:p>
        </p:txBody>
      </p:sp>
      <p:sp>
        <p:nvSpPr>
          <p:cNvPr id="15363" name="Rectangle 3"/>
          <p:cNvSpPr>
            <a:spLocks noGrp="1" noChangeArrowheads="1"/>
          </p:cNvSpPr>
          <p:nvPr>
            <p:ph idx="1"/>
          </p:nvPr>
        </p:nvSpPr>
        <p:spPr>
          <a:xfrm>
            <a:off x="251520" y="1700808"/>
            <a:ext cx="7416824" cy="4039344"/>
          </a:xfrm>
        </p:spPr>
        <p:txBody>
          <a:bodyPr>
            <a:normAutofit/>
          </a:bodyPr>
          <a:lstStyle/>
          <a:p>
            <a:pPr eaLnBrk="1" hangingPunct="1">
              <a:lnSpc>
                <a:spcPct val="90000"/>
              </a:lnSpc>
              <a:spcAft>
                <a:spcPts val="600"/>
              </a:spcAft>
            </a:pPr>
            <a:r>
              <a:rPr lang="en-US" sz="2200" dirty="0" smtClean="0">
                <a:latin typeface="Helvetica" pitchFamily="34" charset="0"/>
                <a:cs typeface="Tahoma" pitchFamily="34" charset="0"/>
              </a:rPr>
              <a:t>Follow OH&amp;S procedures</a:t>
            </a:r>
          </a:p>
          <a:p>
            <a:pPr eaLnBrk="1" hangingPunct="1">
              <a:lnSpc>
                <a:spcPct val="90000"/>
              </a:lnSpc>
              <a:spcAft>
                <a:spcPts val="600"/>
              </a:spcAft>
            </a:pPr>
            <a:r>
              <a:rPr lang="en-US" sz="2200" dirty="0" smtClean="0">
                <a:latin typeface="Helvetica" pitchFamily="34" charset="0"/>
                <a:cs typeface="Tahoma" pitchFamily="34" charset="0"/>
              </a:rPr>
              <a:t>To prevent occupational injuries, rising productivity with worker comfort and morale</a:t>
            </a:r>
          </a:p>
          <a:p>
            <a:pPr eaLnBrk="1" hangingPunct="1">
              <a:lnSpc>
                <a:spcPct val="90000"/>
              </a:lnSpc>
              <a:spcAft>
                <a:spcPts val="600"/>
              </a:spcAft>
            </a:pPr>
            <a:r>
              <a:rPr lang="en-AU" sz="2200" dirty="0" smtClean="0">
                <a:latin typeface="Helvetica" pitchFamily="34" charset="0"/>
                <a:cs typeface="Tahoma" pitchFamily="34" charset="0"/>
              </a:rPr>
              <a:t>Adjustable chairs, natural lights, computer screen with filter, foot-rest.</a:t>
            </a:r>
            <a:endParaRPr lang="en-US" sz="2200" dirty="0" smtClean="0">
              <a:latin typeface="Helvetica" pitchFamily="34" charset="0"/>
              <a:cs typeface="Tahoma" pitchFamily="34" charset="0"/>
            </a:endParaRPr>
          </a:p>
        </p:txBody>
      </p:sp>
      <p:pic>
        <p:nvPicPr>
          <p:cNvPr id="129027" name="Picture 3" descr="C:\Documents and Settings\jirayut\Local Settings\Temporary Internet Files\Content.IE5\L3HMVMNM\MP900437369[1].jpg"/>
          <p:cNvPicPr>
            <a:picLocks noChangeAspect="1" noChangeArrowheads="1"/>
          </p:cNvPicPr>
          <p:nvPr/>
        </p:nvPicPr>
        <p:blipFill>
          <a:blip r:embed="rId3" cstate="print"/>
          <a:srcRect/>
          <a:stretch>
            <a:fillRect/>
          </a:stretch>
        </p:blipFill>
        <p:spPr bwMode="auto">
          <a:xfrm>
            <a:off x="2339752" y="4580991"/>
            <a:ext cx="1224136" cy="1222970"/>
          </a:xfrm>
          <a:prstGeom prst="rect">
            <a:avLst/>
          </a:prstGeom>
          <a:noFill/>
        </p:spPr>
      </p:pic>
      <p:pic>
        <p:nvPicPr>
          <p:cNvPr id="129028" name="Picture 4" descr="C:\Documents and Settings\jirayut\Local Settings\Temporary Internet Files\Content.IE5\L3HMVMNM\MC900433915[1].png"/>
          <p:cNvPicPr>
            <a:picLocks noChangeAspect="1" noChangeArrowheads="1"/>
          </p:cNvPicPr>
          <p:nvPr/>
        </p:nvPicPr>
        <p:blipFill>
          <a:blip r:embed="rId4" cstate="print"/>
          <a:srcRect/>
          <a:stretch>
            <a:fillRect/>
          </a:stretch>
        </p:blipFill>
        <p:spPr bwMode="auto">
          <a:xfrm>
            <a:off x="4355976" y="4365104"/>
            <a:ext cx="1714500" cy="1714500"/>
          </a:xfrm>
          <a:prstGeom prst="rect">
            <a:avLst/>
          </a:prstGeom>
          <a:noFill/>
        </p:spPr>
      </p:pic>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404664"/>
            <a:ext cx="7467600" cy="1143000"/>
          </a:xfrm>
        </p:spPr>
        <p:txBody>
          <a:bodyPr>
            <a:normAutofit/>
          </a:bodyPr>
          <a:lstStyle/>
          <a:p>
            <a:r>
              <a:rPr lang="en-US" sz="3400" b="1" dirty="0" smtClean="0">
                <a:solidFill>
                  <a:srgbClr val="FF6600"/>
                </a:solidFill>
                <a:latin typeface="Helvetica" pitchFamily="34" charset="0"/>
              </a:rPr>
              <a:t>Element 1: SUMMARY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83568" y="1844824"/>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Any questions?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48130" name="Picture 2" descr="http://steveharmon.com/wp-content/uploads/2009/11/question-mark.jpg"/>
          <p:cNvPicPr>
            <a:picLocks noChangeAspect="1" noChangeArrowheads="1"/>
          </p:cNvPicPr>
          <p:nvPr/>
        </p:nvPicPr>
        <p:blipFill>
          <a:blip r:embed="rId3" cstate="print"/>
          <a:srcRect/>
          <a:stretch>
            <a:fillRect/>
          </a:stretch>
        </p:blipFill>
        <p:spPr bwMode="auto">
          <a:xfrm>
            <a:off x="2987824" y="2780928"/>
            <a:ext cx="2160240" cy="2700300"/>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Draft correspondence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this section, you will learn how to…</a:t>
            </a:r>
          </a:p>
          <a:p>
            <a:pPr marL="360000" indent="-360000">
              <a:spcBef>
                <a:spcPts val="600"/>
              </a:spcBef>
              <a:spcAft>
                <a:spcPts val="1200"/>
              </a:spcAft>
            </a:pPr>
            <a:r>
              <a:rPr lang="en-AU" sz="2200" dirty="0" smtClean="0">
                <a:latin typeface="Helvetica" pitchFamily="34" charset="0"/>
              </a:rPr>
              <a:t>Write text using clear and concise language</a:t>
            </a:r>
          </a:p>
          <a:p>
            <a:pPr marL="360000" indent="-360000">
              <a:spcBef>
                <a:spcPts val="600"/>
              </a:spcBef>
              <a:spcAft>
                <a:spcPts val="1200"/>
              </a:spcAft>
            </a:pPr>
            <a:r>
              <a:rPr lang="en-AU" sz="2200" dirty="0" smtClean="0">
                <a:latin typeface="Helvetica" pitchFamily="34" charset="0"/>
              </a:rPr>
              <a:t>Ensure text is without spelling, punctuation and/or grammatical errors</a:t>
            </a:r>
          </a:p>
          <a:p>
            <a:pPr marL="360000" indent="-360000">
              <a:spcBef>
                <a:spcPts val="600"/>
              </a:spcBef>
              <a:spcAft>
                <a:spcPts val="1200"/>
              </a:spcAft>
            </a:pPr>
            <a:r>
              <a:rPr lang="en-AU" sz="2200" dirty="0" smtClean="0">
                <a:latin typeface="Helvetica" pitchFamily="34" charset="0"/>
              </a:rPr>
              <a:t>Check information for accuracy prior to sending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6" name="Picture 4" descr="C:\Documents and Settings\jirayut\Local Settings\Temporary Internet Files\Content.IE5\L3HMVMNM\MC900295781[1].wmf"/>
          <p:cNvPicPr>
            <a:picLocks noChangeAspect="1" noChangeArrowheads="1"/>
          </p:cNvPicPr>
          <p:nvPr/>
        </p:nvPicPr>
        <p:blipFill>
          <a:blip r:embed="rId3" cstate="print"/>
          <a:srcRect/>
          <a:stretch>
            <a:fillRect/>
          </a:stretch>
        </p:blipFill>
        <p:spPr bwMode="auto">
          <a:xfrm>
            <a:off x="5364088" y="4653136"/>
            <a:ext cx="1944216" cy="1798089"/>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467600" cy="1143000"/>
          </a:xfrm>
        </p:spPr>
        <p:txBody>
          <a:bodyPr>
            <a:normAutofit/>
          </a:bodyPr>
          <a:lstStyle/>
          <a:p>
            <a:r>
              <a:rPr lang="en-AU" sz="3400" b="1" dirty="0" smtClean="0">
                <a:solidFill>
                  <a:srgbClr val="FF6600"/>
                </a:solidFill>
                <a:latin typeface="Helvetica" pitchFamily="34" charset="0"/>
              </a:rPr>
              <a:t>Type of business documents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graphicFrame>
        <p:nvGraphicFramePr>
          <p:cNvPr id="6" name="Diagram 5"/>
          <p:cNvGraphicFramePr/>
          <p:nvPr/>
        </p:nvGraphicFramePr>
        <p:xfrm>
          <a:off x="827584" y="1484784"/>
          <a:ext cx="6264696" cy="47525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Determine audience and purpose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600"/>
              </a:spcAft>
            </a:pPr>
            <a:r>
              <a:rPr lang="en-AU" sz="2200" dirty="0" smtClean="0">
                <a:latin typeface="Helvetica" pitchFamily="34" charset="0"/>
              </a:rPr>
              <a:t>Who is your audience?</a:t>
            </a:r>
          </a:p>
          <a:p>
            <a:pPr>
              <a:spcBef>
                <a:spcPts val="600"/>
              </a:spcBef>
              <a:spcAft>
                <a:spcPts val="600"/>
              </a:spcAft>
            </a:pPr>
            <a:r>
              <a:rPr lang="en-AU" sz="2200" dirty="0" smtClean="0">
                <a:latin typeface="Helvetica" pitchFamily="34" charset="0"/>
              </a:rPr>
              <a:t>What is your objective? </a:t>
            </a:r>
          </a:p>
          <a:p>
            <a:pPr>
              <a:spcBef>
                <a:spcPts val="600"/>
              </a:spcBef>
              <a:spcAft>
                <a:spcPts val="600"/>
              </a:spcAft>
            </a:pPr>
            <a:r>
              <a:rPr lang="en-AU" sz="2200" dirty="0" smtClean="0">
                <a:latin typeface="Helvetica" pitchFamily="34" charset="0"/>
              </a:rPr>
              <a:t>What do you want them to do with the information?</a:t>
            </a:r>
          </a:p>
          <a:p>
            <a:pPr>
              <a:spcBef>
                <a:spcPts val="600"/>
              </a:spcBef>
              <a:spcAft>
                <a:spcPts val="600"/>
              </a:spcAft>
            </a:pPr>
            <a:r>
              <a:rPr lang="en-AU" sz="2200" dirty="0" smtClean="0">
                <a:latin typeface="Helvetica" pitchFamily="34" charset="0"/>
              </a:rPr>
              <a:t>Are they supposed to read the entire document or just part of it?</a:t>
            </a:r>
          </a:p>
          <a:p>
            <a:pPr>
              <a:spcBef>
                <a:spcPts val="600"/>
              </a:spcBef>
              <a:spcAft>
                <a:spcPts val="600"/>
              </a:spcAft>
            </a:pPr>
            <a:r>
              <a:rPr lang="en-AU" sz="2200" dirty="0" smtClean="0">
                <a:latin typeface="Helvetica" pitchFamily="34" charset="0"/>
              </a:rPr>
              <a:t>Do they need quick points for reference?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6" name="Picture 2" descr="C:\Documents and Settings\jirayut\Local Settings\Temporary Internet Files\Content.IE5\O0D6VI64\MC900357981[1].wmf"/>
          <p:cNvPicPr>
            <a:picLocks noChangeAspect="1" noChangeArrowheads="1"/>
          </p:cNvPicPr>
          <p:nvPr/>
        </p:nvPicPr>
        <p:blipFill>
          <a:blip r:embed="rId3" cstate="print"/>
          <a:srcRect/>
          <a:stretch>
            <a:fillRect/>
          </a:stretch>
        </p:blipFill>
        <p:spPr bwMode="auto">
          <a:xfrm>
            <a:off x="5364088" y="4725144"/>
            <a:ext cx="1795882" cy="1905610"/>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AU" sz="3400" b="1" dirty="0" smtClean="0">
                <a:solidFill>
                  <a:srgbClr val="FF6600"/>
                </a:solidFill>
                <a:latin typeface="Helvetica" pitchFamily="34" charset="0"/>
              </a:rPr>
              <a:t>Research – basic steps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graphicFrame>
        <p:nvGraphicFramePr>
          <p:cNvPr id="6" name="Diagram 5"/>
          <p:cNvGraphicFramePr/>
          <p:nvPr/>
        </p:nvGraphicFramePr>
        <p:xfrm>
          <a:off x="755576" y="1484784"/>
          <a:ext cx="6048672" cy="4536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7467600" cy="1143000"/>
          </a:xfrm>
        </p:spPr>
        <p:txBody>
          <a:bodyPr>
            <a:normAutofit/>
          </a:bodyPr>
          <a:lstStyle/>
          <a:p>
            <a:r>
              <a:rPr lang="en-AU" sz="3400" b="1" dirty="0" smtClean="0">
                <a:solidFill>
                  <a:srgbClr val="FF6600"/>
                </a:solidFill>
                <a:latin typeface="Helvetica" pitchFamily="34" charset="0"/>
              </a:rPr>
              <a:t>Prepare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052736"/>
            <a:ext cx="7467600" cy="4958011"/>
          </a:xfrm>
        </p:spPr>
        <p:txBody>
          <a:bodyPr>
            <a:normAutofit/>
          </a:bodyPr>
          <a:lstStyle/>
          <a:p>
            <a:pPr>
              <a:buNone/>
            </a:pPr>
            <a:r>
              <a:rPr lang="en-AU" sz="2200" dirty="0" smtClean="0">
                <a:latin typeface="Helvetica" pitchFamily="34" charset="0"/>
              </a:rPr>
              <a:t>Basic principles: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graphicFrame>
        <p:nvGraphicFramePr>
          <p:cNvPr id="6" name="Diagram 5"/>
          <p:cNvGraphicFramePr/>
          <p:nvPr/>
        </p:nvGraphicFramePr>
        <p:xfrm>
          <a:off x="539552" y="1700808"/>
          <a:ext cx="7056784" cy="4248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6739" name="Picture 3" descr="C:\Documents and Settings\jirayut\Local Settings\Temporary Internet Files\Content.IE5\G3WM5228\MC900413596[1].wmf"/>
          <p:cNvPicPr>
            <a:picLocks noChangeAspect="1" noChangeArrowheads="1"/>
          </p:cNvPicPr>
          <p:nvPr/>
        </p:nvPicPr>
        <p:blipFill>
          <a:blip r:embed="rId8" cstate="print"/>
          <a:srcRect/>
          <a:stretch>
            <a:fillRect/>
          </a:stretch>
        </p:blipFill>
        <p:spPr bwMode="auto">
          <a:xfrm>
            <a:off x="7236296" y="764704"/>
            <a:ext cx="1747924" cy="1518546"/>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Online dictionaries/thesauruses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Aft>
                <a:spcPts val="800"/>
              </a:spcAft>
            </a:pPr>
            <a:r>
              <a:rPr lang="en-AU" sz="2200" dirty="0" smtClean="0">
                <a:latin typeface="Helvetica" pitchFamily="34" charset="0"/>
                <a:hlinkClick r:id="rId3"/>
              </a:rPr>
              <a:t>www.dictionary.com</a:t>
            </a:r>
            <a:r>
              <a:rPr lang="en-AU" sz="2200" dirty="0" smtClean="0">
                <a:latin typeface="Helvetica" pitchFamily="34" charset="0"/>
              </a:rPr>
              <a:t> </a:t>
            </a:r>
          </a:p>
          <a:p>
            <a:pPr>
              <a:spcAft>
                <a:spcPts val="800"/>
              </a:spcAft>
            </a:pPr>
            <a:r>
              <a:rPr lang="en-AU" sz="2200" dirty="0" smtClean="0">
                <a:latin typeface="Helvetica" pitchFamily="34" charset="0"/>
                <a:hlinkClick r:id="rId4"/>
              </a:rPr>
              <a:t>www.thefreedictionary.com</a:t>
            </a:r>
            <a:r>
              <a:rPr lang="en-AU" sz="2200" dirty="0" smtClean="0">
                <a:latin typeface="Helvetica" pitchFamily="34" charset="0"/>
              </a:rPr>
              <a:t> </a:t>
            </a:r>
          </a:p>
          <a:p>
            <a:pPr>
              <a:spcAft>
                <a:spcPts val="800"/>
              </a:spcAft>
            </a:pPr>
            <a:r>
              <a:rPr lang="en-AU" sz="2200" dirty="0" smtClean="0">
                <a:latin typeface="Helvetica" pitchFamily="34" charset="0"/>
                <a:hlinkClick r:id="rId5"/>
              </a:rPr>
              <a:t>www.thesaurus.com</a:t>
            </a:r>
            <a:r>
              <a:rPr lang="en-AU" sz="2200" dirty="0" smtClean="0">
                <a:latin typeface="Helvetica" pitchFamily="34" charset="0"/>
              </a:rPr>
              <a:t> </a:t>
            </a:r>
          </a:p>
          <a:p>
            <a:pPr>
              <a:spcAft>
                <a:spcPts val="800"/>
              </a:spcAft>
            </a:pPr>
            <a:r>
              <a:rPr lang="en-AU" sz="2200" dirty="0" smtClean="0">
                <a:latin typeface="Helvetica" pitchFamily="34" charset="0"/>
                <a:hlinkClick r:id="rId6"/>
              </a:rPr>
              <a:t>www.macquariedictionary.com.au</a:t>
            </a:r>
            <a:r>
              <a:rPr lang="en-AU" sz="2200" dirty="0" smtClean="0">
                <a:latin typeface="Helvetica" pitchFamily="34" charset="0"/>
              </a:rPr>
              <a:t> </a:t>
            </a:r>
          </a:p>
          <a:p>
            <a:pPr>
              <a:buNone/>
            </a:pPr>
            <a:r>
              <a:rPr lang="en-AU" sz="1400" dirty="0" smtClean="0"/>
              <a:t> </a:t>
            </a:r>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6" name="Picture 5" descr="http://t0.gstatic.com/images?q=tbn:ANd9GcT1EOEt7Euh-tVYOh_1h2LdFOlENe8wxFKubmAs9Gfz0rdbvdtp"/>
          <p:cNvPicPr/>
          <p:nvPr/>
        </p:nvPicPr>
        <p:blipFill>
          <a:blip r:embed="rId7" cstate="print"/>
          <a:srcRect/>
          <a:stretch>
            <a:fillRect/>
          </a:stretch>
        </p:blipFill>
        <p:spPr bwMode="auto">
          <a:xfrm>
            <a:off x="6012160" y="4581128"/>
            <a:ext cx="1440160" cy="681608"/>
          </a:xfrm>
          <a:prstGeom prst="rect">
            <a:avLst/>
          </a:prstGeom>
          <a:noFill/>
          <a:ln w="9525">
            <a:noFill/>
            <a:miter lim="800000"/>
            <a:headEnd/>
            <a:tailEnd/>
          </a:ln>
        </p:spPr>
      </p:pic>
      <p:pic>
        <p:nvPicPr>
          <p:cNvPr id="7" name="Picture 6" descr="http://weeklydrop.com/wp-content/uploads/2009/04/dictionarycom-dictionary-thesaurus-iphone-app.jpg"/>
          <p:cNvPicPr/>
          <p:nvPr/>
        </p:nvPicPr>
        <p:blipFill>
          <a:blip r:embed="rId8" cstate="print"/>
          <a:srcRect/>
          <a:stretch>
            <a:fillRect/>
          </a:stretch>
        </p:blipFill>
        <p:spPr bwMode="auto">
          <a:xfrm>
            <a:off x="467544" y="4509120"/>
            <a:ext cx="1440160" cy="681608"/>
          </a:xfrm>
          <a:prstGeom prst="rect">
            <a:avLst/>
          </a:prstGeom>
          <a:noFill/>
          <a:ln w="9525">
            <a:noFill/>
            <a:miter lim="800000"/>
            <a:headEnd/>
            <a:tailEnd/>
          </a:ln>
        </p:spPr>
      </p:pic>
      <p:pic>
        <p:nvPicPr>
          <p:cNvPr id="8" name="Picture 7" descr="http://4.bp.blogspot.com/_VKnlNvwbGMM/S2mH6si2wFI/AAAAAAAAAf0/OqIRXz0-vvY/s320/MD.jpg"/>
          <p:cNvPicPr/>
          <p:nvPr/>
        </p:nvPicPr>
        <p:blipFill>
          <a:blip r:embed="rId9" cstate="print"/>
          <a:srcRect/>
          <a:stretch>
            <a:fillRect/>
          </a:stretch>
        </p:blipFill>
        <p:spPr bwMode="auto">
          <a:xfrm>
            <a:off x="3995936" y="4293096"/>
            <a:ext cx="1238250" cy="1133475"/>
          </a:xfrm>
          <a:prstGeom prst="rect">
            <a:avLst/>
          </a:prstGeom>
          <a:noFill/>
          <a:ln w="9525">
            <a:noFill/>
            <a:miter lim="800000"/>
            <a:headEnd/>
            <a:tailEnd/>
          </a:ln>
        </p:spPr>
      </p:pic>
      <p:pic>
        <p:nvPicPr>
          <p:cNvPr id="9" name="Picture 8" descr="http://storage.conduit.com/MarketPlace/fb/6c1/fbea54fa-d855-4364-91b4-84913a5b16c1/Thumbnail/160X160.png"/>
          <p:cNvPicPr/>
          <p:nvPr/>
        </p:nvPicPr>
        <p:blipFill>
          <a:blip r:embed="rId10" cstate="print"/>
          <a:srcRect/>
          <a:stretch>
            <a:fillRect/>
          </a:stretch>
        </p:blipFill>
        <p:spPr bwMode="auto">
          <a:xfrm>
            <a:off x="2483768" y="4437112"/>
            <a:ext cx="847725" cy="828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7467600" cy="1143000"/>
          </a:xfrm>
        </p:spPr>
        <p:txBody>
          <a:bodyPr>
            <a:normAutofit/>
          </a:bodyPr>
          <a:lstStyle/>
          <a:p>
            <a:r>
              <a:rPr lang="en-AU" sz="3400" b="1" dirty="0" smtClean="0">
                <a:solidFill>
                  <a:srgbClr val="FF6600"/>
                </a:solidFill>
                <a:latin typeface="Helvetica" pitchFamily="34" charset="0"/>
              </a:rPr>
              <a:t>Six steps to good writing</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graphicFrame>
        <p:nvGraphicFramePr>
          <p:cNvPr id="6" name="Diagram 5"/>
          <p:cNvGraphicFramePr/>
          <p:nvPr/>
        </p:nvGraphicFramePr>
        <p:xfrm>
          <a:off x="611560" y="1556792"/>
          <a:ext cx="6408712" cy="41044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3666" name="Picture 2" descr="C:\Documents and Settings\jirayut\Local Settings\Temporary Internet Files\Content.IE5\733Z9TJI\MC900441732[1].png"/>
          <p:cNvPicPr>
            <a:picLocks noChangeAspect="1" noChangeArrowheads="1"/>
          </p:cNvPicPr>
          <p:nvPr/>
        </p:nvPicPr>
        <p:blipFill>
          <a:blip r:embed="rId8" cstate="print"/>
          <a:srcRect/>
          <a:stretch>
            <a:fillRect/>
          </a:stretch>
        </p:blipFill>
        <p:spPr bwMode="auto">
          <a:xfrm>
            <a:off x="7164288" y="4869160"/>
            <a:ext cx="1628800" cy="162880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7467600" cy="1143000"/>
          </a:xfrm>
        </p:spPr>
        <p:txBody>
          <a:bodyPr>
            <a:normAutofit/>
          </a:bodyPr>
          <a:lstStyle/>
          <a:p>
            <a:r>
              <a:rPr lang="en-AU" sz="3400" b="1" dirty="0" smtClean="0">
                <a:solidFill>
                  <a:srgbClr val="FF6600"/>
                </a:solidFill>
                <a:latin typeface="Helvetica" pitchFamily="34" charset="0"/>
              </a:rPr>
              <a:t>Different styles of letters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179512" y="1412776"/>
            <a:ext cx="8604448" cy="4669979"/>
          </a:xfrm>
        </p:spPr>
        <p:txBody>
          <a:bodyPr>
            <a:normAutofit/>
          </a:bodyPr>
          <a:lstStyle/>
          <a:p>
            <a:pPr marL="603504" indent="-457200">
              <a:buNone/>
            </a:pPr>
            <a:r>
              <a:rPr lang="en-AU" sz="2200" b="1" dirty="0" smtClean="0">
                <a:solidFill>
                  <a:schemeClr val="accent4">
                    <a:lumMod val="75000"/>
                  </a:schemeClr>
                </a:solidFill>
                <a:latin typeface="Helvetica" pitchFamily="34" charset="0"/>
              </a:rPr>
              <a:t>Modified Block     Style Full Block Style    Semi block Style</a:t>
            </a: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6" name="Picture 5"/>
          <p:cNvPicPr/>
          <p:nvPr/>
        </p:nvPicPr>
        <p:blipFill>
          <a:blip r:embed="rId3" cstate="print"/>
          <a:srcRect l="38307" t="9465"/>
          <a:stretch>
            <a:fillRect/>
          </a:stretch>
        </p:blipFill>
        <p:spPr bwMode="auto">
          <a:xfrm>
            <a:off x="6156176" y="2132856"/>
            <a:ext cx="1743075" cy="3457575"/>
          </a:xfrm>
          <a:prstGeom prst="rect">
            <a:avLst/>
          </a:prstGeom>
          <a:noFill/>
          <a:ln w="9525">
            <a:noFill/>
            <a:miter lim="800000"/>
            <a:headEnd/>
            <a:tailEnd/>
          </a:ln>
        </p:spPr>
      </p:pic>
      <p:pic>
        <p:nvPicPr>
          <p:cNvPr id="7" name="Picture 6" descr="Full block style.jpg"/>
          <p:cNvPicPr/>
          <p:nvPr/>
        </p:nvPicPr>
        <p:blipFill>
          <a:blip r:embed="rId4" cstate="print"/>
          <a:stretch>
            <a:fillRect/>
          </a:stretch>
        </p:blipFill>
        <p:spPr>
          <a:xfrm>
            <a:off x="395536" y="2204864"/>
            <a:ext cx="1762125" cy="3438525"/>
          </a:xfrm>
          <a:prstGeom prst="rect">
            <a:avLst/>
          </a:prstGeom>
        </p:spPr>
      </p:pic>
      <p:pic>
        <p:nvPicPr>
          <p:cNvPr id="8" name="Picture 7"/>
          <p:cNvPicPr/>
          <p:nvPr/>
        </p:nvPicPr>
        <p:blipFill>
          <a:blip r:embed="rId5" cstate="print"/>
          <a:stretch>
            <a:fillRect/>
          </a:stretch>
        </p:blipFill>
        <p:spPr bwMode="auto">
          <a:xfrm>
            <a:off x="3275856" y="2204864"/>
            <a:ext cx="1724025" cy="3438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467600" cy="1143000"/>
          </a:xfrm>
        </p:spPr>
        <p:txBody>
          <a:bodyPr>
            <a:normAutofit/>
          </a:bodyPr>
          <a:lstStyle/>
          <a:p>
            <a:r>
              <a:rPr lang="en-AU" sz="3400" b="1" dirty="0" smtClean="0">
                <a:solidFill>
                  <a:srgbClr val="FF6600"/>
                </a:solidFill>
                <a:latin typeface="Helvetica" pitchFamily="34" charset="0"/>
              </a:rPr>
              <a:t>Different styles of letters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83568" y="1412776"/>
            <a:ext cx="7467600" cy="4525963"/>
          </a:xfrm>
        </p:spPr>
        <p:txBody>
          <a:bodyPr>
            <a:normAutofit/>
          </a:bodyPr>
          <a:lstStyle/>
          <a:p>
            <a:pPr marL="905256" lvl="1" indent="-457200" algn="ctr">
              <a:buNone/>
            </a:pPr>
            <a:r>
              <a:rPr lang="en-AU" sz="2000" dirty="0" smtClean="0"/>
              <a:t>          </a:t>
            </a:r>
            <a:r>
              <a:rPr lang="en-AU" sz="2200" b="1" dirty="0" smtClean="0">
                <a:latin typeface="Helvetica" pitchFamily="34" charset="0"/>
              </a:rPr>
              <a:t>Modified Block Style </a:t>
            </a:r>
            <a:r>
              <a:rPr lang="en-AU" sz="2000" dirty="0" smtClean="0"/>
              <a:t>	     	</a:t>
            </a: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8" name="Picture 7"/>
          <p:cNvPicPr/>
          <p:nvPr/>
        </p:nvPicPr>
        <p:blipFill>
          <a:blip r:embed="rId3" cstate="print"/>
          <a:stretch>
            <a:fillRect/>
          </a:stretch>
        </p:blipFill>
        <p:spPr bwMode="auto">
          <a:xfrm>
            <a:off x="3491880" y="1988840"/>
            <a:ext cx="1724025" cy="3438525"/>
          </a:xfrm>
          <a:prstGeom prst="rect">
            <a:avLst/>
          </a:prstGeom>
          <a:noFill/>
          <a:ln w="9525">
            <a:noFill/>
            <a:miter lim="800000"/>
            <a:headEnd/>
            <a:tailEnd/>
          </a:ln>
        </p:spPr>
      </p:pic>
      <p:sp>
        <p:nvSpPr>
          <p:cNvPr id="10" name="Rectangle 9"/>
          <p:cNvSpPr/>
          <p:nvPr/>
        </p:nvSpPr>
        <p:spPr>
          <a:xfrm>
            <a:off x="2267744" y="5733256"/>
            <a:ext cx="4572000" cy="707886"/>
          </a:xfrm>
          <a:prstGeom prst="rect">
            <a:avLst/>
          </a:prstGeom>
        </p:spPr>
        <p:txBody>
          <a:bodyPr>
            <a:spAutoFit/>
          </a:bodyPr>
          <a:lstStyle/>
          <a:p>
            <a:pPr algn="ctr"/>
            <a:r>
              <a:rPr lang="en-AU" sz="2200" i="1" dirty="0" smtClean="0">
                <a:solidFill>
                  <a:srgbClr val="00B050"/>
                </a:solidFill>
                <a:latin typeface="Helvetica" pitchFamily="34" charset="0"/>
              </a:rPr>
              <a:t>More conservative style of layout.</a:t>
            </a:r>
            <a:r>
              <a:rPr lang="en-AU" i="1" dirty="0" smtClean="0">
                <a:solidFill>
                  <a:srgbClr val="00B050"/>
                </a:solidFill>
                <a:latin typeface="Helvetica" pitchFamily="34" charset="0"/>
              </a:rPr>
              <a:t/>
            </a:r>
            <a:br>
              <a:rPr lang="en-AU" i="1" dirty="0" smtClean="0">
                <a:solidFill>
                  <a:srgbClr val="00B050"/>
                </a:solidFill>
                <a:latin typeface="Helvetica" pitchFamily="34" charset="0"/>
              </a:rPr>
            </a:br>
            <a:endParaRPr lang="en-AU" i="1" dirty="0">
              <a:solidFill>
                <a:srgbClr val="00B050"/>
              </a:solidFill>
              <a:latin typeface="Helvetica" pitchFamily="34" charset="0"/>
            </a:endParaRPr>
          </a:p>
        </p:txBody>
      </p:sp>
      <p:sp>
        <p:nvSpPr>
          <p:cNvPr id="11" name="Right Arrow 10"/>
          <p:cNvSpPr/>
          <p:nvPr/>
        </p:nvSpPr>
        <p:spPr>
          <a:xfrm rot="10800000">
            <a:off x="5292080" y="2132856"/>
            <a:ext cx="648072"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2" name="TextBox 11"/>
          <p:cNvSpPr txBox="1"/>
          <p:nvPr/>
        </p:nvSpPr>
        <p:spPr>
          <a:xfrm>
            <a:off x="5975648" y="2060848"/>
            <a:ext cx="3168352" cy="1200329"/>
          </a:xfrm>
          <a:prstGeom prst="rect">
            <a:avLst/>
          </a:prstGeom>
          <a:noFill/>
        </p:spPr>
        <p:txBody>
          <a:bodyPr wrap="square" rtlCol="0">
            <a:spAutoFit/>
          </a:bodyPr>
          <a:lstStyle/>
          <a:p>
            <a:r>
              <a:rPr lang="en-AU" dirty="0" smtClean="0">
                <a:latin typeface="Helvetica" pitchFamily="34" charset="0"/>
              </a:rPr>
              <a:t>Sender’s address is blocked to the right margin.</a:t>
            </a:r>
          </a:p>
          <a:p>
            <a:r>
              <a:rPr lang="en-AU" dirty="0" smtClean="0">
                <a:latin typeface="Helvetica" pitchFamily="34" charset="0"/>
              </a:rPr>
              <a:t>Date is in line with the sender’s address</a:t>
            </a:r>
          </a:p>
        </p:txBody>
      </p:sp>
      <p:sp>
        <p:nvSpPr>
          <p:cNvPr id="13" name="Right Arrow 12"/>
          <p:cNvSpPr/>
          <p:nvPr/>
        </p:nvSpPr>
        <p:spPr>
          <a:xfrm rot="11395511">
            <a:off x="5192045" y="2481807"/>
            <a:ext cx="756897"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5" name="Right Arrow 14"/>
          <p:cNvSpPr/>
          <p:nvPr/>
        </p:nvSpPr>
        <p:spPr>
          <a:xfrm>
            <a:off x="2771800" y="2708920"/>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6" name="TextBox 15"/>
          <p:cNvSpPr txBox="1"/>
          <p:nvPr/>
        </p:nvSpPr>
        <p:spPr>
          <a:xfrm>
            <a:off x="179512" y="2348880"/>
            <a:ext cx="2555776" cy="1200329"/>
          </a:xfrm>
          <a:prstGeom prst="rect">
            <a:avLst/>
          </a:prstGeom>
          <a:noFill/>
        </p:spPr>
        <p:txBody>
          <a:bodyPr wrap="square" rtlCol="0">
            <a:spAutoFit/>
          </a:bodyPr>
          <a:lstStyle/>
          <a:p>
            <a:r>
              <a:rPr lang="en-AU" dirty="0" smtClean="0">
                <a:latin typeface="Helvetica" pitchFamily="34" charset="0"/>
              </a:rPr>
              <a:t>Recipient’s address and the salutation are placed against the left-hand margin</a:t>
            </a:r>
            <a:endParaRPr lang="en-AU" dirty="0">
              <a:latin typeface="Helvetica" pitchFamily="34" charset="0"/>
            </a:endParaRPr>
          </a:p>
        </p:txBody>
      </p:sp>
      <p:sp>
        <p:nvSpPr>
          <p:cNvPr id="17" name="Right Arrow 16"/>
          <p:cNvSpPr/>
          <p:nvPr/>
        </p:nvSpPr>
        <p:spPr>
          <a:xfrm>
            <a:off x="2771800" y="3933056"/>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8" name="TextBox 17"/>
          <p:cNvSpPr txBox="1"/>
          <p:nvPr/>
        </p:nvSpPr>
        <p:spPr>
          <a:xfrm>
            <a:off x="179512" y="3717032"/>
            <a:ext cx="2555776" cy="923330"/>
          </a:xfrm>
          <a:prstGeom prst="rect">
            <a:avLst/>
          </a:prstGeom>
          <a:noFill/>
        </p:spPr>
        <p:txBody>
          <a:bodyPr wrap="square" rtlCol="0">
            <a:spAutoFit/>
          </a:bodyPr>
          <a:lstStyle/>
          <a:p>
            <a:r>
              <a:rPr lang="en-AU" dirty="0" smtClean="0">
                <a:latin typeface="Helvetica" pitchFamily="34" charset="0"/>
              </a:rPr>
              <a:t>Each paragraph is blocked against the left-hand margin</a:t>
            </a:r>
            <a:endParaRPr lang="en-AU" dirty="0">
              <a:latin typeface="Helvetica" pitchFamily="34" charset="0"/>
            </a:endParaRPr>
          </a:p>
        </p:txBody>
      </p:sp>
      <p:sp>
        <p:nvSpPr>
          <p:cNvPr id="19" name="Right Arrow 18"/>
          <p:cNvSpPr/>
          <p:nvPr/>
        </p:nvSpPr>
        <p:spPr>
          <a:xfrm rot="10800000">
            <a:off x="5220072" y="3645024"/>
            <a:ext cx="648072"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20" name="TextBox 19"/>
          <p:cNvSpPr txBox="1"/>
          <p:nvPr/>
        </p:nvSpPr>
        <p:spPr>
          <a:xfrm>
            <a:off x="6012160" y="3501008"/>
            <a:ext cx="3004146" cy="1477328"/>
          </a:xfrm>
          <a:prstGeom prst="rect">
            <a:avLst/>
          </a:prstGeom>
          <a:noFill/>
        </p:spPr>
        <p:txBody>
          <a:bodyPr wrap="square" rtlCol="0">
            <a:spAutoFit/>
          </a:bodyPr>
          <a:lstStyle/>
          <a:p>
            <a:r>
              <a:rPr lang="en-AU" dirty="0" smtClean="0">
                <a:latin typeface="Helvetica" pitchFamily="34" charset="0"/>
              </a:rPr>
              <a:t>The complimentary close and signature blocks are centred in line with the writer’s address and the date. </a:t>
            </a:r>
            <a:endParaRPr lang="en-AU" dirty="0">
              <a:latin typeface="Helvetica"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0"/>
            <a:ext cx="7467600" cy="1143000"/>
          </a:xfrm>
        </p:spPr>
        <p:txBody>
          <a:bodyPr>
            <a:normAutofit/>
          </a:bodyPr>
          <a:lstStyle/>
          <a:p>
            <a:r>
              <a:rPr lang="en-AU" sz="3400" b="1" dirty="0" smtClean="0">
                <a:solidFill>
                  <a:srgbClr val="FF6600"/>
                </a:solidFill>
                <a:latin typeface="Helvetica" pitchFamily="34" charset="0"/>
              </a:rPr>
              <a:t>Different styles of letters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28592"/>
          </a:xfrm>
        </p:spPr>
        <p:txBody>
          <a:bodyPr>
            <a:normAutofit fontScale="85000" lnSpcReduction="20000"/>
          </a:bodyPr>
          <a:lstStyle/>
          <a:p>
            <a:pPr marL="905256" lvl="1" indent="-457200" algn="ctr">
              <a:buNone/>
            </a:pPr>
            <a:r>
              <a:rPr lang="en-AU" b="1" dirty="0" smtClean="0">
                <a:latin typeface="Helvetica" pitchFamily="34" charset="0"/>
              </a:rPr>
              <a:t>Full block style </a:t>
            </a:r>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r>
              <a:rPr lang="en-AU" sz="2000" i="1" dirty="0" smtClean="0">
                <a:solidFill>
                  <a:srgbClr val="00B050"/>
                </a:solidFill>
              </a:rPr>
              <a:t> </a:t>
            </a:r>
          </a:p>
          <a:p>
            <a:pPr marL="905256" lvl="1" indent="-457200" algn="ctr">
              <a:buNone/>
            </a:pPr>
            <a:endParaRPr lang="en-AU" sz="2000" i="1" dirty="0" smtClean="0">
              <a:solidFill>
                <a:srgbClr val="00B050"/>
              </a:solidFill>
            </a:endParaRPr>
          </a:p>
          <a:p>
            <a:pPr marL="905256" lvl="1" indent="-457200" algn="ctr">
              <a:buNone/>
            </a:pPr>
            <a:endParaRPr lang="en-AU" sz="2000" i="1" dirty="0" smtClean="0">
              <a:solidFill>
                <a:srgbClr val="00B050"/>
              </a:solidFill>
            </a:endParaRPr>
          </a:p>
          <a:p>
            <a:pPr marL="905256" lvl="1" indent="-457200" algn="ctr">
              <a:buNone/>
            </a:pPr>
            <a:r>
              <a:rPr lang="en-AU" i="1" dirty="0" smtClean="0">
                <a:solidFill>
                  <a:srgbClr val="00B050"/>
                </a:solidFill>
                <a:latin typeface="Helvetica" pitchFamily="34" charset="0"/>
              </a:rPr>
              <a:t>Attractive and modern layout that is easy to read.</a:t>
            </a:r>
            <a:r>
              <a:rPr lang="en-AU" sz="2000" i="1" dirty="0" smtClean="0">
                <a:solidFill>
                  <a:srgbClr val="00B050"/>
                </a:solidFill>
              </a:rPr>
              <a:t/>
            </a:r>
            <a:br>
              <a:rPr lang="en-AU" sz="2000" i="1" dirty="0" smtClean="0">
                <a:solidFill>
                  <a:srgbClr val="00B050"/>
                </a:solidFill>
              </a:rPr>
            </a:br>
            <a:endParaRPr lang="en-AU" sz="2000" i="1" dirty="0" smtClean="0">
              <a:solidFill>
                <a:srgbClr val="00B050"/>
              </a:solidFill>
            </a:endParaRPr>
          </a:p>
          <a:p>
            <a:pPr marL="905256" lvl="1" indent="-457200" algn="ctr">
              <a:buNone/>
            </a:pPr>
            <a:endParaRPr lang="en-AU" sz="2000" dirty="0" smtClean="0"/>
          </a:p>
          <a:p>
            <a:pPr marL="905256" lvl="1" indent="-457200" algn="ctr">
              <a:buFont typeface="+mj-lt"/>
              <a:buAutoNum type="arabicPeriod" startAt="2"/>
            </a:pPr>
            <a:endParaRPr lang="en-AU" sz="2000" dirty="0" smtClean="0"/>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sp>
        <p:nvSpPr>
          <p:cNvPr id="15" name="Right Arrow 14"/>
          <p:cNvSpPr/>
          <p:nvPr/>
        </p:nvSpPr>
        <p:spPr>
          <a:xfrm>
            <a:off x="4453655" y="1844824"/>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6" name="TextBox 15"/>
          <p:cNvSpPr txBox="1"/>
          <p:nvPr/>
        </p:nvSpPr>
        <p:spPr>
          <a:xfrm>
            <a:off x="539552" y="1700808"/>
            <a:ext cx="3384376" cy="3477875"/>
          </a:xfrm>
          <a:prstGeom prst="rect">
            <a:avLst/>
          </a:prstGeom>
          <a:noFill/>
        </p:spPr>
        <p:txBody>
          <a:bodyPr wrap="square" rtlCol="0">
            <a:spAutoFit/>
          </a:bodyPr>
          <a:lstStyle/>
          <a:p>
            <a:r>
              <a:rPr lang="en-AU" sz="2000" dirty="0" smtClean="0">
                <a:latin typeface="Helvetica" pitchFamily="34" charset="0"/>
              </a:rPr>
              <a:t>Each part of the letter is placed against the left-hand margin of the page (the sender’s address, the date, the inside address and the salutations).</a:t>
            </a:r>
          </a:p>
          <a:p>
            <a:endParaRPr lang="en-AU" sz="2000" dirty="0" smtClean="0">
              <a:latin typeface="Helvetica" pitchFamily="34" charset="0"/>
            </a:endParaRPr>
          </a:p>
          <a:p>
            <a:r>
              <a:rPr lang="en-AU" sz="2000" dirty="0" smtClean="0">
                <a:latin typeface="Helvetica" pitchFamily="34" charset="0"/>
              </a:rPr>
              <a:t>Supplementary parts such as enclosures, file numbers and copy notations are also blocked.</a:t>
            </a:r>
            <a:endParaRPr lang="en-AU" sz="2000" dirty="0">
              <a:latin typeface="Helvetica" pitchFamily="34" charset="0"/>
            </a:endParaRPr>
          </a:p>
        </p:txBody>
      </p:sp>
      <p:sp>
        <p:nvSpPr>
          <p:cNvPr id="17" name="Right Arrow 16"/>
          <p:cNvSpPr/>
          <p:nvPr/>
        </p:nvSpPr>
        <p:spPr>
          <a:xfrm>
            <a:off x="4453655" y="2420888"/>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pic>
        <p:nvPicPr>
          <p:cNvPr id="21" name="Picture 20" descr="Full block style.jpg"/>
          <p:cNvPicPr/>
          <p:nvPr/>
        </p:nvPicPr>
        <p:blipFill>
          <a:blip r:embed="rId3" cstate="print"/>
          <a:stretch>
            <a:fillRect/>
          </a:stretch>
        </p:blipFill>
        <p:spPr>
          <a:xfrm>
            <a:off x="5148064" y="1844824"/>
            <a:ext cx="1762125" cy="3438525"/>
          </a:xfrm>
          <a:prstGeom prst="rect">
            <a:avLst/>
          </a:prstGeom>
        </p:spPr>
      </p:pic>
      <p:sp>
        <p:nvSpPr>
          <p:cNvPr id="22" name="Right Arrow 21"/>
          <p:cNvSpPr/>
          <p:nvPr/>
        </p:nvSpPr>
        <p:spPr>
          <a:xfrm>
            <a:off x="4453655" y="2852936"/>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23" name="Right Arrow 22"/>
          <p:cNvSpPr/>
          <p:nvPr/>
        </p:nvSpPr>
        <p:spPr>
          <a:xfrm>
            <a:off x="4453655" y="3284984"/>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24" name="Right Arrow 23"/>
          <p:cNvSpPr/>
          <p:nvPr/>
        </p:nvSpPr>
        <p:spPr>
          <a:xfrm>
            <a:off x="4453655" y="4221088"/>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7467600" cy="1143000"/>
          </a:xfrm>
        </p:spPr>
        <p:txBody>
          <a:bodyPr>
            <a:normAutofit/>
          </a:bodyPr>
          <a:lstStyle/>
          <a:p>
            <a:r>
              <a:rPr lang="en-AU" sz="3400" b="1" dirty="0" smtClean="0">
                <a:solidFill>
                  <a:srgbClr val="FF6600"/>
                </a:solidFill>
                <a:latin typeface="Helvetica" pitchFamily="34" charset="0"/>
              </a:rPr>
              <a:t>Different styles of letters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24744"/>
            <a:ext cx="7467600" cy="5472608"/>
          </a:xfrm>
        </p:spPr>
        <p:txBody>
          <a:bodyPr>
            <a:normAutofit fontScale="92500" lnSpcReduction="20000"/>
          </a:bodyPr>
          <a:lstStyle/>
          <a:p>
            <a:pPr marL="905256" lvl="1" indent="-457200" algn="ctr">
              <a:buNone/>
            </a:pPr>
            <a:r>
              <a:rPr lang="en-AU" b="1" dirty="0" smtClean="0">
                <a:latin typeface="Helvetica" pitchFamily="34" charset="0"/>
              </a:rPr>
              <a:t>Semi block style</a:t>
            </a:r>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endParaRPr lang="en-AU" sz="2000" dirty="0" smtClean="0"/>
          </a:p>
          <a:p>
            <a:pPr marL="905256" lvl="1" indent="-457200" algn="ctr">
              <a:buNone/>
            </a:pPr>
            <a:r>
              <a:rPr lang="en-AU" sz="2000" i="1" dirty="0" smtClean="0">
                <a:solidFill>
                  <a:srgbClr val="00B050"/>
                </a:solidFill>
              </a:rPr>
              <a:t> </a:t>
            </a:r>
            <a:endParaRPr lang="en-AU" sz="2100" i="1" dirty="0" smtClean="0">
              <a:solidFill>
                <a:srgbClr val="00B050"/>
              </a:solidFill>
            </a:endParaRPr>
          </a:p>
          <a:p>
            <a:pPr marL="905256" lvl="1" indent="-457200" algn="ctr">
              <a:buNone/>
            </a:pPr>
            <a:r>
              <a:rPr lang="en-AU" sz="2400" i="1" dirty="0" smtClean="0">
                <a:solidFill>
                  <a:srgbClr val="00B050"/>
                </a:solidFill>
                <a:latin typeface="Helvetica" pitchFamily="34" charset="0"/>
              </a:rPr>
              <a:t>This is the most conservative of the three layouts.</a:t>
            </a:r>
            <a:endParaRPr lang="en-AU" sz="2400" i="1" dirty="0" smtClean="0">
              <a:latin typeface="Helvetica" pitchFamily="34" charset="0"/>
            </a:endParaRP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sp>
        <p:nvSpPr>
          <p:cNvPr id="15" name="Right Arrow 14"/>
          <p:cNvSpPr/>
          <p:nvPr/>
        </p:nvSpPr>
        <p:spPr>
          <a:xfrm>
            <a:off x="4017168" y="2276872"/>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6" name="TextBox 15"/>
          <p:cNvSpPr txBox="1"/>
          <p:nvPr/>
        </p:nvSpPr>
        <p:spPr>
          <a:xfrm>
            <a:off x="611560" y="2204864"/>
            <a:ext cx="3059832" cy="2462213"/>
          </a:xfrm>
          <a:prstGeom prst="rect">
            <a:avLst/>
          </a:prstGeom>
          <a:noFill/>
        </p:spPr>
        <p:txBody>
          <a:bodyPr wrap="square" rtlCol="0">
            <a:spAutoFit/>
          </a:bodyPr>
          <a:lstStyle/>
          <a:p>
            <a:pPr lvl="0"/>
            <a:r>
              <a:rPr lang="en-AU" sz="2200" dirty="0" smtClean="0">
                <a:latin typeface="Helvetica" pitchFamily="34" charset="0"/>
              </a:rPr>
              <a:t>Uses the same layout as Modified Block Style, except that the first line of each paragraph is indented from the left-hand margin. </a:t>
            </a:r>
            <a:endParaRPr lang="en-AU" sz="2200" dirty="0">
              <a:latin typeface="Helvetica" pitchFamily="34" charset="0"/>
            </a:endParaRPr>
          </a:p>
        </p:txBody>
      </p:sp>
      <p:sp>
        <p:nvSpPr>
          <p:cNvPr id="17" name="Right Arrow 16"/>
          <p:cNvSpPr/>
          <p:nvPr/>
        </p:nvSpPr>
        <p:spPr>
          <a:xfrm>
            <a:off x="4017168" y="2780928"/>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23" name="Right Arrow 22"/>
          <p:cNvSpPr/>
          <p:nvPr/>
        </p:nvSpPr>
        <p:spPr>
          <a:xfrm>
            <a:off x="4021607" y="3356992"/>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24" name="Right Arrow 23"/>
          <p:cNvSpPr/>
          <p:nvPr/>
        </p:nvSpPr>
        <p:spPr>
          <a:xfrm rot="10800000">
            <a:off x="6730230" y="1916832"/>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pic>
        <p:nvPicPr>
          <p:cNvPr id="12" name="Picture 11"/>
          <p:cNvPicPr/>
          <p:nvPr/>
        </p:nvPicPr>
        <p:blipFill>
          <a:blip r:embed="rId3" cstate="print"/>
          <a:srcRect l="38307" t="9465"/>
          <a:stretch>
            <a:fillRect/>
          </a:stretch>
        </p:blipFill>
        <p:spPr bwMode="auto">
          <a:xfrm>
            <a:off x="4737248" y="1700808"/>
            <a:ext cx="1743075" cy="3457575"/>
          </a:xfrm>
          <a:prstGeom prst="rect">
            <a:avLst/>
          </a:prstGeom>
          <a:noFill/>
          <a:ln w="9525">
            <a:noFill/>
            <a:miter lim="800000"/>
            <a:headEnd/>
            <a:tailEnd/>
          </a:ln>
        </p:spPr>
      </p:pic>
      <p:sp>
        <p:nvSpPr>
          <p:cNvPr id="13" name="Right Arrow 12"/>
          <p:cNvSpPr/>
          <p:nvPr/>
        </p:nvSpPr>
        <p:spPr>
          <a:xfrm rot="10800000">
            <a:off x="6753472" y="4077072"/>
            <a:ext cx="694409"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188640"/>
            <a:ext cx="7467600" cy="1143000"/>
          </a:xfrm>
        </p:spPr>
        <p:txBody>
          <a:bodyPr>
            <a:normAutofit/>
          </a:bodyPr>
          <a:lstStyle/>
          <a:p>
            <a:r>
              <a:rPr lang="en-AU" sz="3400" b="1" dirty="0" smtClean="0">
                <a:solidFill>
                  <a:srgbClr val="FF6600"/>
                </a:solidFill>
                <a:latin typeface="Helvetica" pitchFamily="34" charset="0"/>
              </a:rPr>
              <a:t>Memos versus letters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467600" cy="4525963"/>
          </a:xfrm>
        </p:spPr>
        <p:txBody>
          <a:bodyPr>
            <a:normAutofit/>
          </a:bodyPr>
          <a:lstStyle/>
          <a:p>
            <a:pPr>
              <a:buNone/>
            </a:pPr>
            <a:r>
              <a:rPr lang="en-AU" sz="2200" dirty="0" smtClean="0">
                <a:latin typeface="Helvetica" pitchFamily="34" charset="0"/>
              </a:rPr>
              <a:t>        </a:t>
            </a:r>
            <a:r>
              <a:rPr lang="en-AU" sz="2200" b="1" dirty="0" smtClean="0">
                <a:latin typeface="Helvetica" pitchFamily="34" charset="0"/>
              </a:rPr>
              <a:t>Memos: internal                             Letters: external</a:t>
            </a:r>
          </a:p>
          <a:p>
            <a:pPr>
              <a:buNone/>
            </a:pPr>
            <a:endParaRPr lang="en-AU" sz="2200" dirty="0" smtClean="0">
              <a:latin typeface="Helvetica" pitchFamily="34" charset="0"/>
            </a:endParaRPr>
          </a:p>
          <a:p>
            <a:pPr>
              <a:buNone/>
            </a:pPr>
            <a:endParaRPr lang="en-AU" sz="2200" dirty="0" smtClean="0">
              <a:latin typeface="Helvetica" pitchFamily="34" charset="0"/>
            </a:endParaRPr>
          </a:p>
          <a:p>
            <a:pPr>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sp>
        <p:nvSpPr>
          <p:cNvPr id="97281" name="Text Box 1"/>
          <p:cNvSpPr txBox="1">
            <a:spLocks noChangeArrowheads="1"/>
          </p:cNvSpPr>
          <p:nvPr/>
        </p:nvSpPr>
        <p:spPr bwMode="auto">
          <a:xfrm>
            <a:off x="395536" y="1772816"/>
            <a:ext cx="3816424" cy="417646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AU" sz="1800" b="1" i="0" u="none" strike="noStrike" cap="none" normalizeH="0" baseline="0" dirty="0" smtClean="0">
                <a:ln>
                  <a:noFill/>
                </a:ln>
                <a:solidFill>
                  <a:schemeClr val="tx1"/>
                </a:solidFill>
                <a:effectLst/>
                <a:latin typeface="Verdana" pitchFamily="34" charset="0"/>
              </a:rPr>
              <a:t>M</a:t>
            </a:r>
            <a:r>
              <a:rPr kumimoji="0" lang="en-AU" sz="1400" b="1" i="0" u="none" strike="noStrike" cap="none" normalizeH="0" baseline="0" dirty="0" smtClean="0">
                <a:ln>
                  <a:noFill/>
                </a:ln>
                <a:solidFill>
                  <a:schemeClr val="tx1"/>
                </a:solidFill>
                <a:effectLst/>
                <a:latin typeface="Verdana" pitchFamily="34" charset="0"/>
              </a:rPr>
              <a:t>emo</a:t>
            </a:r>
            <a:r>
              <a:rPr kumimoji="0" lang="en-AU" sz="2200" b="1" i="0" u="none" strike="noStrike" cap="none" normalizeH="0" baseline="0" dirty="0" smtClean="0">
                <a:ln>
                  <a:noFill/>
                </a:ln>
                <a:solidFill>
                  <a:schemeClr val="tx1"/>
                </a:solidFill>
                <a:effectLst/>
                <a:latin typeface="Verdana" pitchFamily="34" charset="0"/>
              </a:rPr>
              <a:t>	</a:t>
            </a:r>
            <a:r>
              <a:rPr kumimoji="0" lang="en-AU" sz="2200" b="0" i="0" u="none" strike="noStrike" cap="none" normalizeH="0" baseline="0" dirty="0" smtClean="0">
                <a:ln>
                  <a:noFill/>
                </a:ln>
                <a:solidFill>
                  <a:schemeClr val="tx1"/>
                </a:solidFill>
                <a:effectLst/>
                <a:latin typeface="Verdana" pitchFamily="34" charset="0"/>
              </a:rPr>
              <a:t>			             </a:t>
            </a:r>
          </a:p>
          <a:p>
            <a:pPr marL="457200" marR="0" lvl="1" indent="0" algn="l" defTabSz="914400" rtl="0" eaLnBrk="1" fontAlgn="base" latinLnBrk="0" hangingPunct="1">
              <a:lnSpc>
                <a:spcPct val="100000"/>
              </a:lnSpc>
              <a:spcBef>
                <a:spcPts val="300"/>
              </a:spcBef>
              <a:spcAft>
                <a:spcPts val="8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Date:	19 December 2012</a:t>
            </a:r>
          </a:p>
          <a:p>
            <a:pPr marL="457200" marR="0" lvl="1" indent="0" algn="l" defTabSz="914400" rtl="0" eaLnBrk="1" fontAlgn="base" latinLnBrk="0" hangingPunct="1">
              <a:lnSpc>
                <a:spcPct val="100000"/>
              </a:lnSpc>
              <a:spcBef>
                <a:spcPts val="300"/>
              </a:spcBef>
              <a:spcAft>
                <a:spcPts val="8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To:	Hospitality staff</a:t>
            </a:r>
          </a:p>
          <a:p>
            <a:pPr marL="457200" marR="0" lvl="1" indent="0" algn="l" defTabSz="914400" rtl="0" eaLnBrk="1" fontAlgn="base" latinLnBrk="0" hangingPunct="1">
              <a:lnSpc>
                <a:spcPct val="100000"/>
              </a:lnSpc>
              <a:spcBef>
                <a:spcPts val="300"/>
              </a:spcBef>
              <a:spcAft>
                <a:spcPts val="8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From:	Birgitta March</a:t>
            </a:r>
          </a:p>
          <a:p>
            <a:pPr marL="457200" marR="0" lvl="1" indent="0" algn="l" defTabSz="914400" rtl="0" eaLnBrk="1" fontAlgn="base" latinLnBrk="0" hangingPunct="1">
              <a:lnSpc>
                <a:spcPct val="100000"/>
              </a:lnSpc>
              <a:spcBef>
                <a:spcPts val="300"/>
              </a:spcBef>
              <a:spcAft>
                <a:spcPts val="8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Re:	Work placements</a:t>
            </a:r>
          </a:p>
          <a:p>
            <a:pPr marL="457200" marR="0" lvl="1" indent="0" algn="l" defTabSz="914400" rtl="0" eaLnBrk="1" fontAlgn="base" latinLnBrk="0" hangingPunct="1">
              <a:lnSpc>
                <a:spcPct val="100000"/>
              </a:lnSpc>
              <a:spcBef>
                <a:spcPct val="0"/>
              </a:spcBef>
              <a:spcAft>
                <a:spcPts val="600"/>
              </a:spcAft>
              <a:buClrTx/>
              <a:buSzTx/>
              <a:buFontTx/>
              <a:buNone/>
              <a:tabLst/>
            </a:pPr>
            <a:endParaRPr kumimoji="0" lang="en-AU" sz="800" b="0" i="0" u="none" strike="noStrike" cap="none" normalizeH="0" baseline="0" dirty="0" smtClean="0">
              <a:ln>
                <a:noFill/>
              </a:ln>
              <a:solidFill>
                <a:schemeClr val="tx1"/>
              </a:solidFill>
              <a:effectLst/>
              <a:latin typeface="Times New Roman" pitchFamily="18" charset="0"/>
            </a:endParaRPr>
          </a:p>
          <a:p>
            <a:pPr marL="457200" marR="0" lvl="1"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You are invited to a meeting to discuss work placements for our hospitality volunteers for the upcoming New Year's Eve function.</a:t>
            </a:r>
          </a:p>
          <a:p>
            <a:pPr marL="0" marR="0" lvl="0" indent="0" algn="l" defTabSz="914400" rtl="0" eaLnBrk="1" fontAlgn="base" latinLnBrk="0" hangingPunct="1">
              <a:lnSpc>
                <a:spcPct val="100000"/>
              </a:lnSpc>
              <a:spcBef>
                <a:spcPct val="0"/>
              </a:spcBef>
              <a:spcAft>
                <a:spcPts val="600"/>
              </a:spcAft>
              <a:buClrTx/>
              <a:buSzTx/>
              <a:buFontTx/>
              <a:buNone/>
              <a:tabLst/>
            </a:pPr>
            <a:endParaRPr kumimoji="0" lang="en-AU" sz="800" b="0" i="0" u="none" strike="noStrike" cap="none" normalizeH="0" baseline="0" dirty="0" smtClean="0">
              <a:ln>
                <a:noFill/>
              </a:ln>
              <a:solidFill>
                <a:schemeClr val="tx1"/>
              </a:solidFill>
              <a:effectLst/>
              <a:latin typeface="Times New Roman" pitchFamily="18" charset="0"/>
            </a:endParaRPr>
          </a:p>
          <a:p>
            <a:pPr marL="1371600" marR="0" lvl="3"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Time:	10 am</a:t>
            </a:r>
          </a:p>
          <a:p>
            <a:pPr marL="1371600" marR="0" lvl="3"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Date:	22 December 2012</a:t>
            </a:r>
          </a:p>
          <a:p>
            <a:pPr marL="1371600" marR="0" lvl="3"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Where:	Meeting room B245, level 3</a:t>
            </a:r>
          </a:p>
          <a:p>
            <a:pPr marL="1371600" marR="0" lvl="3"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R.S.V.P:	By 21 December 2012</a:t>
            </a:r>
          </a:p>
          <a:p>
            <a:pPr marL="0" marR="0" lvl="0"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                                                               Email:</a:t>
            </a:r>
            <a:r>
              <a:rPr kumimoji="0" lang="en-AU" sz="800" b="0" i="0" u="none" strike="noStrike" cap="none" normalizeH="0" dirty="0" smtClean="0">
                <a:ln>
                  <a:noFill/>
                </a:ln>
                <a:solidFill>
                  <a:schemeClr val="tx1"/>
                </a:solidFill>
                <a:effectLst/>
                <a:latin typeface="Calibri" pitchFamily="34" charset="0"/>
              </a:rPr>
              <a:t>         </a:t>
            </a:r>
            <a:r>
              <a:rPr kumimoji="0" lang="en-AU" sz="800" b="0" i="0" u="none" strike="noStrike" cap="none" normalizeH="0" baseline="0" dirty="0" smtClean="0">
                <a:ln>
                  <a:noFill/>
                </a:ln>
                <a:solidFill>
                  <a:schemeClr val="tx1"/>
                </a:solidFill>
                <a:effectLst/>
                <a:latin typeface="Helvetica" charset="0"/>
                <a:hlinkClick r:id="rId4"/>
              </a:rPr>
              <a:t>birgittam@angliss.edu.au</a:t>
            </a:r>
            <a:endParaRPr kumimoji="0" lang="en-AU" sz="800" b="0"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0"/>
              </a:spcBef>
              <a:spcAft>
                <a:spcPts val="600"/>
              </a:spcAft>
              <a:buClrTx/>
              <a:buSzTx/>
              <a:buFontTx/>
              <a:buNone/>
              <a:tabLst/>
            </a:pPr>
            <a:endParaRPr kumimoji="0" lang="en-AU" sz="800" b="0" i="0" u="none" strike="noStrike" cap="none" normalizeH="0" baseline="0" dirty="0" smtClean="0">
              <a:ln>
                <a:noFill/>
              </a:ln>
              <a:solidFill>
                <a:schemeClr val="tx1"/>
              </a:solidFill>
              <a:effectLst/>
              <a:latin typeface="Times New Roman" pitchFamily="18" charset="0"/>
            </a:endParaRPr>
          </a:p>
          <a:p>
            <a:pPr marL="1371600" marR="0" lvl="3" indent="0" algn="l" defTabSz="914400" rtl="0" eaLnBrk="1" fontAlgn="base" latinLnBrk="0" hangingPunct="1">
              <a:lnSpc>
                <a:spcPct val="100000"/>
              </a:lnSpc>
              <a:spcBef>
                <a:spcPct val="0"/>
              </a:spcBef>
              <a:spcAft>
                <a:spcPts val="600"/>
              </a:spcAft>
              <a:buClrTx/>
              <a:buSzTx/>
              <a:buFontTx/>
              <a:buNone/>
              <a:tabLst/>
            </a:pPr>
            <a:r>
              <a:rPr kumimoji="0" lang="en-AU" sz="800" b="0" i="0" u="none" strike="noStrike" cap="none" normalizeH="0" baseline="0" dirty="0" smtClean="0">
                <a:ln>
                  <a:noFill/>
                </a:ln>
                <a:solidFill>
                  <a:schemeClr val="tx1"/>
                </a:solidFill>
                <a:effectLst/>
                <a:latin typeface="Calibri" pitchFamily="34" charset="0"/>
              </a:rPr>
              <a:t>I hope you can all attend.</a:t>
            </a:r>
            <a:endParaRPr kumimoji="0" lang="en-US" sz="800" b="0" i="0" u="none" strike="noStrike" cap="none" normalizeH="0" baseline="0" dirty="0" smtClean="0">
              <a:ln>
                <a:noFill/>
              </a:ln>
              <a:solidFill>
                <a:schemeClr val="tx1"/>
              </a:solidFill>
              <a:effectLst/>
              <a:latin typeface="Helvetica" pitchFamily="34" charset="0"/>
            </a:endParaRPr>
          </a:p>
        </p:txBody>
      </p:sp>
      <p:sp>
        <p:nvSpPr>
          <p:cNvPr id="97282" name="Text Box 2"/>
          <p:cNvSpPr txBox="1">
            <a:spLocks noChangeArrowheads="1"/>
          </p:cNvSpPr>
          <p:nvPr/>
        </p:nvSpPr>
        <p:spPr bwMode="auto">
          <a:xfrm>
            <a:off x="4860032" y="1772816"/>
            <a:ext cx="3528392" cy="417646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endParaRPr kumimoji="0" lang="en-AU" sz="1100" b="0" i="0" u="none" strike="noStrike" cap="none" normalizeH="0" baseline="0" dirty="0" smtClean="0">
              <a:ln>
                <a:noFill/>
              </a:ln>
              <a:solidFill>
                <a:schemeClr val="tx1"/>
              </a:solidFill>
              <a:effectLst/>
              <a:latin typeface="Times New Roman" pitchFamily="18" charset="0"/>
            </a:endParaRPr>
          </a:p>
          <a:p>
            <a:pPr marL="0" marR="0" lvl="0" indent="0" algn="ctr" defTabSz="914400" rtl="0" eaLnBrk="1" fontAlgn="base" latinLnBrk="0" hangingPunct="1">
              <a:lnSpc>
                <a:spcPct val="100000"/>
              </a:lnSpc>
              <a:spcBef>
                <a:spcPct val="0"/>
              </a:spcBef>
              <a:spcAft>
                <a:spcPts val="1000"/>
              </a:spcAft>
              <a:buClrTx/>
              <a:buSzTx/>
              <a:buFontTx/>
              <a:buNone/>
              <a:tabLst/>
            </a:pPr>
            <a:endParaRPr kumimoji="0" lang="en-AU" sz="1100" b="0" i="0" u="none" strike="noStrike" cap="none" normalizeH="0" baseline="0" dirty="0" smtClean="0">
              <a:ln>
                <a:noFill/>
              </a:ln>
              <a:solidFill>
                <a:schemeClr val="tx1"/>
              </a:solidFill>
              <a:effectLst/>
              <a:latin typeface="Times New Roman" pitchFamily="18" charset="0"/>
            </a:endParaRPr>
          </a:p>
          <a:p>
            <a:pPr marL="0" marR="0" lvl="0" indent="0" algn="ctr" defTabSz="914400" rtl="0" eaLnBrk="1" fontAlgn="base" latinLnBrk="0" hangingPunct="1">
              <a:lnSpc>
                <a:spcPct val="100000"/>
              </a:lnSpc>
              <a:spcBef>
                <a:spcPts val="600"/>
              </a:spcBef>
              <a:spcAft>
                <a:spcPct val="0"/>
              </a:spcAft>
              <a:buClrTx/>
              <a:buSzTx/>
              <a:buFontTx/>
              <a:buNone/>
              <a:tabLst/>
            </a:pPr>
            <a:r>
              <a:rPr kumimoji="0" lang="en-AU" sz="600" b="0" i="0" u="none" strike="noStrike" cap="none" normalizeH="0" baseline="0" dirty="0" smtClean="0">
                <a:ln>
                  <a:noFill/>
                </a:ln>
                <a:solidFill>
                  <a:schemeClr val="tx1"/>
                </a:solidFill>
                <a:effectLst/>
                <a:latin typeface="Helvetica" charset="0"/>
              </a:rPr>
              <a:t>555 La Trobe Street, Melbourne 3000</a:t>
            </a:r>
          </a:p>
          <a:p>
            <a:pPr marL="0" marR="0" lvl="0" indent="0" algn="ctr" defTabSz="914400" rtl="0" eaLnBrk="1" fontAlgn="base" latinLnBrk="0" hangingPunct="1">
              <a:lnSpc>
                <a:spcPct val="100000"/>
              </a:lnSpc>
              <a:spcBef>
                <a:spcPts val="500"/>
              </a:spcBef>
              <a:spcAft>
                <a:spcPts val="500"/>
              </a:spcAft>
              <a:buClrTx/>
              <a:buSzTx/>
              <a:buFontTx/>
              <a:buNone/>
              <a:tabLst/>
            </a:pPr>
            <a:r>
              <a:rPr kumimoji="0" lang="en-AU" sz="600" b="0" i="0" u="none" strike="noStrike" cap="none" normalizeH="0" baseline="0" dirty="0" smtClean="0">
                <a:ln>
                  <a:noFill/>
                </a:ln>
                <a:solidFill>
                  <a:schemeClr val="tx1"/>
                </a:solidFill>
                <a:effectLst/>
                <a:latin typeface="Helvetica" charset="0"/>
              </a:rPr>
              <a:t>Ph: 96062111 Fax: 96062114</a:t>
            </a:r>
          </a:p>
          <a:p>
            <a:pPr marL="0" marR="0" lvl="0" indent="0" algn="ctr" defTabSz="914400" rtl="0" eaLnBrk="1" fontAlgn="base" latinLnBrk="0" hangingPunct="1">
              <a:lnSpc>
                <a:spcPct val="100000"/>
              </a:lnSpc>
              <a:spcBef>
                <a:spcPts val="500"/>
              </a:spcBef>
              <a:spcAft>
                <a:spcPts val="500"/>
              </a:spcAft>
              <a:buClrTx/>
              <a:buSzTx/>
              <a:buFontTx/>
              <a:buNone/>
              <a:tabLst/>
            </a:pPr>
            <a:r>
              <a:rPr kumimoji="0" lang="en-AU" sz="600" b="0" i="0" u="none" strike="noStrike" cap="none" normalizeH="0" baseline="0" dirty="0" smtClean="0">
                <a:ln>
                  <a:noFill/>
                </a:ln>
                <a:solidFill>
                  <a:schemeClr val="tx1"/>
                </a:solidFill>
                <a:effectLst/>
                <a:latin typeface="Helvetica" charset="0"/>
              </a:rPr>
              <a:t>Email: birgittam@angliss.edu.au</a:t>
            </a:r>
            <a:endParaRPr kumimoji="0" lang="en-US" sz="600" b="0" i="0" u="none" strike="noStrike" cap="none" normalizeH="0" baseline="0" dirty="0" smtClean="0">
              <a:ln>
                <a:noFill/>
              </a:ln>
              <a:solidFill>
                <a:schemeClr val="tx1"/>
              </a:solidFill>
              <a:effectLst/>
              <a:latin typeface="Helvetica" pitchFamily="34" charset="0"/>
            </a:endParaRPr>
          </a:p>
        </p:txBody>
      </p:sp>
      <p:sp>
        <p:nvSpPr>
          <p:cNvPr id="97284" name="Rectangle 4"/>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AU" dirty="0">
              <a:latin typeface="Helvetica" pitchFamily="34" charset="0"/>
            </a:endParaRPr>
          </a:p>
        </p:txBody>
      </p:sp>
      <p:sp>
        <p:nvSpPr>
          <p:cNvPr id="97286" name="Rectangle 6"/>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AU" dirty="0">
              <a:latin typeface="Helvetica" pitchFamily="34" charset="0"/>
            </a:endParaRPr>
          </a:p>
        </p:txBody>
      </p:sp>
      <p:graphicFrame>
        <p:nvGraphicFramePr>
          <p:cNvPr id="97285" name="Object 5"/>
          <p:cNvGraphicFramePr>
            <a:graphicFrameLocks noChangeAspect="1"/>
          </p:cNvGraphicFramePr>
          <p:nvPr/>
        </p:nvGraphicFramePr>
        <p:xfrm>
          <a:off x="6372200" y="2132856"/>
          <a:ext cx="563262" cy="309108"/>
        </p:xfrm>
        <a:graphic>
          <a:graphicData uri="http://schemas.openxmlformats.org/presentationml/2006/ole">
            <mc:AlternateContent xmlns:mc="http://schemas.openxmlformats.org/markup-compatibility/2006">
              <mc:Choice xmlns:v="urn:schemas-microsoft-com:vml" Requires="v">
                <p:oleObj spid="_x0000_s97286" r:id="rId5" imgW="9549353" imgH="5024487" progId="">
                  <p:embed/>
                </p:oleObj>
              </mc:Choice>
              <mc:Fallback>
                <p:oleObj r:id="rId5" imgW="9549353" imgH="5024487" progId="">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2200" y="2132856"/>
                        <a:ext cx="563262" cy="3091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0"/>
            <a:ext cx="4536504" cy="1143000"/>
          </a:xfrm>
        </p:spPr>
        <p:txBody>
          <a:bodyPr>
            <a:normAutofit/>
          </a:bodyPr>
          <a:lstStyle/>
          <a:p>
            <a:r>
              <a:rPr lang="en-AU" sz="3400" b="1" dirty="0" smtClean="0">
                <a:solidFill>
                  <a:srgbClr val="FF6600"/>
                </a:solidFill>
                <a:latin typeface="Helvetica" pitchFamily="34" charset="0"/>
              </a:rPr>
              <a:t>Routine letters</a:t>
            </a:r>
          </a:p>
        </p:txBody>
      </p:sp>
      <p:sp>
        <p:nvSpPr>
          <p:cNvPr id="4" name="Slide Number Placeholder 3"/>
          <p:cNvSpPr>
            <a:spLocks noGrp="1"/>
          </p:cNvSpPr>
          <p:nvPr>
            <p:ph type="sldNum" sz="quarter" idx="12"/>
          </p:nvPr>
        </p:nvSpPr>
        <p:spPr/>
        <p:txBody>
          <a:bodyPr/>
          <a:lstStyle/>
          <a:p>
            <a:fld id="{90BDF71C-F485-43AE-8825-5070AF1EA8C9}" type="slidenum">
              <a:rPr lang="en-US" smtClean="0"/>
              <a:pPr/>
              <a:t>42</a:t>
            </a:fld>
            <a:endParaRPr lang="en-US" dirty="0"/>
          </a:p>
        </p:txBody>
      </p:sp>
      <p:graphicFrame>
        <p:nvGraphicFramePr>
          <p:cNvPr id="12" name="Table 11"/>
          <p:cNvGraphicFramePr>
            <a:graphicFrameLocks noGrp="1"/>
          </p:cNvGraphicFramePr>
          <p:nvPr/>
        </p:nvGraphicFramePr>
        <p:xfrm>
          <a:off x="683568" y="1268761"/>
          <a:ext cx="7992888" cy="3604780"/>
        </p:xfrm>
        <a:graphic>
          <a:graphicData uri="http://schemas.openxmlformats.org/drawingml/2006/table">
            <a:tbl>
              <a:tblPr firstRow="1" bandRow="1">
                <a:tableStyleId>{5C22544A-7EE6-4342-B048-85BDC9FD1C3A}</a:tableStyleId>
              </a:tblPr>
              <a:tblGrid>
                <a:gridCol w="2053219"/>
                <a:gridCol w="1833231"/>
                <a:gridCol w="4106438"/>
              </a:tblGrid>
              <a:tr h="15841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tx1"/>
                          </a:solidFill>
                          <a:latin typeface="Helvetica" pitchFamily="34" charset="0"/>
                          <a:ea typeface="Times New Roman"/>
                          <a:cs typeface="Arial"/>
                        </a:rPr>
                        <a:t>Opening Paragraph</a:t>
                      </a:r>
                      <a:r>
                        <a:rPr lang="en-AU" sz="1800" b="1" dirty="0" smtClean="0">
                          <a:solidFill>
                            <a:schemeClr val="tx1"/>
                          </a:solidFill>
                          <a:latin typeface="Helvetica" pitchFamily="34" charset="0"/>
                          <a:ea typeface="Times New Roman"/>
                          <a:cs typeface="Times New Roman"/>
                        </a:rPr>
                        <a:t> </a:t>
                      </a:r>
                    </a:p>
                    <a:p>
                      <a:pPr algn="l"/>
                      <a:endParaRPr lang="en-AU" sz="1800" b="1" dirty="0">
                        <a:solidFill>
                          <a:schemeClr val="tx1"/>
                        </a:solidFill>
                        <a:latin typeface="Helvetica" pitchFamily="34" charset="0"/>
                      </a:endParaRP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Refer to the communication they sent to you</a:t>
                      </a:r>
                      <a:r>
                        <a:rPr lang="en-AU" sz="1800" b="0" dirty="0" smtClean="0">
                          <a:solidFill>
                            <a:schemeClr val="tx1"/>
                          </a:solidFill>
                          <a:latin typeface="Helvetica" pitchFamily="34" charset="0"/>
                          <a:ea typeface="Times New Roman"/>
                          <a:cs typeface="Times New Roman"/>
                        </a:rPr>
                        <a:t> </a:t>
                      </a:r>
                    </a:p>
                    <a:p>
                      <a:pPr algn="l"/>
                      <a:endParaRPr lang="en-AU" sz="1800" b="0" dirty="0">
                        <a:solidFill>
                          <a:schemeClr val="tx1"/>
                        </a:solidFill>
                        <a:latin typeface="Helvetica" pitchFamily="34" charset="0"/>
                      </a:endParaRPr>
                    </a:p>
                  </a:txBody>
                  <a:tcP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Char char="•"/>
                        <a:tabLst>
                          <a:tab pos="457200" algn="l"/>
                        </a:tabLst>
                      </a:pPr>
                      <a:r>
                        <a:rPr lang="en-AU" sz="1800" b="0" dirty="0" smtClean="0">
                          <a:solidFill>
                            <a:schemeClr val="tx1"/>
                          </a:solidFill>
                          <a:latin typeface="Helvetica" pitchFamily="34" charset="0"/>
                        </a:rPr>
                        <a:t> Here is the information you asked for in your letter of 12 November. </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lang="en-AU" sz="1800" b="0" dirty="0" smtClean="0">
                          <a:solidFill>
                            <a:schemeClr val="tx1"/>
                          </a:solidFill>
                          <a:latin typeface="Helvetica" pitchFamily="34" charset="0"/>
                        </a:rPr>
                        <a:t> In your letter of 9 June, you asked for... </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lang="en-AU" sz="1800" b="0" dirty="0" smtClean="0">
                          <a:solidFill>
                            <a:schemeClr val="tx1"/>
                          </a:solidFill>
                          <a:latin typeface="Helvetica" pitchFamily="34" charset="0"/>
                        </a:rPr>
                        <a:t> In reply to your letter of 8 August... </a:t>
                      </a:r>
                    </a:p>
                  </a:txBody>
                  <a:tcPr>
                    <a:solidFill>
                      <a:schemeClr val="accent1">
                        <a:lumMod val="40000"/>
                        <a:lumOff val="60000"/>
                      </a:schemeClr>
                    </a:solidFill>
                  </a:tcPr>
                </a:tc>
              </a:tr>
              <a:tr h="9213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tx1"/>
                          </a:solidFill>
                          <a:latin typeface="Helvetica" pitchFamily="34" charset="0"/>
                          <a:ea typeface="Times New Roman"/>
                          <a:cs typeface="Arial"/>
                        </a:rPr>
                        <a:t>Middle Paragraphs</a:t>
                      </a:r>
                      <a:r>
                        <a:rPr lang="en-AU" sz="1800" b="1" dirty="0" smtClean="0">
                          <a:solidFill>
                            <a:schemeClr val="tx1"/>
                          </a:solidFill>
                          <a:latin typeface="Helvetica" pitchFamily="34" charset="0"/>
                          <a:ea typeface="Times New Roman"/>
                          <a:cs typeface="Times New Roman"/>
                        </a:rPr>
                        <a:t> </a:t>
                      </a:r>
                    </a:p>
                    <a:p>
                      <a:pPr algn="l"/>
                      <a:endParaRPr lang="en-AU" sz="1800" b="1" dirty="0">
                        <a:solidFill>
                          <a:schemeClr val="tx1"/>
                        </a:solidFill>
                        <a:latin typeface="Helvetica" pitchFamily="34" charset="0"/>
                      </a:endParaRP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Provide complete information</a:t>
                      </a:r>
                      <a:r>
                        <a:rPr lang="en-AU" sz="1800" b="0" dirty="0" smtClean="0">
                          <a:solidFill>
                            <a:schemeClr val="tx1"/>
                          </a:solidFill>
                          <a:latin typeface="Helvetica" pitchFamily="34" charset="0"/>
                          <a:ea typeface="Times New Roman"/>
                          <a:cs typeface="Times New Roman"/>
                        </a:rPr>
                        <a:t> </a:t>
                      </a:r>
                    </a:p>
                  </a:txBody>
                  <a:tcPr>
                    <a:solidFill>
                      <a:schemeClr val="accent1">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rPr>
                        <a:t>I have enclosed a brochure detailing our hotel...</a:t>
                      </a:r>
                    </a:p>
                  </a:txBody>
                  <a:tcPr>
                    <a:solidFill>
                      <a:schemeClr val="accent1">
                        <a:lumMod val="40000"/>
                        <a:lumOff val="60000"/>
                      </a:schemeClr>
                    </a:solidFill>
                  </a:tcPr>
                </a:tc>
              </a:tr>
              <a:tr h="1099241">
                <a:tc>
                  <a:txBody>
                    <a:bodyPr/>
                    <a:lstStyle/>
                    <a:p>
                      <a:pPr algn="l">
                        <a:lnSpc>
                          <a:spcPct val="115000"/>
                        </a:lnSpc>
                        <a:spcAft>
                          <a:spcPts val="1000"/>
                        </a:spcAft>
                      </a:pPr>
                      <a:r>
                        <a:rPr lang="en-AU" sz="1800" b="1" dirty="0" smtClean="0">
                          <a:solidFill>
                            <a:schemeClr val="tx1"/>
                          </a:solidFill>
                          <a:latin typeface="Helvetica" pitchFamily="34" charset="0"/>
                          <a:ea typeface="Times New Roman"/>
                          <a:cs typeface="Arial"/>
                        </a:rPr>
                        <a:t>Ending Paragraph</a:t>
                      </a:r>
                      <a:r>
                        <a:rPr lang="en-AU" sz="1800" b="1" dirty="0" smtClean="0">
                          <a:solidFill>
                            <a:schemeClr val="tx1"/>
                          </a:solidFill>
                          <a:latin typeface="Helvetica" pitchFamily="34" charset="0"/>
                          <a:ea typeface="Times New Roman"/>
                          <a:cs typeface="Times New Roman"/>
                        </a:rPr>
                        <a:t> </a:t>
                      </a:r>
                      <a:endParaRPr lang="en-AU" sz="1800" b="1" dirty="0">
                        <a:solidFill>
                          <a:schemeClr val="tx1"/>
                        </a:solidFill>
                        <a:latin typeface="Helvetica" pitchFamily="34" charset="0"/>
                        <a:ea typeface="Times New Roman"/>
                        <a:cs typeface="Times New Roman"/>
                      </a:endParaRP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Include a goodwill close</a:t>
                      </a:r>
                      <a:r>
                        <a:rPr lang="en-AU" sz="1800" b="0" dirty="0" smtClean="0">
                          <a:solidFill>
                            <a:schemeClr val="tx1"/>
                          </a:solidFill>
                          <a:latin typeface="Helvetica" pitchFamily="34" charset="0"/>
                          <a:ea typeface="Times New Roman"/>
                          <a:cs typeface="Times New Roman"/>
                        </a:rPr>
                        <a:t> </a:t>
                      </a:r>
                    </a:p>
                    <a:p>
                      <a:pPr algn="l"/>
                      <a:endParaRPr lang="en-AU" sz="1800" b="0" dirty="0">
                        <a:solidFill>
                          <a:schemeClr val="tx1"/>
                        </a:solidFill>
                        <a:latin typeface="Helvetica" pitchFamily="34" charset="0"/>
                      </a:endParaRPr>
                    </a:p>
                  </a:txBody>
                  <a:tcPr>
                    <a:solidFill>
                      <a:schemeClr val="accent1">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rPr>
                        <a:t>If I can be of any further assistance please don’t hesitate to contact me on the above contact numbers.</a:t>
                      </a:r>
                    </a:p>
                  </a:txBody>
                  <a:tcPr>
                    <a:solidFill>
                      <a:schemeClr val="accent1">
                        <a:lumMod val="40000"/>
                        <a:lumOff val="60000"/>
                      </a:schemeClr>
                    </a:solidFill>
                  </a:tcPr>
                </a:tc>
              </a:tr>
            </a:tbl>
          </a:graphicData>
        </a:graphic>
      </p:graphicFrame>
      <p:pic>
        <p:nvPicPr>
          <p:cNvPr id="179202" name="Picture 2" descr="C:\Documents and Settings\jirayut\Local Settings\Temporary Internet Files\Content.IE5\G3WM5228\MC900431536[1].png"/>
          <p:cNvPicPr>
            <a:picLocks noChangeAspect="1" noChangeArrowheads="1"/>
          </p:cNvPicPr>
          <p:nvPr/>
        </p:nvPicPr>
        <p:blipFill>
          <a:blip r:embed="rId3" cstate="print"/>
          <a:srcRect/>
          <a:stretch>
            <a:fillRect/>
          </a:stretch>
        </p:blipFill>
        <p:spPr bwMode="auto">
          <a:xfrm>
            <a:off x="6444208" y="5301208"/>
            <a:ext cx="1407778" cy="1384315"/>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7467600" cy="1143000"/>
          </a:xfrm>
        </p:spPr>
        <p:txBody>
          <a:bodyPr>
            <a:normAutofit/>
          </a:bodyPr>
          <a:lstStyle/>
          <a:p>
            <a:r>
              <a:rPr lang="en-AU" sz="3400" b="1" dirty="0" smtClean="0">
                <a:solidFill>
                  <a:srgbClr val="FF6600"/>
                </a:solidFill>
                <a:latin typeface="Helvetica" pitchFamily="34" charset="0"/>
              </a:rPr>
              <a:t>Good news letters</a:t>
            </a:r>
          </a:p>
        </p:txBody>
      </p:sp>
      <p:sp>
        <p:nvSpPr>
          <p:cNvPr id="4" name="Slide Number Placeholder 3"/>
          <p:cNvSpPr>
            <a:spLocks noGrp="1"/>
          </p:cNvSpPr>
          <p:nvPr>
            <p:ph type="sldNum" sz="quarter" idx="12"/>
          </p:nvPr>
        </p:nvSpPr>
        <p:spPr/>
        <p:txBody>
          <a:bodyPr/>
          <a:lstStyle/>
          <a:p>
            <a:fld id="{90BDF71C-F485-43AE-8825-5070AF1EA8C9}" type="slidenum">
              <a:rPr lang="en-US" smtClean="0"/>
              <a:pPr/>
              <a:t>43</a:t>
            </a:fld>
            <a:endParaRPr lang="en-US" dirty="0"/>
          </a:p>
        </p:txBody>
      </p:sp>
      <p:graphicFrame>
        <p:nvGraphicFramePr>
          <p:cNvPr id="14" name="Table 13"/>
          <p:cNvGraphicFramePr>
            <a:graphicFrameLocks noGrp="1"/>
          </p:cNvGraphicFramePr>
          <p:nvPr/>
        </p:nvGraphicFramePr>
        <p:xfrm>
          <a:off x="179512" y="1124744"/>
          <a:ext cx="8784976" cy="3988676"/>
        </p:xfrm>
        <a:graphic>
          <a:graphicData uri="http://schemas.openxmlformats.org/drawingml/2006/table">
            <a:tbl>
              <a:tblPr firstRow="1" bandRow="1">
                <a:tableStyleId>{5C22544A-7EE6-4342-B048-85BDC9FD1C3A}</a:tableStyleId>
              </a:tblPr>
              <a:tblGrid>
                <a:gridCol w="2342660"/>
                <a:gridCol w="1928934"/>
                <a:gridCol w="4513382"/>
              </a:tblGrid>
              <a:tr h="170912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tx1"/>
                          </a:solidFill>
                          <a:latin typeface="Helvetica" pitchFamily="34" charset="0"/>
                          <a:ea typeface="Times New Roman"/>
                          <a:cs typeface="Arial"/>
                        </a:rPr>
                        <a:t>Opening Paragraph</a:t>
                      </a:r>
                      <a:r>
                        <a:rPr lang="en-AU" sz="1800" b="1" dirty="0" smtClean="0">
                          <a:solidFill>
                            <a:schemeClr val="tx1"/>
                          </a:solidFill>
                          <a:latin typeface="Helvetica" pitchFamily="34" charset="0"/>
                          <a:ea typeface="Times New Roman"/>
                          <a:cs typeface="Times New Roman"/>
                        </a:rPr>
                        <a:t> </a:t>
                      </a:r>
                    </a:p>
                    <a:p>
                      <a:pPr algn="l"/>
                      <a:endParaRPr lang="en-AU" sz="1800" b="1" dirty="0">
                        <a:solidFill>
                          <a:schemeClr val="tx1"/>
                        </a:solidFill>
                        <a:latin typeface="Helvetica" pitchFamily="34" charset="0"/>
                      </a:endParaRPr>
                    </a:p>
                  </a:txBody>
                  <a:tcPr>
                    <a:solidFill>
                      <a:srgbClr val="92D050"/>
                    </a:solidFill>
                  </a:tcPr>
                </a:tc>
                <a:tc>
                  <a:txBody>
                    <a:bodyPr/>
                    <a:lstStyle/>
                    <a:p>
                      <a:pPr algn="l">
                        <a:spcAft>
                          <a:spcPts val="0"/>
                        </a:spcAft>
                      </a:pPr>
                      <a:r>
                        <a:rPr lang="en-AU" sz="1800" b="0" dirty="0" smtClean="0">
                          <a:solidFill>
                            <a:schemeClr val="tx1"/>
                          </a:solidFill>
                          <a:latin typeface="Helvetica" pitchFamily="34" charset="0"/>
                          <a:ea typeface="Times New Roman"/>
                          <a:cs typeface="Arial"/>
                        </a:rPr>
                        <a:t>Write the good news</a:t>
                      </a:r>
                      <a:r>
                        <a:rPr lang="en-AU" sz="1800" b="0" dirty="0" smtClean="0">
                          <a:solidFill>
                            <a:schemeClr val="tx1"/>
                          </a:solidFill>
                          <a:latin typeface="Helvetica" pitchFamily="34" charset="0"/>
                          <a:ea typeface="Times New Roman"/>
                          <a:cs typeface="Times New Roman"/>
                        </a:rPr>
                        <a:t> </a:t>
                      </a:r>
                    </a:p>
                    <a:p>
                      <a:pPr algn="l"/>
                      <a:endParaRPr lang="en-AU" sz="1800" b="0" dirty="0">
                        <a:solidFill>
                          <a:schemeClr val="tx1"/>
                        </a:solidFill>
                        <a:latin typeface="Helvetica" pitchFamily="34" charset="0"/>
                      </a:endParaRPr>
                    </a:p>
                  </a:txBody>
                  <a:tcPr>
                    <a:solidFill>
                      <a:schemeClr val="accent1">
                        <a:lumMod val="60000"/>
                        <a:lumOff val="40000"/>
                      </a:schemeClr>
                    </a:solidFill>
                  </a:tcPr>
                </a:tc>
                <a:tc>
                  <a:txBody>
                    <a:bodyPr/>
                    <a:lstStyle/>
                    <a:p>
                      <a:pPr lvl="0">
                        <a:buFont typeface="Arial" pitchFamily="34" charset="0"/>
                        <a:buChar char="•"/>
                      </a:pPr>
                      <a:r>
                        <a:rPr lang="en-AU" sz="1800" b="0" dirty="0" smtClean="0">
                          <a:solidFill>
                            <a:schemeClr val="tx1"/>
                          </a:solidFill>
                          <a:latin typeface="Helvetica" pitchFamily="34" charset="0"/>
                        </a:rPr>
                        <a:t> Although the warranty on your heater ended six months ago, we have decided to replace it without further charge. </a:t>
                      </a:r>
                    </a:p>
                    <a:p>
                      <a:pPr lvl="0">
                        <a:buFont typeface="Arial" pitchFamily="34" charset="0"/>
                        <a:buChar char="•"/>
                      </a:pPr>
                      <a:r>
                        <a:rPr lang="en-AU" sz="1800" b="0" dirty="0" smtClean="0">
                          <a:solidFill>
                            <a:schemeClr val="tx1"/>
                          </a:solidFill>
                          <a:latin typeface="Helvetica" pitchFamily="34" charset="0"/>
                        </a:rPr>
                        <a:t>  We overestimated the costs of repairs to your roof.  The account will be $700.00 less than we anticipated. </a:t>
                      </a:r>
                    </a:p>
                  </a:txBody>
                  <a:tcPr>
                    <a:solidFill>
                      <a:schemeClr val="accent1">
                        <a:lumMod val="40000"/>
                        <a:lumOff val="60000"/>
                      </a:schemeClr>
                    </a:solidFill>
                  </a:tcPr>
                </a:tc>
              </a:tr>
              <a:tr h="8995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tx1"/>
                          </a:solidFill>
                          <a:latin typeface="Helvetica" pitchFamily="34" charset="0"/>
                          <a:ea typeface="Times New Roman"/>
                          <a:cs typeface="Arial"/>
                        </a:rPr>
                        <a:t>Middle Paragraphs</a:t>
                      </a:r>
                      <a:r>
                        <a:rPr lang="en-AU" sz="1800" b="1" dirty="0" smtClean="0">
                          <a:solidFill>
                            <a:schemeClr val="tx1"/>
                          </a:solidFill>
                          <a:latin typeface="Helvetica" pitchFamily="34" charset="0"/>
                          <a:ea typeface="Times New Roman"/>
                          <a:cs typeface="Times New Roman"/>
                        </a:rPr>
                        <a:t> </a:t>
                      </a:r>
                    </a:p>
                    <a:p>
                      <a:pPr algn="l"/>
                      <a:endParaRPr lang="en-AU" sz="1800" b="1" dirty="0">
                        <a:solidFill>
                          <a:schemeClr val="tx1"/>
                        </a:solidFill>
                        <a:latin typeface="Helvetica" pitchFamily="34" charset="0"/>
                      </a:endParaRPr>
                    </a:p>
                  </a:txBody>
                  <a:tcPr>
                    <a:solidFill>
                      <a:srgbClr val="92D050"/>
                    </a:solidFill>
                  </a:tcPr>
                </a:tc>
                <a:tc>
                  <a:txBody>
                    <a:bodyPr/>
                    <a:lstStyle/>
                    <a:p>
                      <a:pPr algn="l">
                        <a:spcAft>
                          <a:spcPts val="0"/>
                        </a:spcAft>
                      </a:pPr>
                      <a:r>
                        <a:rPr lang="en-AU" sz="1800" b="0" dirty="0" smtClean="0">
                          <a:solidFill>
                            <a:schemeClr val="tx1"/>
                          </a:solidFill>
                          <a:latin typeface="Helvetica" pitchFamily="34" charset="0"/>
                          <a:ea typeface="Times New Roman"/>
                          <a:cs typeface="Arial"/>
                        </a:rPr>
                        <a:t>Provide relevant detail</a:t>
                      </a:r>
                      <a:r>
                        <a:rPr lang="en-AU" sz="1800" b="0" dirty="0" smtClean="0">
                          <a:solidFill>
                            <a:schemeClr val="tx1"/>
                          </a:solidFill>
                          <a:latin typeface="Helvetica" pitchFamily="34" charset="0"/>
                          <a:ea typeface="Times New Roman"/>
                          <a:cs typeface="Times New Roman"/>
                        </a:rPr>
                        <a:t> </a:t>
                      </a:r>
                      <a:endParaRPr lang="en-AU" sz="1800" b="0" dirty="0">
                        <a:solidFill>
                          <a:schemeClr val="tx1"/>
                        </a:solidFill>
                        <a:latin typeface="Helvetica" pitchFamily="34" charset="0"/>
                        <a:ea typeface="Times New Roman"/>
                        <a:cs typeface="Times New Roman"/>
                      </a:endParaRPr>
                    </a:p>
                  </a:txBody>
                  <a:tcPr>
                    <a:solidFill>
                      <a:schemeClr val="accent1">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dirty="0" smtClean="0">
                          <a:latin typeface="Helvetica" pitchFamily="34" charset="0"/>
                        </a:rPr>
                        <a:t>Our repair staff have thoroughly tested the heater over three months and found that...</a:t>
                      </a:r>
                      <a:endParaRPr lang="en-AU" sz="1800" b="0" dirty="0" smtClean="0">
                        <a:solidFill>
                          <a:schemeClr val="tx1"/>
                        </a:solidFill>
                        <a:latin typeface="Helvetica" pitchFamily="34" charset="0"/>
                      </a:endParaRPr>
                    </a:p>
                  </a:txBody>
                  <a:tcPr>
                    <a:solidFill>
                      <a:schemeClr val="accent1">
                        <a:lumMod val="40000"/>
                        <a:lumOff val="60000"/>
                      </a:schemeClr>
                    </a:solidFill>
                  </a:tcPr>
                </a:tc>
              </a:tr>
              <a:tr h="1351778">
                <a:tc>
                  <a:txBody>
                    <a:bodyPr/>
                    <a:lstStyle/>
                    <a:p>
                      <a:pPr algn="l">
                        <a:lnSpc>
                          <a:spcPct val="115000"/>
                        </a:lnSpc>
                        <a:spcAft>
                          <a:spcPts val="1000"/>
                        </a:spcAft>
                      </a:pPr>
                      <a:r>
                        <a:rPr lang="en-AU" sz="1800" b="1" dirty="0" smtClean="0">
                          <a:solidFill>
                            <a:schemeClr val="tx1"/>
                          </a:solidFill>
                          <a:latin typeface="Helvetica" pitchFamily="34" charset="0"/>
                          <a:ea typeface="Times New Roman"/>
                          <a:cs typeface="Arial"/>
                        </a:rPr>
                        <a:t>Ending Paragraph</a:t>
                      </a:r>
                      <a:r>
                        <a:rPr lang="en-AU" sz="1800" b="1" dirty="0" smtClean="0">
                          <a:solidFill>
                            <a:schemeClr val="tx1"/>
                          </a:solidFill>
                          <a:latin typeface="Helvetica" pitchFamily="34" charset="0"/>
                          <a:ea typeface="Times New Roman"/>
                          <a:cs typeface="Times New Roman"/>
                        </a:rPr>
                        <a:t> </a:t>
                      </a:r>
                      <a:endParaRPr lang="en-AU" sz="1800" b="1" dirty="0">
                        <a:solidFill>
                          <a:schemeClr val="tx1"/>
                        </a:solidFill>
                        <a:latin typeface="Helvetica" pitchFamily="34" charset="0"/>
                        <a:ea typeface="Times New Roman"/>
                        <a:cs typeface="Times New Roman"/>
                      </a:endParaRPr>
                    </a:p>
                  </a:txBody>
                  <a:tcPr>
                    <a:solidFill>
                      <a:srgbClr val="92D050"/>
                    </a:solidFill>
                  </a:tcPr>
                </a:tc>
                <a:tc>
                  <a:txBody>
                    <a:bodyPr/>
                    <a:lstStyle/>
                    <a:p>
                      <a:pPr algn="l">
                        <a:spcAft>
                          <a:spcPts val="0"/>
                        </a:spcAft>
                      </a:pPr>
                      <a:r>
                        <a:rPr lang="en-AU" sz="1800" b="0" dirty="0" smtClean="0">
                          <a:solidFill>
                            <a:schemeClr val="tx1"/>
                          </a:solidFill>
                          <a:latin typeface="Helvetica" pitchFamily="34" charset="0"/>
                          <a:ea typeface="Times New Roman"/>
                          <a:cs typeface="Arial"/>
                        </a:rPr>
                        <a:t>Repeat the good news</a:t>
                      </a:r>
                      <a:r>
                        <a:rPr lang="en-AU" sz="1800" b="0" dirty="0" smtClean="0">
                          <a:solidFill>
                            <a:schemeClr val="tx1"/>
                          </a:solidFill>
                          <a:latin typeface="Helvetica" pitchFamily="34" charset="0"/>
                          <a:ea typeface="Times New Roman"/>
                          <a:cs typeface="Times New Roman"/>
                        </a:rPr>
                        <a:t> </a:t>
                      </a:r>
                    </a:p>
                  </a:txBody>
                  <a:tcPr>
                    <a:solidFill>
                      <a:schemeClr val="accent1">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dirty="0" smtClean="0">
                          <a:latin typeface="Helvetica" pitchFamily="34" charset="0"/>
                        </a:rPr>
                        <a:t>Please telephone our office to make a suitable time for our plumber to fit your new heater. Our cheque for seven hundred dollars is enclosed.  </a:t>
                      </a:r>
                    </a:p>
                  </a:txBody>
                  <a:tcPr>
                    <a:solidFill>
                      <a:schemeClr val="accent1">
                        <a:lumMod val="40000"/>
                        <a:lumOff val="60000"/>
                      </a:schemeClr>
                    </a:solidFill>
                  </a:tcPr>
                </a:tc>
              </a:tr>
            </a:tbl>
          </a:graphicData>
        </a:graphic>
      </p:graphicFrame>
      <p:pic>
        <p:nvPicPr>
          <p:cNvPr id="180226" name="Picture 2" descr="C:\Documents and Settings\jirayut\Local Settings\Temporary Internet Files\Content.IE5\TKO24698\MC900431536[1].png"/>
          <p:cNvPicPr>
            <a:picLocks noChangeAspect="1" noChangeArrowheads="1"/>
          </p:cNvPicPr>
          <p:nvPr/>
        </p:nvPicPr>
        <p:blipFill>
          <a:blip r:embed="rId3" cstate="print">
            <a:duotone>
              <a:prstClr val="black"/>
              <a:schemeClr val="accent3">
                <a:tint val="45000"/>
                <a:satMod val="400000"/>
              </a:schemeClr>
            </a:duotone>
          </a:blip>
          <a:srcRect/>
          <a:stretch>
            <a:fillRect/>
          </a:stretch>
        </p:blipFill>
        <p:spPr bwMode="auto">
          <a:xfrm>
            <a:off x="6588224" y="5224619"/>
            <a:ext cx="1368152" cy="1345349"/>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7467600" cy="882352"/>
          </a:xfrm>
        </p:spPr>
        <p:txBody>
          <a:bodyPr>
            <a:normAutofit/>
          </a:bodyPr>
          <a:lstStyle/>
          <a:p>
            <a:r>
              <a:rPr lang="en-AU" sz="3400" b="1" dirty="0" smtClean="0">
                <a:solidFill>
                  <a:srgbClr val="FF6600"/>
                </a:solidFill>
                <a:latin typeface="Helvetica" pitchFamily="34" charset="0"/>
              </a:rPr>
              <a:t>Bad news letters</a:t>
            </a:r>
          </a:p>
        </p:txBody>
      </p:sp>
      <p:sp>
        <p:nvSpPr>
          <p:cNvPr id="4" name="Slide Number Placeholder 3"/>
          <p:cNvSpPr>
            <a:spLocks noGrp="1"/>
          </p:cNvSpPr>
          <p:nvPr>
            <p:ph type="sldNum" sz="quarter" idx="12"/>
          </p:nvPr>
        </p:nvSpPr>
        <p:spPr/>
        <p:txBody>
          <a:bodyPr/>
          <a:lstStyle/>
          <a:p>
            <a:fld id="{90BDF71C-F485-43AE-8825-5070AF1EA8C9}" type="slidenum">
              <a:rPr lang="en-US" smtClean="0"/>
              <a:pPr/>
              <a:t>44</a:t>
            </a:fld>
            <a:endParaRPr lang="en-US" dirty="0"/>
          </a:p>
        </p:txBody>
      </p:sp>
      <p:graphicFrame>
        <p:nvGraphicFramePr>
          <p:cNvPr id="12" name="Table 11"/>
          <p:cNvGraphicFramePr>
            <a:graphicFrameLocks noGrp="1"/>
          </p:cNvGraphicFramePr>
          <p:nvPr/>
        </p:nvGraphicFramePr>
        <p:xfrm>
          <a:off x="395536" y="908720"/>
          <a:ext cx="8496944" cy="4663440"/>
        </p:xfrm>
        <a:graphic>
          <a:graphicData uri="http://schemas.openxmlformats.org/drawingml/2006/table">
            <a:tbl>
              <a:tblPr firstRow="1" bandRow="1">
                <a:tableStyleId>{5C22544A-7EE6-4342-B048-85BDC9FD1C3A}</a:tableStyleId>
              </a:tblPr>
              <a:tblGrid>
                <a:gridCol w="1512168"/>
                <a:gridCol w="2088232"/>
                <a:gridCol w="4896544"/>
              </a:tblGrid>
              <a:tr h="15841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tx1"/>
                          </a:solidFill>
                          <a:latin typeface="Helvetica" pitchFamily="34" charset="0"/>
                          <a:ea typeface="Times New Roman"/>
                          <a:cs typeface="Arial"/>
                        </a:rPr>
                        <a:t>Opening Paragraph</a:t>
                      </a:r>
                      <a:r>
                        <a:rPr lang="en-AU" sz="1800" b="1" dirty="0" smtClean="0">
                          <a:solidFill>
                            <a:schemeClr val="tx1"/>
                          </a:solidFill>
                          <a:latin typeface="Helvetica" pitchFamily="34" charset="0"/>
                          <a:ea typeface="Times New Roman"/>
                          <a:cs typeface="Times New Roman"/>
                        </a:rPr>
                        <a:t> </a:t>
                      </a:r>
                    </a:p>
                    <a:p>
                      <a:pPr algn="l"/>
                      <a:endParaRPr lang="en-AU" sz="1800" b="1" dirty="0">
                        <a:solidFill>
                          <a:schemeClr val="tx1"/>
                        </a:solidFill>
                        <a:latin typeface="Helvetica" pitchFamily="34" charset="0"/>
                      </a:endParaRP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Allude to the situation with a neutral comment</a:t>
                      </a:r>
                      <a:r>
                        <a:rPr lang="en-AU" sz="1800" b="0" dirty="0" smtClean="0">
                          <a:solidFill>
                            <a:schemeClr val="tx1"/>
                          </a:solidFill>
                          <a:latin typeface="Helvetica" pitchFamily="34" charset="0"/>
                          <a:ea typeface="Times New Roman"/>
                          <a:cs typeface="Times New Roman"/>
                        </a:rPr>
                        <a:t> </a:t>
                      </a:r>
                    </a:p>
                    <a:p>
                      <a:pPr algn="l"/>
                      <a:endParaRPr lang="en-AU" sz="1800" b="0" dirty="0">
                        <a:solidFill>
                          <a:schemeClr val="tx1"/>
                        </a:solidFill>
                        <a:latin typeface="Helvetica" pitchFamily="34" charset="0"/>
                      </a:endParaRPr>
                    </a:p>
                  </a:txBody>
                  <a:tcPr>
                    <a:solidFill>
                      <a:schemeClr val="accent1">
                        <a:lumMod val="60000"/>
                        <a:lumOff val="40000"/>
                      </a:schemeClr>
                    </a:solidFill>
                  </a:tcPr>
                </a:tc>
                <a:tc>
                  <a:txBody>
                    <a:bodyPr/>
                    <a:lstStyle/>
                    <a:p>
                      <a:pPr marL="180975" lvl="0" indent="-180975" algn="l">
                        <a:buFont typeface="Arial" pitchFamily="34" charset="0"/>
                        <a:buChar char="•"/>
                      </a:pPr>
                      <a:r>
                        <a:rPr lang="en-AU" sz="1800" b="0" dirty="0" smtClean="0">
                          <a:solidFill>
                            <a:schemeClr val="tx1"/>
                          </a:solidFill>
                          <a:latin typeface="Helvetica" pitchFamily="34" charset="0"/>
                        </a:rPr>
                        <a:t> The heating unit that you returned has been checked by our laboratory. </a:t>
                      </a:r>
                    </a:p>
                    <a:p>
                      <a:pPr marL="180975" lvl="0" indent="-180975" algn="l">
                        <a:buFont typeface="Arial" pitchFamily="34" charset="0"/>
                        <a:buChar char="•"/>
                      </a:pPr>
                      <a:r>
                        <a:rPr lang="en-AU" sz="1800" b="0" dirty="0" smtClean="0">
                          <a:solidFill>
                            <a:schemeClr val="tx1"/>
                          </a:solidFill>
                          <a:latin typeface="Helvetica" pitchFamily="34" charset="0"/>
                        </a:rPr>
                        <a:t>The cost of the repairs to your roof which we originally estimated at $8000 can now be compared with the actual costs of the materials. </a:t>
                      </a:r>
                    </a:p>
                  </a:txBody>
                  <a:tcPr>
                    <a:solidFill>
                      <a:schemeClr val="accent1">
                        <a:lumMod val="40000"/>
                        <a:lumOff val="60000"/>
                      </a:schemeClr>
                    </a:solidFill>
                  </a:tcPr>
                </a:tc>
              </a:tr>
              <a:tr h="96219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1" dirty="0" smtClean="0">
                          <a:solidFill>
                            <a:schemeClr val="tx1"/>
                          </a:solidFill>
                          <a:latin typeface="Helvetica" pitchFamily="34" charset="0"/>
                          <a:ea typeface="Times New Roman"/>
                          <a:cs typeface="Arial"/>
                        </a:rPr>
                        <a:t>Middle Paragraphs</a:t>
                      </a:r>
                      <a:r>
                        <a:rPr lang="en-AU" sz="1800" b="1" dirty="0" smtClean="0">
                          <a:solidFill>
                            <a:schemeClr val="tx1"/>
                          </a:solidFill>
                          <a:latin typeface="Helvetica" pitchFamily="34" charset="0"/>
                          <a:ea typeface="Times New Roman"/>
                          <a:cs typeface="Times New Roman"/>
                        </a:rPr>
                        <a:t> </a:t>
                      </a:r>
                    </a:p>
                    <a:p>
                      <a:pPr algn="l"/>
                      <a:endParaRPr lang="en-AU" sz="1800" b="1" dirty="0">
                        <a:solidFill>
                          <a:schemeClr val="tx1"/>
                        </a:solidFill>
                        <a:latin typeface="Helvetica" pitchFamily="34" charset="0"/>
                      </a:endParaRP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Give details and reasons.</a:t>
                      </a:r>
                      <a:br>
                        <a:rPr lang="en-AU" sz="1800" b="0" dirty="0" smtClean="0">
                          <a:solidFill>
                            <a:schemeClr val="tx1"/>
                          </a:solidFill>
                          <a:latin typeface="Helvetica" pitchFamily="34" charset="0"/>
                          <a:ea typeface="Times New Roman"/>
                          <a:cs typeface="Arial"/>
                        </a:rPr>
                      </a:br>
                      <a:r>
                        <a:rPr lang="en-AU" sz="1800" b="0" dirty="0" smtClean="0">
                          <a:solidFill>
                            <a:schemeClr val="tx1"/>
                          </a:solidFill>
                          <a:latin typeface="Helvetica" pitchFamily="34" charset="0"/>
                          <a:ea typeface="Times New Roman"/>
                          <a:cs typeface="Arial"/>
                        </a:rPr>
                        <a:t>State the bad news.</a:t>
                      </a:r>
                      <a:br>
                        <a:rPr lang="en-AU" sz="1800" b="0" dirty="0" smtClean="0">
                          <a:solidFill>
                            <a:schemeClr val="tx1"/>
                          </a:solidFill>
                          <a:latin typeface="Helvetica" pitchFamily="34" charset="0"/>
                          <a:ea typeface="Times New Roman"/>
                          <a:cs typeface="Arial"/>
                        </a:rPr>
                      </a:br>
                      <a:r>
                        <a:rPr lang="en-AU" sz="1800" b="0" dirty="0" smtClean="0">
                          <a:solidFill>
                            <a:schemeClr val="tx1"/>
                          </a:solidFill>
                          <a:latin typeface="Helvetica" pitchFamily="34" charset="0"/>
                          <a:ea typeface="Times New Roman"/>
                          <a:cs typeface="Arial"/>
                        </a:rPr>
                        <a:t>Provide workable alternatives.</a:t>
                      </a:r>
                      <a:r>
                        <a:rPr lang="en-AU" sz="1800" b="0" dirty="0" smtClean="0">
                          <a:solidFill>
                            <a:schemeClr val="tx1"/>
                          </a:solidFill>
                          <a:latin typeface="Helvetica" pitchFamily="34" charset="0"/>
                          <a:ea typeface="Times New Roman"/>
                          <a:cs typeface="Times New Roman"/>
                        </a:rPr>
                        <a:t> </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smtClean="0">
                          <a:solidFill>
                            <a:schemeClr val="tx1"/>
                          </a:solidFill>
                          <a:latin typeface="Helvetica" pitchFamily="34" charset="0"/>
                        </a:rPr>
                        <a:t> In the process of installation your heater has received some damage which has stopped the flow of water into the unit.  Broken pipes may result from improper positioning during installation or from mistreatment of the pipes once they are in place.  </a:t>
                      </a:r>
                    </a:p>
                  </a:txBody>
                  <a:tcPr>
                    <a:solidFill>
                      <a:schemeClr val="accent1">
                        <a:lumMod val="40000"/>
                        <a:lumOff val="60000"/>
                      </a:schemeClr>
                    </a:solidFill>
                  </a:tcPr>
                </a:tc>
              </a:tr>
              <a:tr h="1147953">
                <a:tc>
                  <a:txBody>
                    <a:bodyPr/>
                    <a:lstStyle/>
                    <a:p>
                      <a:pPr algn="l">
                        <a:lnSpc>
                          <a:spcPct val="115000"/>
                        </a:lnSpc>
                        <a:spcAft>
                          <a:spcPts val="1000"/>
                        </a:spcAft>
                      </a:pPr>
                      <a:r>
                        <a:rPr lang="en-AU" sz="1800" b="1" dirty="0" smtClean="0">
                          <a:solidFill>
                            <a:schemeClr val="tx1"/>
                          </a:solidFill>
                          <a:latin typeface="Helvetica" pitchFamily="34" charset="0"/>
                          <a:ea typeface="Times New Roman"/>
                          <a:cs typeface="Arial"/>
                        </a:rPr>
                        <a:t>Ending Paragraph</a:t>
                      </a:r>
                      <a:r>
                        <a:rPr lang="en-AU" sz="1800" b="1" dirty="0" smtClean="0">
                          <a:solidFill>
                            <a:schemeClr val="tx1"/>
                          </a:solidFill>
                          <a:latin typeface="Helvetica" pitchFamily="34" charset="0"/>
                          <a:ea typeface="Times New Roman"/>
                          <a:cs typeface="Times New Roman"/>
                        </a:rPr>
                        <a:t> </a:t>
                      </a:r>
                      <a:endParaRPr lang="en-AU" sz="1800" b="1" dirty="0">
                        <a:solidFill>
                          <a:schemeClr val="tx1"/>
                        </a:solidFill>
                        <a:latin typeface="Helvetica" pitchFamily="34" charset="0"/>
                        <a:ea typeface="Times New Roman"/>
                        <a:cs typeface="Times New Roman"/>
                      </a:endParaRP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800" b="0" dirty="0" smtClean="0">
                          <a:solidFill>
                            <a:schemeClr val="tx1"/>
                          </a:solidFill>
                          <a:latin typeface="Helvetica" pitchFamily="34" charset="0"/>
                          <a:ea typeface="Times New Roman"/>
                          <a:cs typeface="Arial"/>
                        </a:rPr>
                        <a:t>Close with a neutral or positive statement.</a:t>
                      </a:r>
                      <a:r>
                        <a:rPr lang="en-AU" sz="1800" b="0" dirty="0" smtClean="0">
                          <a:solidFill>
                            <a:schemeClr val="tx1"/>
                          </a:solidFill>
                          <a:latin typeface="Helvetica" pitchFamily="34" charset="0"/>
                          <a:ea typeface="Times New Roman"/>
                          <a:cs typeface="Times New Roman"/>
                        </a:rPr>
                        <a:t> </a:t>
                      </a:r>
                    </a:p>
                    <a:p>
                      <a:pPr algn="l"/>
                      <a:endParaRPr lang="en-AU" sz="1800" b="0" dirty="0">
                        <a:solidFill>
                          <a:schemeClr val="tx1"/>
                        </a:solidFill>
                        <a:latin typeface="Helvetica" pitchFamily="34" charset="0"/>
                      </a:endParaRPr>
                    </a:p>
                  </a:txBody>
                  <a:tcPr>
                    <a:solidFill>
                      <a:schemeClr val="accent1">
                        <a:lumMod val="60000"/>
                        <a:lumOff val="40000"/>
                      </a:schemeClr>
                    </a:solidFill>
                  </a:tcPr>
                </a:tc>
                <a:tc>
                  <a:txBody>
                    <a:bodyPr/>
                    <a:lstStyle/>
                    <a:p>
                      <a:pPr lvl="0" algn="l"/>
                      <a:r>
                        <a:rPr lang="en-AU" sz="1800" dirty="0" smtClean="0">
                          <a:solidFill>
                            <a:schemeClr val="tx1"/>
                          </a:solidFill>
                          <a:latin typeface="Helvetica" pitchFamily="34" charset="0"/>
                        </a:rPr>
                        <a:t>We can recommend an excellent tradesman to correctly install one of our new heaters. </a:t>
                      </a:r>
                    </a:p>
                    <a:p>
                      <a:pPr lvl="0" algn="l"/>
                      <a:r>
                        <a:rPr lang="en-AU" sz="1800" dirty="0" smtClean="0">
                          <a:solidFill>
                            <a:schemeClr val="tx1"/>
                          </a:solidFill>
                          <a:latin typeface="Helvetica" pitchFamily="34" charset="0"/>
                        </a:rPr>
                        <a:t>Thank you for thinking of us for your heating needs. </a:t>
                      </a:r>
                    </a:p>
                  </a:txBody>
                  <a:tcPr>
                    <a:solidFill>
                      <a:schemeClr val="accent1">
                        <a:lumMod val="40000"/>
                        <a:lumOff val="60000"/>
                      </a:schemeClr>
                    </a:solidFill>
                  </a:tcPr>
                </a:tc>
              </a:tr>
            </a:tbl>
          </a:graphicData>
        </a:graphic>
      </p:graphicFrame>
      <p:pic>
        <p:nvPicPr>
          <p:cNvPr id="181250" name="Picture 2" descr="C:\Documents and Settings\jirayut\Local Settings\Temporary Internet Files\Content.IE5\UBEM25R5\MC900431536[1].png"/>
          <p:cNvPicPr>
            <a:picLocks noChangeAspect="1" noChangeArrowheads="1"/>
          </p:cNvPicPr>
          <p:nvPr/>
        </p:nvPicPr>
        <p:blipFill>
          <a:blip r:embed="rId3" cstate="print">
            <a:duotone>
              <a:prstClr val="black"/>
              <a:schemeClr val="accent5">
                <a:tint val="45000"/>
                <a:satMod val="400000"/>
              </a:schemeClr>
            </a:duotone>
          </a:blip>
          <a:srcRect/>
          <a:stretch>
            <a:fillRect/>
          </a:stretch>
        </p:blipFill>
        <p:spPr bwMode="auto">
          <a:xfrm>
            <a:off x="6732240" y="5373216"/>
            <a:ext cx="1224136" cy="1203734"/>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0"/>
            <a:ext cx="6048672" cy="1143000"/>
          </a:xfrm>
        </p:spPr>
        <p:txBody>
          <a:bodyPr>
            <a:normAutofit/>
          </a:bodyPr>
          <a:lstStyle/>
          <a:p>
            <a:r>
              <a:rPr lang="en-AU" sz="3400" b="1" dirty="0" smtClean="0">
                <a:solidFill>
                  <a:srgbClr val="FF6600"/>
                </a:solidFill>
                <a:latin typeface="Helvetica" pitchFamily="34" charset="0"/>
              </a:rPr>
              <a:t>Work project 2.1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8136904" cy="5256584"/>
          </a:xfrm>
        </p:spPr>
        <p:txBody>
          <a:bodyPr>
            <a:normAutofit fontScale="92500" lnSpcReduction="20000"/>
          </a:bodyPr>
          <a:lstStyle/>
          <a:p>
            <a:pPr marL="0" indent="0">
              <a:lnSpc>
                <a:spcPct val="110000"/>
              </a:lnSpc>
              <a:spcBef>
                <a:spcPts val="600"/>
              </a:spcBef>
              <a:spcAft>
                <a:spcPts val="600"/>
              </a:spcAft>
              <a:buNone/>
            </a:pPr>
            <a:r>
              <a:rPr lang="en-AU" sz="2400" dirty="0" smtClean="0">
                <a:latin typeface="Helvetica" pitchFamily="34" charset="0"/>
              </a:rPr>
              <a:t>You are the owner of a very busy Bangkok restaurant. Business has been good and to reward your staff for their hard work, you are organising a party on 20 June 2012 at 8 pm. Please type up a memo to your staff advising them of the party and inviting them to bring their partner and/or family. You want to hold the party in your own apartment above the restaurant. For catering purposes, you need them to respond by 14 June.</a:t>
            </a:r>
          </a:p>
          <a:p>
            <a:pPr marL="442913" indent="-442913">
              <a:lnSpc>
                <a:spcPct val="110000"/>
              </a:lnSpc>
              <a:spcBef>
                <a:spcPts val="600"/>
              </a:spcBef>
              <a:spcAft>
                <a:spcPts val="600"/>
              </a:spcAft>
              <a:buNone/>
            </a:pPr>
            <a:r>
              <a:rPr lang="en-AU" sz="2400" dirty="0" smtClean="0">
                <a:latin typeface="Helvetica" pitchFamily="34" charset="0"/>
              </a:rPr>
              <a:t>Please ensure you:</a:t>
            </a:r>
          </a:p>
          <a:p>
            <a:pPr marL="442913" indent="-442913">
              <a:lnSpc>
                <a:spcPct val="110000"/>
              </a:lnSpc>
              <a:spcBef>
                <a:spcPts val="600"/>
              </a:spcBef>
              <a:spcAft>
                <a:spcPts val="600"/>
              </a:spcAft>
            </a:pPr>
            <a:r>
              <a:rPr lang="en-AU" sz="2400" dirty="0" smtClean="0">
                <a:latin typeface="Helvetica" pitchFamily="34" charset="0"/>
              </a:rPr>
              <a:t>Design a professional memo layout</a:t>
            </a:r>
          </a:p>
          <a:p>
            <a:pPr marL="442913" indent="-442913">
              <a:lnSpc>
                <a:spcPct val="110000"/>
              </a:lnSpc>
              <a:spcBef>
                <a:spcPts val="600"/>
              </a:spcBef>
              <a:spcAft>
                <a:spcPts val="600"/>
              </a:spcAft>
            </a:pPr>
            <a:r>
              <a:rPr lang="en-AU" sz="2400" dirty="0" smtClean="0">
                <a:latin typeface="Helvetica" pitchFamily="34" charset="0"/>
              </a:rPr>
              <a:t>Use correct memo spacing</a:t>
            </a:r>
          </a:p>
          <a:p>
            <a:pPr marL="442913" indent="-442913">
              <a:lnSpc>
                <a:spcPct val="110000"/>
              </a:lnSpc>
              <a:spcBef>
                <a:spcPts val="600"/>
              </a:spcBef>
              <a:spcAft>
                <a:spcPts val="600"/>
              </a:spcAft>
            </a:pPr>
            <a:r>
              <a:rPr lang="en-AU" sz="2400" dirty="0" smtClean="0">
                <a:latin typeface="Helvetica" pitchFamily="34" charset="0"/>
              </a:rPr>
              <a:t>Do a spell check and grammar check.</a:t>
            </a:r>
          </a:p>
          <a:p>
            <a:pPr marL="0" indent="0">
              <a:lnSpc>
                <a:spcPct val="110000"/>
              </a:lnSpc>
              <a:spcBef>
                <a:spcPts val="600"/>
              </a:spcBef>
              <a:spcAft>
                <a:spcPts val="600"/>
              </a:spcAft>
              <a:buNone/>
            </a:pPr>
            <a:r>
              <a:rPr lang="en-AU" sz="2400" dirty="0" smtClean="0">
                <a:latin typeface="Helvetica" pitchFamily="34" charset="0"/>
              </a:rPr>
              <a:t>Save your memo on your USB under the new folder "Homework".  Name it "Memo_20June2012".</a:t>
            </a:r>
          </a:p>
          <a:p>
            <a:pPr marL="0" indent="0">
              <a:spcBef>
                <a:spcPts val="600"/>
              </a:spcBef>
              <a:spcAft>
                <a:spcPts val="1200"/>
              </a:spcAft>
            </a:pPr>
            <a:endParaRPr lang="en-US" sz="2400" dirty="0" smtClean="0">
              <a:latin typeface="Helvetica" pitchFamily="34" charset="0"/>
            </a:endParaRPr>
          </a:p>
          <a:p>
            <a:pPr>
              <a:buNone/>
            </a:pPr>
            <a:endParaRPr lang="en-AU" dirty="0" smtClean="0"/>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174083" name="Picture 3" descr="C:\Documents and Settings\jirayut\Local Settings\Temporary Internet Files\Content.IE5\O0D6VI64\MP900433137[1].jpg"/>
          <p:cNvPicPr>
            <a:picLocks noChangeAspect="1" noChangeArrowheads="1"/>
          </p:cNvPicPr>
          <p:nvPr/>
        </p:nvPicPr>
        <p:blipFill>
          <a:blip r:embed="rId3" cstate="print"/>
          <a:srcRect/>
          <a:stretch>
            <a:fillRect/>
          </a:stretch>
        </p:blipFill>
        <p:spPr bwMode="auto">
          <a:xfrm>
            <a:off x="6876256" y="3549426"/>
            <a:ext cx="2088232" cy="1386188"/>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260648"/>
            <a:ext cx="7467600" cy="1143000"/>
          </a:xfrm>
        </p:spPr>
        <p:txBody>
          <a:bodyPr>
            <a:noAutofit/>
          </a:bodyPr>
          <a:lstStyle/>
          <a:p>
            <a:r>
              <a:rPr lang="en-AU" sz="3400" b="1" dirty="0" smtClean="0">
                <a:solidFill>
                  <a:srgbClr val="FF6600"/>
                </a:solidFill>
                <a:latin typeface="Helvetica" pitchFamily="34" charset="0"/>
              </a:rPr>
              <a:t/>
            </a:r>
            <a:br>
              <a:rPr lang="en-AU" sz="3400" b="1" dirty="0" smtClean="0">
                <a:solidFill>
                  <a:srgbClr val="FF6600"/>
                </a:solidFill>
                <a:latin typeface="Helvetica" pitchFamily="34" charset="0"/>
              </a:rPr>
            </a:br>
            <a:r>
              <a:rPr lang="en-AU" sz="3400" b="1" dirty="0" smtClean="0">
                <a:solidFill>
                  <a:srgbClr val="FF6600"/>
                </a:solidFill>
                <a:latin typeface="Helvetica" pitchFamily="34" charset="0"/>
              </a:rPr>
              <a:t>Rule of  7 Cs</a:t>
            </a:r>
            <a:r>
              <a:rPr lang="en-AU" sz="3400" b="1" dirty="0" smtClean="0">
                <a:latin typeface="Helvetica" pitchFamily="34" charset="0"/>
              </a:rPr>
              <a:t/>
            </a:r>
            <a:br>
              <a:rPr lang="en-AU" sz="3400" b="1" dirty="0" smtClean="0">
                <a:latin typeface="Helvetica" pitchFamily="34" charset="0"/>
              </a:rPr>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899592" y="1556792"/>
            <a:ext cx="5184576" cy="4525963"/>
          </a:xfrm>
        </p:spPr>
        <p:txBody>
          <a:bodyPr>
            <a:normAutofit/>
          </a:bodyPr>
          <a:lstStyle/>
          <a:p>
            <a:pPr>
              <a:spcBef>
                <a:spcPts val="1000"/>
              </a:spcBef>
              <a:spcAft>
                <a:spcPts val="1000"/>
              </a:spcAft>
            </a:pPr>
            <a:r>
              <a:rPr lang="en-AU" sz="2200" dirty="0" smtClean="0">
                <a:latin typeface="Helvetica" pitchFamily="34" charset="0"/>
              </a:rPr>
              <a:t>Clear</a:t>
            </a:r>
          </a:p>
          <a:p>
            <a:pPr>
              <a:spcBef>
                <a:spcPts val="1000"/>
              </a:spcBef>
              <a:spcAft>
                <a:spcPts val="1000"/>
              </a:spcAft>
            </a:pPr>
            <a:r>
              <a:rPr lang="en-AU" sz="2200" dirty="0" smtClean="0">
                <a:latin typeface="Helvetica" pitchFamily="34" charset="0"/>
              </a:rPr>
              <a:t>Concise</a:t>
            </a:r>
          </a:p>
          <a:p>
            <a:pPr>
              <a:spcBef>
                <a:spcPts val="1000"/>
              </a:spcBef>
              <a:spcAft>
                <a:spcPts val="1000"/>
              </a:spcAft>
            </a:pPr>
            <a:r>
              <a:rPr lang="en-AU" sz="2200" dirty="0" smtClean="0">
                <a:latin typeface="Helvetica" pitchFamily="34" charset="0"/>
              </a:rPr>
              <a:t>Complete</a:t>
            </a:r>
          </a:p>
          <a:p>
            <a:pPr>
              <a:spcBef>
                <a:spcPts val="1000"/>
              </a:spcBef>
              <a:spcAft>
                <a:spcPts val="1000"/>
              </a:spcAft>
            </a:pPr>
            <a:r>
              <a:rPr lang="en-AU" sz="2200" dirty="0" smtClean="0">
                <a:latin typeface="Helvetica" pitchFamily="34" charset="0"/>
              </a:rPr>
              <a:t>Correct</a:t>
            </a:r>
          </a:p>
          <a:p>
            <a:pPr>
              <a:spcBef>
                <a:spcPts val="1000"/>
              </a:spcBef>
              <a:spcAft>
                <a:spcPts val="1000"/>
              </a:spcAft>
            </a:pPr>
            <a:r>
              <a:rPr lang="en-AU" sz="2200" dirty="0" smtClean="0">
                <a:latin typeface="Helvetica" pitchFamily="34" charset="0"/>
              </a:rPr>
              <a:t>Courteous</a:t>
            </a:r>
          </a:p>
          <a:p>
            <a:pPr>
              <a:spcBef>
                <a:spcPts val="1000"/>
              </a:spcBef>
              <a:spcAft>
                <a:spcPts val="1000"/>
              </a:spcAft>
            </a:pPr>
            <a:r>
              <a:rPr lang="en-AU" sz="2200" dirty="0" smtClean="0">
                <a:latin typeface="Helvetica" pitchFamily="34" charset="0"/>
              </a:rPr>
              <a:t>Clean</a:t>
            </a:r>
          </a:p>
          <a:p>
            <a:pPr>
              <a:spcBef>
                <a:spcPts val="1000"/>
              </a:spcBef>
              <a:spcAft>
                <a:spcPts val="1000"/>
              </a:spcAft>
            </a:pPr>
            <a:r>
              <a:rPr lang="en-AU" sz="2200" dirty="0" smtClean="0">
                <a:latin typeface="Helvetica" pitchFamily="34" charset="0"/>
              </a:rPr>
              <a:t>Checked. </a:t>
            </a:r>
          </a:p>
          <a:p>
            <a:pPr marL="0" indent="0">
              <a:spcBef>
                <a:spcPts val="600"/>
              </a:spcBef>
              <a:spcAft>
                <a:spcPts val="1200"/>
              </a:spcAft>
            </a:pPr>
            <a:endParaRPr lang="en-US" sz="2400" dirty="0" smtClean="0">
              <a:latin typeface="Helvetica" pitchFamily="34" charset="0"/>
            </a:endParaRPr>
          </a:p>
          <a:p>
            <a:pPr>
              <a:buNone/>
            </a:pPr>
            <a:endParaRPr lang="en-AU" dirty="0" smtClean="0"/>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175106" name="Picture 2" descr="C:\Documents and Settings\jirayut\Local Settings\Temporary Internet Files\Content.IE5\DL0QWQXO\MC900441310[1].png"/>
          <p:cNvPicPr>
            <a:picLocks noChangeAspect="1" noChangeArrowheads="1"/>
          </p:cNvPicPr>
          <p:nvPr/>
        </p:nvPicPr>
        <p:blipFill>
          <a:blip r:embed="rId3" cstate="print"/>
          <a:srcRect/>
          <a:stretch>
            <a:fillRect/>
          </a:stretch>
        </p:blipFill>
        <p:spPr bwMode="auto">
          <a:xfrm>
            <a:off x="4355976" y="2420888"/>
            <a:ext cx="2743200" cy="2743200"/>
          </a:xfrm>
          <a:prstGeom prst="rect">
            <a:avLst/>
          </a:prstGeo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fontScale="90000"/>
          </a:bodyPr>
          <a:lstStyle/>
          <a:p>
            <a:r>
              <a:rPr lang="en-AU" sz="3400" b="1" dirty="0" smtClean="0">
                <a:solidFill>
                  <a:srgbClr val="FF6600"/>
                </a:solidFill>
                <a:latin typeface="Helvetica" pitchFamily="34" charset="0"/>
              </a:rPr>
              <a:t/>
            </a:r>
            <a:br>
              <a:rPr lang="en-AU" sz="3400" b="1" dirty="0" smtClean="0">
                <a:solidFill>
                  <a:srgbClr val="FF6600"/>
                </a:solidFill>
                <a:latin typeface="Helvetica" pitchFamily="34" charset="0"/>
              </a:rPr>
            </a:br>
            <a:r>
              <a:rPr lang="en-AU" sz="3400" b="1" dirty="0" smtClean="0">
                <a:solidFill>
                  <a:srgbClr val="FF6600"/>
                </a:solidFill>
                <a:latin typeface="Helvetica" pitchFamily="34" charset="0"/>
              </a:rPr>
              <a:t>Class </a:t>
            </a:r>
            <a:r>
              <a:rPr lang="en-AU" sz="3800" b="1" dirty="0" smtClean="0">
                <a:solidFill>
                  <a:srgbClr val="FF6600"/>
                </a:solidFill>
                <a:latin typeface="Helvetica" pitchFamily="34" charset="0"/>
              </a:rPr>
              <a:t>demonstration</a:t>
            </a:r>
            <a:r>
              <a:rPr lang="en-AU" sz="3600" b="1" dirty="0" smtClean="0"/>
              <a:t/>
            </a:r>
            <a:br>
              <a:rPr lang="en-AU" sz="3600" b="1" dirty="0" smtClean="0"/>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412776"/>
            <a:ext cx="7920880" cy="5112568"/>
          </a:xfrm>
        </p:spPr>
        <p:txBody>
          <a:bodyPr>
            <a:normAutofit/>
          </a:bodyPr>
          <a:lstStyle/>
          <a:p>
            <a:pPr>
              <a:spcBef>
                <a:spcPts val="600"/>
              </a:spcBef>
              <a:spcAft>
                <a:spcPts val="600"/>
              </a:spcAft>
            </a:pPr>
            <a:r>
              <a:rPr lang="en-AU" sz="2200" dirty="0" smtClean="0">
                <a:latin typeface="Helvetica" pitchFamily="34" charset="0"/>
              </a:rPr>
              <a:t>Change page size and orientation</a:t>
            </a:r>
          </a:p>
          <a:p>
            <a:pPr>
              <a:spcBef>
                <a:spcPts val="600"/>
              </a:spcBef>
              <a:spcAft>
                <a:spcPts val="600"/>
              </a:spcAft>
            </a:pPr>
            <a:r>
              <a:rPr lang="en-AU" sz="2200" dirty="0" smtClean="0">
                <a:latin typeface="Helvetica" pitchFamily="34" charset="0"/>
              </a:rPr>
              <a:t>Change page margins</a:t>
            </a:r>
          </a:p>
          <a:p>
            <a:pPr>
              <a:spcBef>
                <a:spcPts val="600"/>
              </a:spcBef>
              <a:spcAft>
                <a:spcPts val="600"/>
              </a:spcAft>
            </a:pPr>
            <a:r>
              <a:rPr lang="en-AU" sz="2200" dirty="0" smtClean="0">
                <a:latin typeface="Helvetica" pitchFamily="34" charset="0"/>
              </a:rPr>
              <a:t>Add/delete columns</a:t>
            </a:r>
          </a:p>
          <a:p>
            <a:pPr>
              <a:spcBef>
                <a:spcPts val="600"/>
              </a:spcBef>
              <a:spcAft>
                <a:spcPts val="600"/>
              </a:spcAft>
            </a:pPr>
            <a:r>
              <a:rPr lang="en-AU" sz="2200" dirty="0" smtClean="0">
                <a:latin typeface="Helvetica" pitchFamily="34" charset="0"/>
              </a:rPr>
              <a:t>Formatting, including alignment and line spacing, font size, indents, font colours, outside borders, bullets, numbering</a:t>
            </a:r>
          </a:p>
          <a:p>
            <a:pPr>
              <a:spcBef>
                <a:spcPts val="600"/>
              </a:spcBef>
              <a:spcAft>
                <a:spcPts val="600"/>
              </a:spcAft>
            </a:pPr>
            <a:r>
              <a:rPr lang="en-AU" sz="2200" dirty="0" smtClean="0">
                <a:latin typeface="Helvetica" pitchFamily="34" charset="0"/>
              </a:rPr>
              <a:t>Copying, cutting and pasting</a:t>
            </a:r>
          </a:p>
          <a:p>
            <a:pPr>
              <a:spcBef>
                <a:spcPts val="600"/>
              </a:spcBef>
              <a:spcAft>
                <a:spcPts val="600"/>
              </a:spcAft>
            </a:pPr>
            <a:r>
              <a:rPr lang="en-AU" sz="2200" dirty="0" smtClean="0">
                <a:latin typeface="Helvetica" pitchFamily="34" charset="0"/>
              </a:rPr>
              <a:t>Inserting page breaks and section breaks</a:t>
            </a:r>
          </a:p>
          <a:p>
            <a:pPr>
              <a:spcBef>
                <a:spcPts val="600"/>
              </a:spcBef>
              <a:spcAft>
                <a:spcPts val="600"/>
              </a:spcAft>
            </a:pPr>
            <a:r>
              <a:rPr lang="en-AU" sz="2200" dirty="0" smtClean="0">
                <a:latin typeface="Helvetica" pitchFamily="34" charset="0"/>
              </a:rPr>
              <a:t>Inserting or changing headers and footers</a:t>
            </a:r>
          </a:p>
          <a:p>
            <a:pPr>
              <a:spcBef>
                <a:spcPts val="600"/>
              </a:spcBef>
              <a:spcAft>
                <a:spcPts val="600"/>
              </a:spcAft>
            </a:pPr>
            <a:r>
              <a:rPr lang="en-AU" sz="2200" dirty="0" smtClean="0">
                <a:latin typeface="Helvetica" pitchFamily="34" charset="0"/>
              </a:rPr>
              <a:t>Inserting page numbers</a:t>
            </a: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sp>
        <p:nvSpPr>
          <p:cNvPr id="10" name="TextBox 9"/>
          <p:cNvSpPr txBox="1"/>
          <p:nvPr/>
        </p:nvSpPr>
        <p:spPr>
          <a:xfrm>
            <a:off x="7524328" y="5877272"/>
            <a:ext cx="1080120" cy="430887"/>
          </a:xfrm>
          <a:prstGeom prst="rect">
            <a:avLst/>
          </a:prstGeom>
          <a:noFill/>
        </p:spPr>
        <p:txBody>
          <a:bodyPr wrap="square" rtlCol="0">
            <a:spAutoFit/>
          </a:bodyPr>
          <a:lstStyle/>
          <a:p>
            <a:r>
              <a:rPr lang="en-AU" sz="2200" dirty="0" smtClean="0">
                <a:latin typeface="Helvetica" pitchFamily="34" charset="0"/>
              </a:rPr>
              <a:t>Contd.</a:t>
            </a:r>
            <a:endParaRPr lang="en-AU" sz="2200" dirty="0">
              <a:latin typeface="Helvetica" pitchFamily="34" charset="0"/>
            </a:endParaRPr>
          </a:p>
        </p:txBody>
      </p:sp>
      <p:pic>
        <p:nvPicPr>
          <p:cNvPr id="176130" name="Picture 2" descr="C:\Documents and Settings\jirayut\Local Settings\Temporary Internet Files\Content.IE5\54081KBU\MC900436161[1].wmf"/>
          <p:cNvPicPr>
            <a:picLocks noChangeAspect="1" noChangeArrowheads="1"/>
          </p:cNvPicPr>
          <p:nvPr/>
        </p:nvPicPr>
        <p:blipFill>
          <a:blip r:embed="rId3" cstate="print"/>
          <a:srcRect/>
          <a:stretch>
            <a:fillRect/>
          </a:stretch>
        </p:blipFill>
        <p:spPr bwMode="auto">
          <a:xfrm>
            <a:off x="6660232" y="692696"/>
            <a:ext cx="2088232" cy="1504967"/>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7467600" cy="1143000"/>
          </a:xfrm>
        </p:spPr>
        <p:txBody>
          <a:bodyPr>
            <a:noAutofit/>
          </a:bodyPr>
          <a:lstStyle/>
          <a:p>
            <a:r>
              <a:rPr lang="en-AU" sz="3400" b="1" dirty="0" smtClean="0">
                <a:solidFill>
                  <a:srgbClr val="FF6600"/>
                </a:solidFill>
                <a:latin typeface="Helvetica" pitchFamily="34" charset="0"/>
              </a:rPr>
              <a:t/>
            </a:r>
            <a:br>
              <a:rPr lang="en-AU" sz="3400" b="1" dirty="0" smtClean="0">
                <a:solidFill>
                  <a:srgbClr val="FF6600"/>
                </a:solidFill>
                <a:latin typeface="Helvetica" pitchFamily="34" charset="0"/>
              </a:rPr>
            </a:br>
            <a:r>
              <a:rPr lang="en-AU" sz="3400" b="1" dirty="0" smtClean="0">
                <a:solidFill>
                  <a:srgbClr val="FF6600"/>
                </a:solidFill>
                <a:latin typeface="Helvetica" pitchFamily="34" charset="0"/>
              </a:rPr>
              <a:t>Class demonstration (continued)</a:t>
            </a:r>
            <a:r>
              <a:rPr lang="en-AU" sz="3400" b="1" dirty="0" smtClean="0">
                <a:latin typeface="Helvetica" pitchFamily="34" charset="0"/>
              </a:rPr>
              <a:t/>
            </a:r>
            <a:br>
              <a:rPr lang="en-AU" sz="3400" b="1" dirty="0" smtClean="0">
                <a:latin typeface="Helvetica" pitchFamily="34" charset="0"/>
              </a:rPr>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8064896" cy="5184576"/>
          </a:xfrm>
        </p:spPr>
        <p:txBody>
          <a:bodyPr>
            <a:normAutofit/>
          </a:bodyPr>
          <a:lstStyle/>
          <a:p>
            <a:pPr>
              <a:spcBef>
                <a:spcPts val="600"/>
              </a:spcBef>
              <a:spcAft>
                <a:spcPts val="600"/>
              </a:spcAft>
            </a:pPr>
            <a:r>
              <a:rPr lang="en-AU" sz="2200" dirty="0" smtClean="0">
                <a:latin typeface="Helvetica" pitchFamily="34" charset="0"/>
              </a:rPr>
              <a:t>Adding styles</a:t>
            </a:r>
          </a:p>
          <a:p>
            <a:pPr>
              <a:spcBef>
                <a:spcPts val="600"/>
              </a:spcBef>
              <a:spcAft>
                <a:spcPts val="600"/>
              </a:spcAft>
            </a:pPr>
            <a:r>
              <a:rPr lang="en-AU" sz="2200" dirty="0" smtClean="0">
                <a:latin typeface="Helvetica" pitchFamily="34" charset="0"/>
              </a:rPr>
              <a:t>Inserting and formatting tables</a:t>
            </a:r>
          </a:p>
          <a:p>
            <a:pPr>
              <a:spcBef>
                <a:spcPts val="600"/>
              </a:spcBef>
              <a:spcAft>
                <a:spcPts val="600"/>
              </a:spcAft>
            </a:pPr>
            <a:r>
              <a:rPr lang="en-AU" sz="2200" dirty="0" smtClean="0">
                <a:latin typeface="Helvetica" pitchFamily="34" charset="0"/>
              </a:rPr>
              <a:t>Saving documents</a:t>
            </a:r>
          </a:p>
          <a:p>
            <a:pPr>
              <a:spcBef>
                <a:spcPts val="600"/>
              </a:spcBef>
              <a:spcAft>
                <a:spcPts val="600"/>
              </a:spcAft>
            </a:pPr>
            <a:r>
              <a:rPr lang="en-AU" sz="2200" dirty="0" smtClean="0">
                <a:latin typeface="Helvetica" pitchFamily="34" charset="0"/>
              </a:rPr>
              <a:t>Inserting images and graphics/clipart</a:t>
            </a:r>
          </a:p>
          <a:p>
            <a:pPr>
              <a:spcBef>
                <a:spcPts val="600"/>
              </a:spcBef>
              <a:spcAft>
                <a:spcPts val="600"/>
              </a:spcAft>
            </a:pPr>
            <a:r>
              <a:rPr lang="en-AU" sz="2200" dirty="0" smtClean="0">
                <a:latin typeface="Helvetica" pitchFamily="34" charset="0"/>
              </a:rPr>
              <a:t>Inserting smart art and shapes</a:t>
            </a:r>
          </a:p>
          <a:p>
            <a:pPr>
              <a:spcBef>
                <a:spcPts val="600"/>
              </a:spcBef>
              <a:spcAft>
                <a:spcPts val="600"/>
              </a:spcAft>
            </a:pPr>
            <a:r>
              <a:rPr lang="en-AU" sz="2200" dirty="0" smtClean="0">
                <a:latin typeface="Helvetica" pitchFamily="34" charset="0"/>
              </a:rPr>
              <a:t>Check spelling and grammar</a:t>
            </a:r>
          </a:p>
          <a:p>
            <a:pPr>
              <a:spcBef>
                <a:spcPts val="600"/>
              </a:spcBef>
              <a:spcAft>
                <a:spcPts val="600"/>
              </a:spcAft>
            </a:pPr>
            <a:r>
              <a:rPr lang="en-AU" sz="2200" dirty="0" smtClean="0">
                <a:latin typeface="Helvetica" pitchFamily="34" charset="0"/>
              </a:rPr>
              <a:t>Attaching documents</a:t>
            </a:r>
          </a:p>
          <a:p>
            <a:pPr>
              <a:spcBef>
                <a:spcPts val="600"/>
              </a:spcBef>
              <a:spcAft>
                <a:spcPts val="600"/>
              </a:spcAft>
            </a:pPr>
            <a:r>
              <a:rPr lang="en-AU" sz="2200" dirty="0" smtClean="0">
                <a:latin typeface="Helvetica" pitchFamily="34" charset="0"/>
              </a:rPr>
              <a:t>Saving and naming documents</a:t>
            </a:r>
          </a:p>
          <a:p>
            <a:pPr>
              <a:spcBef>
                <a:spcPts val="600"/>
              </a:spcBef>
              <a:spcAft>
                <a:spcPts val="600"/>
              </a:spcAft>
            </a:pPr>
            <a:r>
              <a:rPr lang="en-AU" sz="2200" dirty="0" smtClean="0">
                <a:latin typeface="Helvetica" pitchFamily="34" charset="0"/>
              </a:rPr>
              <a:t>Copying files/folders</a:t>
            </a:r>
          </a:p>
          <a:p>
            <a:pPr>
              <a:spcBef>
                <a:spcPts val="600"/>
              </a:spcBef>
              <a:spcAft>
                <a:spcPts val="600"/>
              </a:spcAft>
            </a:pPr>
            <a:r>
              <a:rPr lang="en-AU" sz="2200" dirty="0" smtClean="0">
                <a:latin typeface="Helvetica" pitchFamily="34" charset="0"/>
              </a:rPr>
              <a:t>Setting up the correct printer.</a:t>
            </a:r>
          </a:p>
          <a:p>
            <a:pPr>
              <a:buNone/>
            </a:pPr>
            <a:endParaRPr lang="en-AU" sz="2400" dirty="0" smtClean="0"/>
          </a:p>
          <a:p>
            <a:pPr marL="0" indent="0">
              <a:spcBef>
                <a:spcPts val="600"/>
              </a:spcBef>
              <a:spcAft>
                <a:spcPts val="1200"/>
              </a:spcAft>
            </a:pPr>
            <a:endParaRPr lang="en-US" sz="2400" dirty="0" smtClean="0">
              <a:latin typeface="Helvetica" pitchFamily="34" charset="0"/>
            </a:endParaRP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5" name="Picture 3" descr="C:\Documents and Settings\jirayut\Local Settings\Temporary Internet Files\Content.IE5\54081KBU\MC900056116[1].wmf"/>
          <p:cNvPicPr>
            <a:picLocks noChangeAspect="1" noChangeArrowheads="1"/>
          </p:cNvPicPr>
          <p:nvPr/>
        </p:nvPicPr>
        <p:blipFill>
          <a:blip r:embed="rId3" cstate="print"/>
          <a:srcRect/>
          <a:stretch>
            <a:fillRect/>
          </a:stretch>
        </p:blipFill>
        <p:spPr bwMode="auto">
          <a:xfrm>
            <a:off x="6372200" y="4149080"/>
            <a:ext cx="1970032" cy="1571394"/>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916832"/>
            <a:ext cx="8352928" cy="4752528"/>
          </a:xfrm>
        </p:spPr>
        <p:txBody>
          <a:bodyPr>
            <a:noAutofit/>
          </a:bodyPr>
          <a:lstStyle/>
          <a:p>
            <a:pPr>
              <a:lnSpc>
                <a:spcPct val="120000"/>
              </a:lnSpc>
              <a:spcBef>
                <a:spcPts val="400"/>
              </a:spcBef>
              <a:spcAft>
                <a:spcPts val="400"/>
              </a:spcAft>
              <a:buNone/>
            </a:pPr>
            <a:r>
              <a:rPr lang="en-AU" sz="1200" b="1" u="sng" dirty="0" smtClean="0">
                <a:latin typeface="Helvetica" pitchFamily="34" charset="0"/>
              </a:rPr>
              <a:t>Background</a:t>
            </a:r>
            <a:endParaRPr lang="en-AU" sz="1200" dirty="0" smtClean="0">
              <a:latin typeface="Helvetica" pitchFamily="34" charset="0"/>
            </a:endParaRPr>
          </a:p>
          <a:p>
            <a:pPr marL="0" indent="0">
              <a:lnSpc>
                <a:spcPct val="120000"/>
              </a:lnSpc>
              <a:spcBef>
                <a:spcPts val="400"/>
              </a:spcBef>
              <a:spcAft>
                <a:spcPts val="400"/>
              </a:spcAft>
              <a:buNone/>
            </a:pPr>
            <a:r>
              <a:rPr lang="en-AU" sz="1200" dirty="0" smtClean="0">
                <a:latin typeface="Helvetica" pitchFamily="34" charset="0"/>
              </a:rPr>
              <a:t>The Mekong River is a great place to spend a few relaxing days and nights exploring one of the most scenic and legendary waterways in the world.  It is the world's 10</a:t>
            </a:r>
            <a:r>
              <a:rPr lang="en-AU" sz="1200" baseline="30000" dirty="0" smtClean="0">
                <a:latin typeface="Helvetica" pitchFamily="34" charset="0"/>
              </a:rPr>
              <a:t>th</a:t>
            </a:r>
            <a:r>
              <a:rPr lang="en-AU" sz="1200" dirty="0" smtClean="0">
                <a:latin typeface="Helvetica" pitchFamily="34" charset="0"/>
              </a:rPr>
              <a:t> longest river and the 7</a:t>
            </a:r>
            <a:r>
              <a:rPr lang="en-AU" sz="1200" baseline="30000" dirty="0" smtClean="0">
                <a:latin typeface="Helvetica" pitchFamily="34" charset="0"/>
              </a:rPr>
              <a:t>th</a:t>
            </a:r>
            <a:r>
              <a:rPr lang="en-AU" sz="1200" dirty="0" smtClean="0">
                <a:latin typeface="Helvetica" pitchFamily="34" charset="0"/>
              </a:rPr>
              <a:t> longest in Asia. Its estimated length is 4,909 km and it drains an area of 795,000 km</a:t>
            </a:r>
            <a:r>
              <a:rPr lang="en-AU" sz="1200" baseline="30000" dirty="0" smtClean="0">
                <a:latin typeface="Helvetica" pitchFamily="34" charset="0"/>
              </a:rPr>
              <a:t>2</a:t>
            </a:r>
            <a:r>
              <a:rPr lang="en-AU" sz="1200" dirty="0" smtClean="0">
                <a:latin typeface="Helvetica" pitchFamily="34" charset="0"/>
              </a:rPr>
              <a:t> (307,000 sq mi), discharging 475 km</a:t>
            </a:r>
            <a:r>
              <a:rPr lang="en-AU" sz="1200" baseline="30000" dirty="0" smtClean="0">
                <a:latin typeface="Helvetica" pitchFamily="34" charset="0"/>
              </a:rPr>
              <a:t>3</a:t>
            </a:r>
            <a:r>
              <a:rPr lang="en-AU" sz="1200" dirty="0" smtClean="0">
                <a:latin typeface="Helvetica" pitchFamily="34" charset="0"/>
              </a:rPr>
              <a:t> of water annually.</a:t>
            </a:r>
          </a:p>
          <a:p>
            <a:pPr marL="0" indent="0">
              <a:lnSpc>
                <a:spcPct val="120000"/>
              </a:lnSpc>
              <a:spcBef>
                <a:spcPts val="400"/>
              </a:spcBef>
              <a:spcAft>
                <a:spcPts val="400"/>
              </a:spcAft>
              <a:buNone/>
            </a:pPr>
            <a:r>
              <a:rPr lang="en-AU" sz="1200" dirty="0" smtClean="0">
                <a:latin typeface="Helvetica" pitchFamily="34" charset="0"/>
              </a:rPr>
              <a:t>From the Tibetan Plateau this river runs through China, Burma, Laos, Thailand, Cambodia and Vietnam.  The Mekong River Commission (MRC) was established in 1995 to assist in the management and coordinated use of the Mekong's resources. In 1996 China and Burma became "dialogue partners" of the MRC and the six countries now work together within a cooperative framework.</a:t>
            </a:r>
          </a:p>
          <a:p>
            <a:pPr>
              <a:lnSpc>
                <a:spcPct val="120000"/>
              </a:lnSpc>
              <a:spcBef>
                <a:spcPts val="400"/>
              </a:spcBef>
              <a:spcAft>
                <a:spcPts val="400"/>
              </a:spcAft>
              <a:buNone/>
            </a:pPr>
            <a:r>
              <a:rPr lang="en-AU" sz="1200" b="1" u="sng" dirty="0" smtClean="0">
                <a:latin typeface="Helvetica" pitchFamily="34" charset="0"/>
              </a:rPr>
              <a:t>Accommodation </a:t>
            </a:r>
          </a:p>
          <a:p>
            <a:pPr>
              <a:lnSpc>
                <a:spcPct val="120000"/>
              </a:lnSpc>
              <a:spcBef>
                <a:spcPts val="400"/>
              </a:spcBef>
              <a:spcAft>
                <a:spcPts val="400"/>
              </a:spcAft>
              <a:buNone/>
            </a:pPr>
            <a:r>
              <a:rPr lang="en-AU" sz="1200" dirty="0" smtClean="0">
                <a:latin typeface="Helvetica" pitchFamily="34" charset="0"/>
              </a:rPr>
              <a:t>A wide range of accommodation alternatives are available:</a:t>
            </a:r>
          </a:p>
          <a:p>
            <a:pPr>
              <a:lnSpc>
                <a:spcPct val="120000"/>
              </a:lnSpc>
              <a:spcBef>
                <a:spcPts val="400"/>
              </a:spcBef>
              <a:spcAft>
                <a:spcPts val="400"/>
              </a:spcAft>
            </a:pPr>
            <a:r>
              <a:rPr lang="en-AU" sz="1200" dirty="0" smtClean="0">
                <a:latin typeface="Helvetica" pitchFamily="34" charset="0"/>
              </a:rPr>
              <a:t>Houseboats</a:t>
            </a:r>
          </a:p>
          <a:p>
            <a:pPr>
              <a:lnSpc>
                <a:spcPct val="120000"/>
              </a:lnSpc>
              <a:spcBef>
                <a:spcPts val="400"/>
              </a:spcBef>
              <a:spcAft>
                <a:spcPts val="400"/>
              </a:spcAft>
            </a:pPr>
            <a:r>
              <a:rPr lang="en-AU" sz="1200" dirty="0" smtClean="0">
                <a:latin typeface="Helvetica" pitchFamily="34" charset="0"/>
              </a:rPr>
              <a:t>Hotels</a:t>
            </a:r>
          </a:p>
          <a:p>
            <a:pPr>
              <a:lnSpc>
                <a:spcPct val="120000"/>
              </a:lnSpc>
              <a:spcBef>
                <a:spcPts val="400"/>
              </a:spcBef>
              <a:spcAft>
                <a:spcPts val="400"/>
              </a:spcAft>
            </a:pPr>
            <a:r>
              <a:rPr lang="en-AU" sz="1200" dirty="0" smtClean="0">
                <a:latin typeface="Helvetica" pitchFamily="34" charset="0"/>
              </a:rPr>
              <a:t>Motels</a:t>
            </a:r>
          </a:p>
          <a:p>
            <a:pPr>
              <a:lnSpc>
                <a:spcPct val="120000"/>
              </a:lnSpc>
              <a:spcBef>
                <a:spcPts val="400"/>
              </a:spcBef>
              <a:spcAft>
                <a:spcPts val="400"/>
              </a:spcAft>
            </a:pPr>
            <a:r>
              <a:rPr lang="en-AU" sz="1200" dirty="0" smtClean="0">
                <a:latin typeface="Helvetica" pitchFamily="34" charset="0"/>
              </a:rPr>
              <a:t>Small Bed and breakfasts.</a:t>
            </a:r>
          </a:p>
          <a:p>
            <a:pPr marL="82550" indent="-46038">
              <a:lnSpc>
                <a:spcPct val="120000"/>
              </a:lnSpc>
              <a:spcBef>
                <a:spcPts val="400"/>
              </a:spcBef>
              <a:spcAft>
                <a:spcPts val="400"/>
              </a:spcAft>
              <a:buNone/>
            </a:pPr>
            <a:r>
              <a:rPr lang="en-AU" sz="1200" dirty="0" smtClean="0">
                <a:latin typeface="Helvetica" pitchFamily="34" charset="0"/>
              </a:rPr>
              <a:t>             To book a two day cruise on the Mekong River, please call us at Vietnam &amp; Cambodia Trave on </a:t>
            </a:r>
          </a:p>
          <a:p>
            <a:pPr marL="82550" indent="-46038">
              <a:lnSpc>
                <a:spcPct val="120000"/>
              </a:lnSpc>
              <a:spcBef>
                <a:spcPts val="400"/>
              </a:spcBef>
              <a:spcAft>
                <a:spcPts val="400"/>
              </a:spcAft>
              <a:buNone/>
            </a:pPr>
            <a:r>
              <a:rPr lang="en-AU" sz="1200" dirty="0" smtClean="0">
                <a:latin typeface="Helvetica" pitchFamily="34" charset="0"/>
              </a:rPr>
              <a:t>             </a:t>
            </a:r>
            <a:r>
              <a:rPr lang="en-AU" sz="1200" dirty="0" err="1" smtClean="0">
                <a:latin typeface="Helvetica" pitchFamily="34" charset="0"/>
              </a:rPr>
              <a:t>tel</a:t>
            </a:r>
            <a:r>
              <a:rPr lang="en-AU" sz="1200" dirty="0" smtClean="0">
                <a:latin typeface="Helvetica" pitchFamily="34" charset="0"/>
              </a:rPr>
              <a:t> (0084) 435 642 164 or visit </a:t>
            </a:r>
            <a:r>
              <a:rPr lang="en-AU" sz="1200" dirty="0" smtClean="0">
                <a:latin typeface="Helvetica" pitchFamily="34" charset="0"/>
                <a:hlinkClick r:id="rId3"/>
              </a:rPr>
              <a:t>http://www.vietnamdhtravel.com</a:t>
            </a:r>
            <a:r>
              <a:rPr lang="en-AU" sz="1200" dirty="0" smtClean="0">
                <a:latin typeface="Helvetica" pitchFamily="34" charset="0"/>
              </a:rPr>
              <a:t> </a:t>
            </a:r>
          </a:p>
        </p:txBody>
      </p:sp>
      <p:sp>
        <p:nvSpPr>
          <p:cNvPr id="4" name="Slide Number Placeholder 3"/>
          <p:cNvSpPr>
            <a:spLocks noGrp="1"/>
          </p:cNvSpPr>
          <p:nvPr>
            <p:ph type="sldNum" sz="quarter" idx="12"/>
          </p:nvPr>
        </p:nvSpPr>
        <p:spPr/>
        <p:txBody>
          <a:bodyPr/>
          <a:lstStyle/>
          <a:p>
            <a:fld id="{90BDF71C-F485-43AE-8825-5070AF1EA8C9}" type="slidenum">
              <a:rPr lang="en-US" smtClean="0"/>
              <a:pPr/>
              <a:t>49</a:t>
            </a:fld>
            <a:endParaRPr lang="en-US" dirty="0"/>
          </a:p>
        </p:txBody>
      </p:sp>
      <p:sp>
        <p:nvSpPr>
          <p:cNvPr id="5" name="Rectangle 4"/>
          <p:cNvSpPr/>
          <p:nvPr/>
        </p:nvSpPr>
        <p:spPr>
          <a:xfrm>
            <a:off x="611560" y="188640"/>
            <a:ext cx="7560840" cy="504056"/>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400" dirty="0" smtClean="0">
                <a:latin typeface="Helvetica" pitchFamily="34" charset="0"/>
              </a:rPr>
              <a:t>Holidays on the Mekong River</a:t>
            </a:r>
            <a:endParaRPr lang="en-AU" sz="3400" dirty="0">
              <a:latin typeface="Helvetica" pitchFamily="34" charset="0"/>
            </a:endParaRPr>
          </a:p>
        </p:txBody>
      </p:sp>
      <p:sp>
        <p:nvSpPr>
          <p:cNvPr id="134146" name="AutoShape 2" descr="data:image/jpeg;base64,/9j/4AAQSkZJRgABAQAAAQABAAD/2wCEAAkGBhQSERQUExQWFRUUGBcYGRcYGBgdHRwVGhsYGhgXHBkcHSYgFxokHBYaHy8gJCcpLCwtGB4xNTAqNSYrLCkBCQoKDgwOGg8PGi8kHyQsLCwsLCwsLCwsLCosKSwuLCwsLSwsLCwsLCwsLCwsLCwpLCwsLCwsKSwsLCwsLCwsLP/AABEIAMIBAwMBIgACEQEDEQH/xAAcAAABBQEBAQAAAAAAAAAAAAAFAAIDBAYBBwj/xABGEAACAQIEBAQDBQUGBQIHAQABAhEDIQAEEjEFIkFRBhNhcTKBkUKhsdHwBxQjUsFicoKi4fEVM0OS0mOyFiRTc4PC4gj/xAAaAQADAQEBAQAAAAAAAAAAAAACAwQBAAUG/8QAMBEAAgIBAwMBBwQCAwEAAAAAAAECEQMSITEEQVETFCIyYYGh8HGR0eFSwUKx8SP/2gAMAwEAAhEDEQA/AHZjJVdFBAVL16avTZn31BzJQWLBdAIUgMAmwDHAviHAR/Car5gquoBJA5pl6bHTTLJ9lTpk3HQHBnP5nLVMsaOjTXTyBTqE6YRCzKytFk/5lhIGuNlEFslx2nmaYLoXGVYtUZRK8w2DkhV6j4tu2wkcYuVQe7E+o1sZ3jHCFr08vlLVK60TVZkXTpUlP4blRrqKBPMTBlTI66Lwnnq1CvSVtfkMrUeaTD04K3iSoDKQxNgxUk+XOBXGaeYzGbDZeKFUxUZQWXToBhauqmrHWqxCyp0zMbluA1nYV6q06gWkytAKmG0zWFjzEKByzcsbDDLlGfHn7VuC90bXg/B1oppgWarp9EeoXCj02t0xcqvoE3IkDcdSB19/1tgDk/GC61SqukMEK1AZVkqCUfYQp26wReMaSMVRkmtid2uRDHcKMLBgiwsLCxxwowsLCjHHCwowox2MYbRzHYx2MKMcbRyMKMdjCjHHUcjCOETGPN/GHjgFilKqRTWzFLS3o4sVMjr8rHATnoVm0bw8WoyR5iysTBBie/bFmnVDCQQR3GPG89xTXGttgJggbxawAN47g6d740PhnxO4cJE+dAVyW0grMkkSNoX3j5ph1Ck6ao1xaPRcMr1wilmMACSfTvjJ+JvFhpZcW01GXU0Ecqg76wYAaGiTPscZGpxmrVBlgCwOmSWBlrQ5Ez0iYMxjs3ULF8/9HRjZ6pV4ii0/MLDREzP0++2KNfjdN6bhKgVipg9mIMHpsR1j3648+HiD/wCW8odBzAliBOmYM6YB2BBtt6j6nEjrpKamq8Ai97GDG6kT8iRtOJsnWV8O4ccT7m24H47V6aeeVRlkOwupIAjTHQyb+n0jbx7qqRTBZS2kWEyIkTMdYg32xic3nJ+GxBBUrYEWsBA03XvFvXFTIcSanTbTM6jpgjUWBOkGDNz7m/vifH1OTJHfbcKWJI9fbjoWkzODrVNZQAyFiQD2MEffirwvxjRrsqiQWmAQQfS0R0N5x5hQ4g1ep5is6pAZi1Q6ywBE3uIiI2AEk3jEj5l8vVemsq7iXMcw1SdIi4kRPfVc3OLvXknVcAaNj0nM+NaCVlp3MyCwBgEWAIiRJDD/AA4np+J6bEwDAIubC/c9Pv3BxkqHDQ1am9VlBK6pNzEgFm3DTI+yNjt1BeKM82XLqoZQQOVptIBIkidQJ298ZkyZowUl+xiStnoLeOMuDEn7sLHilPxZVUBQ8AdP0cLCva83+K/c6omhYB0b+Gi1WLINAaSFKtArAAq+lwdNxsYtjR+GqSrQekqPTRNSEMysrVUbW7MQNptOnSANpvgL5VDRWFDMNRDUtbHMOGdiU0iZI8ovyoVMkhSBEk4y68UrUTTo6nYs86CNbFfKXy0KlgppEu8qDtM7CVPFKCqLX+vmVqu56fRzAY0WqrCUlKoaeg1FKBVUFnEtrGvlp2jf4rWeFigFGuow1vqOkso7CSAAZgX1NBIA74zfhDNZda2jMV1R9KgTCoWJk0aLEAKATJKmWL3JJklOMUWo1KqK7OaYSrocktpqHS0PIeBJb4vsCdwTS8lwU0rX5/Atu9kFeFcOoswBVmVV8tPNWJCOzqpF5WHMG3KtwLEl+Bcfp1CKQdGKqCGV51CNyCAym03mRcE3xgcvnnpO51oXJUs0GSzFQrx9hwYYiIaG3ODvh9XTNHXlUJMMayMJUNqL1DMTTapq2ZpEAk6CA3DmjkVxBlG0bzHcMpvIm/zBH3HDpxSTncdw3HccaLHYxzHcccLCwsLHGiwicKMcjHGbnZxzVirxTNeVSepIGgE36xeN+u2PMuL+PK9VKyBWWCsBQytAPMN5YFT9wtifN1EcXJ25pfGHjGll6i0/OiqwHLuomQJi4JJHewMYxWd4irVNTUFd3OgsqEkaVciCDa4USvQdZIwHqKozSVdOrWxJ1zCONImZOrmBJBHXYmME+DcQd2HPspMMYOrTIknYcoHNaFE4gydXJPXFbUHtRLxaiyU6GuWQoCobVBIsbCCV+E33kCTfFnwtXpmuMuUCtVbUCWYMFIPIAoUhYl4PWCe+BtNKhUnyiyUzd5LABdY6SCoMmfYyOtLhPEwmYAqLTHNCktEsCdOmB8PMDzEDmFxBGKsXxqlsbLdG58apRpsYpsjLoDRYMsQsfy/cSA3Y4xmdqzUVAWC7qeZoW5neDtO+04seNeL6f4dKrOrmIFSdTEAF46qTqaRcdY6Zbh3E/wCLUjmApm5bTYRBBkTYbWsSfTE/UY3KbkMhaQWhap16kU2JXrqUyPit9JEEDpi+MuQBUsAvVeidT7RciN7WkzmeI0Q1QBnCGFsF035ugA6AGy9r4IcL4i6fFU1ooOlBJAuNUGCDe3++JpY5JJoON9yzlGIpq0sACSNSkQCCdMseYRJn88Vab8+q6/ZC6SBJ3MzzXL+gnvjvCfEDH4ivUMCDM7AggEKIAP8A3bYuZd1qIHN9JNRlsWaOWPiBjUTLDYN0AwUYvU0/z7Az37kSV5YaToiZ0rJ5tQG0Fbxvv67Yt08wE18p806f4pHW/wBkr1Un3BB9cUFzWktTcaqiAQASdc6YKxMGGuPf0xoqWTZrvTDC5CsYl2srfF8W0z6++GvJ6a0t8i9LXcg4t47TWopnWV0mWEwQtgsxaS25i/aMCq/iM52SybCNzETMFjsSZ69cSeJOBE0gWVQ+tSC1gKbiZssm4uTtYey4ZwqndlIOhCDqJ02ksy9tp7WOxgYZLLq7mKPczlYgMQRcHppt6b45iPiFGarkLbUdtIH0N/rjuFaV5D2D+Z8P1mMF1Jp6qobygGFNG0glSoFWzCS4iBAPKRhmcyWYquham9JEpsDVVFY7kQCSqhtEEjUvWNoxp8sRqfyqjaJuCGDCmrty+Y1zB7wRMgb4E8Rq+RX1LUjziVpmqSyJqVfi0aiWAL7sbNuwElayuUmmuOEPktiTgWVq0suP3hyCKf8ACAGrWgDMS5CnSirJ1NG4udVtRwzh/nB6KBw2ll1hG0CpCmalSZnssEXAmxJ89yudrJmdWYA1O1NHZ5lWAAqCLQrCTpnSZNjBA9C8P8SqtxAMlRSjKoqU5FgyzYmZ0MdOkExG41XsxwjJ7rf5cbiZPwFsrww1RWTSrMiBV1CdSVJZkYm4511KehjuZPZbgdNF/h8jFdwFFyFDEwAW1aRMyfYxiXWE1OqlmcyQCJhRpEelvqTjM+MeMVEAKNaxBBg6WUqY9JK3tEn5Pajghqfb+dhOttms4fUY6tcWIgAGw/lJM6iLcwsZ2EYt486yvjR0CCdWq8jSWIJmw2udSi2wF8P8W+KdN6LXNPzFiZEcjKRHrPpDdxjvaI6W0bRv6WYVp0kGO1+pH4g/THXqqNyBYnfoNz7YwXgXjQp09DHdm1ag0i4RALXnSfSF9cEvEvH6TU20ONSgjWJlGsfYHax3mLXhqn7qkCGK/ijLowQuC7NpCD4pnTt1Ex9Rgn5nLIv7Y8O4jm1ZzXDyw0LItChSCQZsensBO+NBwni9VQhpPdQCylpUCJKwbLv6RMjEy6qnUkHpNB4h8ZPRrURTUEFyrgn7InU3pp0kz6rvJAJcB8UGsis6aPMJ0iDtJCk9pEfX6ee+In5nrDeuCjAEE+YJWQo+zzL/ALRLOF512uTyoil1EwQQdAFxB6zEWjAZOrcZbK1/RuhnoXibxIaGTqVAIYSkj7JOz3vtcese+AvgfxRVqsFqNMjlUnZRHOT847mffGa45nUr5dlB0G0ktNpHr1E4l8MvSQVSzuhqAAPsNHVBIInY+2MfU6mpLsjtDCnjHjrIuZpOza4CxMoVID8wF1sfTY3N8Yo5/wApYpo7amA1WBtAbnNhMNZoFtziz4orr+8kBmqhVV5Zua6jUQYvGhSb9GBwKp5OmzlgSwpsFCypABMajaGGm9zBg9cTZHHJv2NaYe44zuhqhi8EDToGoSNJEqCVCqX2AEkG22GZClTWqjudYAUF21CIhQpBOoiIFxsB7GjRRiWWmdZUSVBsNZMyIH2WnfpP2sSZ7hlQchbRqLAuAZG5IIUSDHSLzadhJppabMSDtHj4VXo6U01QQIUAhVg9IjcbmA3zx3N+G6dXItIZqwTWDIJmyKQNYBnSRqabgQDBwKoVRRpl6jIV5VLCQDTuRY3VjF/b6hX8XPXzAQMaQNnIm49Y33Iv8zizpOokrXKSOK9PhtJVIZ9bwQ38QiAWWAsbwYBNgSeo2lHkK1QhacrpNlBMDlMW5bm4E2HecV6+e8qu91/hEndyH6AEDl1SbGwFrdMVOGE1XbVTLMX1yskiSZBmZETHsfXDHcrbY3YvvVokiCo8vUrKSIF9wGB1t0te23a8vC1ZVisjEbsNX2g7pNo02UgX62IIxB/walWZVUFSVZmkFTIPKCIi4E9Tze+JTwlVBFQkFRdYETYxuOtoUbdugaorlhIoZREEVaZ0uwYCxnzCCNQMxMnYdD88WFBpUQrFioK6/s83xCQbmDqMR1mO9epVJKlTIAIKgCQososRq5QbiesncghxrKVCUZgjUtOuXWAAQRrELzA2v3wVvUr4OcXLgP8AhnJSupEgkRqY2+d4PsPTFnjnFzl0IWGJn7Y3t00g/Q/LGZ4p4gehSo5NG0ban3PPuFm9tUavS0Y0A43QpKUVQY5SSAzORYk7mJER2jvjyOqwS9S5e8n2BW3Jls/4kZ2VY0lLNJmVM72i3tth2bzC00apMalIESLE6iBe1j94xB4w4YKT03Tl80kMlrVAfu3Fulh6YptwdqyjVWRQmkFBLNMEmQLL8J3PT0xXDHFKMlsu4Li7oZQosyhhAB9D+WFiomeUCAzQPSPu1YWHuEhVM9EzdMMIpuANE6hcqCOWQQfsgfEI5z1EYp8ZYV6Oghlq0zR0lUGkGnPKzjkcQSWgaVLTcS2M9wn94FGqn/Lo0kvUMgDWIKhYhyeoAJ3HWMaPK8T8oU3p1ApaWc+WTqJBUVOUMwQjbmBXTuZxixKC25XH9llKqM7n82TUp/w6iMyU1aQIepTQio66pDAknmvfYXAxofANWrRmqykjLgyjFSGokjUEMQ1VSdQ5riBFyRLnswtXRXbzFOrQEhfimTHLyjUCSQFmNumKCiqFQM71WioGMi7KglJFwYMxEjqZAw3HnimqQrSuD0PxLmKVIkUX/jOfMYiNGix5gF0k6RymNRE3MwfPXzNZ3UsxZSTKj7Oq7gdNEmdrfi2stWUdLJVNIiqboXI0tsbXNOdjLEibjEWdzz+atLQVfUVkNM1IEgkfFIKxewI26dmzSye6l9/+xbx6VuOytRp1KDqRlUghvsjUAIsw9ALTIi+CteqGorqDQrQhIPxNIMrYwQD3+V5EHxRURShQK2pR1BievcjT9qd8aDJ51TSLtYsG0BxBCxK29Aeh3xI5Tg02tjI80cy4pNqcuPLBRwuoBgajeWV0sw5ZAJO4EfOXiGepnQiUmVpYgQgGm5mL6/nHTGDpZCu9dMsGDtpL0wftGxYT01BA0f1JwYyNGu5qu0iqpCKrElULnS0bwOUk+g+ePSyY/dUo77Un/QVbhHIU6XlDUoVHOkta1SWIE2tFFhbaRtMYs1KCU2JQLqGnURqGpSD9mYBke94O+MyM4XyzU2YMzrTsN/MLap6Q3N95xb4JUZ2qUavxUiQx/mg6SZ6CBM774hnGVN/P7eR8q2CHB86lcPRZS8BuZ4JBJHNqF2s0QYBAjrginBmpyrmSYjqSGgx3tG0gcpxaXIhTTVBEnzFAsoG/Mdz1Mz0E74qZPiZegGZNTKQikcpUjU8esREH+aPXC5ybdrgKPG4P4vRDs4CFWASV2LLI+GAR1vGxaOuHJxFaiiE0LYFiwZiRI5SRsNJvsNOxg4tZvhOsS9XUHbUKcjUhMMx1bMs6begv0MOdyWpEYta0NCqQwtpuJUXAvO0YzWqpMnnfYpcSyBtUVgrEcmp2J1kRYixF/WYHoCN4Zlyrf8wlYRoJsAbQTNiIO+mAvTYFBFNNDqSpkpzEaoO8yYMASJEggwDbA3RVNRoamFfRpZmUMDZtIbdwBAn1t6MhJ6XFsBS2o0a55FHI4AIgzMww5T/KJM72274znFOL1RVqU5UBgStQkKABeI2Pwna07dsJlFMvrqs6806QywYleUMdU9WmN/fFKlxTLmm4zCozXaTOog/Z1wWVgeskb2xmPCk20rB5L2Q4j5quuqWCFC5Eq4MgG2/NqGxJDg+mIOH8NFKtTLAlmHl60YMJm2kX5tIBE23gdgtUVabulAMKcawVBk0xOkyQDs0TG49MHsjQOhP3gGaZYgoGLH4RNhaBttttMYe4aba4f8HU1wVeOZVadVgER1cKb/ZkkalY2gkNb64F5iu6VU0rBUCACNjeJB2Mi3r64OcdZAyFGUtUkzrJ5AARKE+p+eoEHAapVnUyqQREQDZgDABn4gevocNxO4qx0d1uH6ThRYGm+mRA2cfIzY29QR6Yq5d6iqrTLaAzSJMbFovHxR6hTtfFbJZ06UpsTJEllkMGYXEEwQd+gmTfEvFs61MjzHljpJYEHcEQNIubd953wNU6G8lTN5mQGC8hPZrECLmIsZHTbawI2nEOKKMhTSm0hm8sEGf7QWZsJUnGQy3GL00YkBtC7QukbHvaQdXp74q/uFVIp6tVO9YAEnU5UAyN9Qk29fXAzhqrVtW/6gpk2Z0I6aW1AbyO95EzBvFowd4dXQg+UCxUS0STaSb/AJQPXGXqFwRKsTMKsCSbW0/P5nFnM8RKUjlqJANxVPVm+0B/ZHw77DAzg5JIUrJuMccXN1KZUQVLSs9zvPee2BdZHVzSSw1Fif7UEGTO3MPp74pJlCtVIIVuUy1hJAMHtvjR8cydU02qU0tTP8Ug3kyZCj7MC52uNrYN1CSiuGOjBvdgvyNPLKiP7f8AphYDnLVTcI972Un7xhYd6XzA0G/yvEV1Vaeh3DAvUd3UzGktTEjl0moBuQpY7gTgrks5QrKMuocB2Y1A2mmyk6tWoj4tlsv21FgL4r8Po+UCURSjqgIuFJfVqJsTpKm4IsS0WF4K0UswpVKagcwA16iilb6gSrFdEXiDIAMhsSTalJpfjQxz96qO5pXqOUSonl0lVKTKXCVWjWVYTK/EAYJ0mACevKHEEFKizOdVN3Zw1zAWGBbYnSHF+yntjrFAxpmCNVl0gwNV4tN9YFp2N8XOGcNylc1BXaFoywIPMS/NpHWFCm1on1uuTjGPvcLwvzk5RT2C9LhrIlPMCmKK1WT/AOXLahLAaXC2KF7SGFsYjiGdKZuqSStMO7EbAG4UW62AgdvTGoo5dKdOqlNqp5dSy+sBpVjOoSjAgXmLeuMxmMwiZupUdRUKgsEBJio3MZ1RqgTe/S0yArp03OT5/Pzc7LFPdGjHDaOcRGoUHVqSa6hYt8QmEIY81iIiPocR8OyJFILTdWeGYKzXJOonmMgbRsJ2nbAvgnHq9NWZmBGZ0lZPwlYLADsRb5YlOWqCvSeirNe6qCwGppsBcC/tt6jDHCSbg3t27iNStIG8TzTmvRqLQam9BgOUyT15QDIgzsYv0wb4XxqoPOfy4Y6mCwCSxpxqbfcNMD1wczvBGKsa1cZYEjTcFrC8KOkzymbEjrYNxGplMnTpJor131hVcnygTeLwSFEx3xRjk5RS4f1/Ub6TbM5mck4aq8ABdv7oQspA9QG9owN4LmXauCWkyBE2jVMeonv6Y1eUzWdrVHGVyCqyOyuxpVKsNzKdT1GImCf9jgZxnNZ7KvoqaUmCGGVpgMIB5Sad4npscVKemNVvRR7M3zI1NHjDU3R2ANNKZSR66Wv0uGXeLYr5XjOWjyTfQVdGUiGYKQVJ7G4PQ+5GMj/xDiJppzBlqFtCNTpmSsKSEK73A9YA6Yotx2shipRozvJpBCZjqhWcS+yd2/2Z2lNVF/ubDifiRCtQKpBXTLX1C5Ak/CSQpMExvE3iDIcX8xAQzAGB9owfhjUVA3A2Mbb3xnspxjL6mNWlUQt1SpqAEbAPf/Ni9lcirkmjUp1VUghYK1AtyylTzXP8pIuZIx3owiqomn081uvsGM7mlcgGap/5i8im4FmChvhBJGxFxuIJqZXK5hiXZdLIHIB5gahAACgGxtNzE4Htx2socU6aKkaBAIlj1ux1EQTfvJ3jFnK5Sq1Ksr1GDSUMCYqyJA0xtYkSBuekntGldhFF3/jFRkRKw+ItJ9F0qSwba5g21QbXVcSZvKZeo0MEDkKIjYm5KgGzwYkjfrOBuU4RWaoPM/iFWBDEgHTECQTvMwZ6dowcyq6dZAAdgoYOF5iLSoIgGYMMR8zfCp1F+6/2BfOzK1OmGqMjMhDcgAYNETJOpAFbS7G3QDeCcC8nwSrRZvLYK2s2LAtAAIaQPuO87DBqlTWrTSowFMioLamBfy2IGoKdIuCLmYiDAXDswzFHswKKwV7/AGSGBvb+1JA3G2MWR3S+p3BVz3Df3iiikjzBfzGsBp+JO5Q3t0gG2wBf8BqhDJhZ2UgkLbn0bsLAW5hJkY0VcPqpsAakh5chpUEKYaRaQygH123kPmsy1TMqagNIKSaZ0ySC3XTYgGLegthuOU1xxyMjsgJn+HPSAGtSxEwDcC9zO1wbGDM2GLGTzU0gFpEkHnkyGUg2j7B0ggdbWIwa4hkKKCrWcjzLNMMZc3gCYixtYQNx0ybcVkGx1A8rBj62I22O/eT1xVB+pEdHdWWM1QkmFK8xAkmYF9pAtN/cepxoaOQfJ0UqVGmo/wAIjUKSMY1EGecz0mPUmwtfDldcqmenUJmAXJVR8LNIHLY7E9NsQ8T8UtXKLHIKYBteVAM/5B9+AnGU2ox47hODjz3NXXrUURzTbUQq/wAQm7O7QQT6CLe+MpToeZVDIup2bl/tNJ/1n0HacB6Wqo8NOkcxEmP0bY1vCKq5ddbjmqAiI+FLQo7E7n0AHfCZY/QTa3bF7J0c8Q5cUaQYc1Z5VqgjSLfAoIsoHWzGem2GcBqMEYFrrpN+8Rf6YqeIuMByum1ySPWIH4nEeaIXzAREMB9zYBRk8SjLlhamFafiLSIVmQX5VUECTJg+563wsYepmTJ/M47in2SLN0s9W4dw94p0yq6KlIioKTgOjKW0spW4hY6RJAOB2fyToSsmqjikWemY52C87D7IaTzRB1CTqBAq8H4i1NTVammtq2jXpQaVFNdQI3EqrbgCJ3DWK5WkABmkVwEFRNDOylAqsSKZJlhqI+M2EghgdWFNVLf8YTimwZU8v94p66jUGcaHkgiRYMpIkBtIMkQTIkEQTOTyLaKQACko5bdSLk86m+oop+q7dKme4N+8IWqtSALQmuEURIYqyMNUkkjfaOmCXmGiFkFhAUNTvyllCLcy5CwA0/DbpgM3Co5x32Fwnj1DygoTRVqENUidLIYJmZDAtMAxBUgWmRfGcojU1lJqByQySCzOxNQveYM9rQN8FK3D0pMtiiRpLbKrDTKqP5jKzpBgxHfAuvlxVcVKdQhUJDL3MsJB+HcxANhHuZorTLUm65/oRlyT4GVMoutdNlakyi4s0QkTO1x1+WIM6tfWKaVXUMFIpgNqMgEfCOaSd/XE2bzaqHBN0BYMYEsRAG9/cH7sd8L8VNSp5rywohUggloZpkkdtA2G2KMamouXhG9Pqtt+AtluF1ToBcHlCuzltUiQBpO8ggRb4fUy3P8ACmVgaal7Al+kixEEEAzHrtgrlEWo7An4neInuTsNwAdp7djgHmPEVcJK6UD1KqzaYWSoAIICwReTJ++W8jybV/6HkjKeTb82PUv2f+KXzoqB0RfJCDlM6i2qWvcfD269cS+PRlaiU8rmpVcwW0VBby3QAh56fFHa8GxOMB4I/aZTyoqDMirUeoywyCnAVQbbrBkk9d+mK3HvGKcY8pUy76svrDlyugM8AsReI0bzMFhpO+PaUmsdvn8/QYoy47lXjnAVoaKRdKipGh0IKlTtLC6mIkT2PSWdV4Q2YoOyoOa1l1Fo3AJ5BaIYCLR0OL2Q4BRpwxUMwmNwoHXlG/U3MXODFPNWgQB2Aj7tgMeTknvcR8ehk3bdHk9f9nuaqVGK0GRLRLIOgndu87DB3w/+zzMUW1O6BTPLrJM9DyrY/PG9bMEdem3+uI/Ow/15yVOkVrDCHzBCeEv4jMapNMvrFLQLGSx5g17mfhOwPS9vLeDcupldS7khNKgnvcEr3gGMXjW7W/Xrjn70QfT+nywEpVyL9nxvsTU+CZcEnywd9y0XmbTHU9Ovrif9wo//AEqY9wpP3jFcZknb8cdXMkdxieWRIdHBHsi6uTUXhFAvsth1PoMBuM+LcvQJUMhcfzFRG3Tf6x88Y/xv47YE0aBiPibsfT1/Ce+3mFWuSxJJJJJJN5PUnvi/Bgclcv2FZJxxuqs9C8S8YOZqUmXMqopg8sKBJsSAHM2tfA7kDFhUQA6vtLdWix5YNhAIHU4zfBuGV8zU8uhSeq0TpQEkDqbfCPU2vj0rxl4GqLkqNWhlHDUxFbTdk0qLNTFnB3Lwdh0OKNMo1FP7HKeKdvT92Z3KUaEMKzqysICiABfVJIYEt6iLE9LYN+Df2dUc/VqolbRTUAtszAknSAbC4B37Y88TOR0kE3E2+U9Me8fsOyITKNVAjzqrEf3KShd9yNbEen3kowerdg5pY3jqMUglX/ZYn7mciK7BTek5AJDC7agAAwknqDe3w48I8Q+HHyeYq0KjDXTJWV2MgEET0Kttj67x80/tmfTxPNGwvRHqZpLPy5Rg9Cj8PdkU25fQzHC73LayTAJ7KIHyF8FalPzamkm29uw3+63zwD4XSaR0hAb/ANvmBP8Ahv7YN5LTozVTUCQionqWIJgekYjz7Sv83EqFysz5TUxJ21WPpP8Atgvx6ooZ4+IswPyJv9D+ug94UDeZEenf9dMNzq6nEm5JwfMkMg6uwW+XvhYkKRbCxVY6j0XMcPby/LD+WRWZxWNOsrhSKhIPLBHMxLTEN6wYs55VKgy0aZcBiiVAGTTojy3q1Co/iy2wtOkDYHGmz+darkHp1F01GA+Fl2DgiZ6wJMCMRvxKh+7NQ8qoEZWQsAhJLTqb4rtLT0vhccWOTuMtufqRrM12Aj8WmgUd1GYKy6lQx0hbQSVg6eYLJMEWJwd48WpZjLwoYCmEdtQ6hSeQkEiVMn+zaLzR4ZmaPl0tVKotRGY6giybuFBJYtADD/tFyMQcdpGvVaolOowdVDbRKzHczcyZ6nE8sC1Lfs/vQ2MrfBNX4vV8p8rVNIIVJSoWRirESkaiCFhpt6xawnOWy01X8+kipTSnT1OpqMaVNZqhUJClqgi4Nl6TIzFfwXUK69FULCr8Y3UBbz7Yn4d4VywYeema6TpemBv/AHTAuPW+GRpRq/sOpdyl4joF2apRqsyPI036ROm0kahMQOm+OeF2NJMyGpu0qjb6YCkwwJF2kiBj0Fv3CnTVKdCrpUGAWBtJO+5N/XAbjWYVcrXrUUUaEVXpljOhyIcEWEHp19MFqjp02heN3le3kn8MFG0mq1Q8x0qoXewhpgdJm+5wC4zxGa7pRllpeY3NFyQxOpVMSSSvzk9cEfDvG1qA1WQDXfSpMAglZBLA7AH544+Wy6u9VvMl2vLJpAvy3G3ee3viWWJLJZdDBKUlLSqrn6AVqH7y1M6iKggsoC6EQ6o0Xkrp09SNRIxqslppIEpiFF/cncnuTjJVOKMuZFPLBAjIGLEfZANzELEAGw645lPFVdvMPlqFpxJiWJJ0qIJiSY2iMOlhlJJdgYTjj27m3FYneY9sS06sD29MYnhniSvW53C06YbTygkltJMCT6fScHlzLBBJvaTPXrfEmXC4clEcqluGGqTjvmQOYx7nGS8T8UqJQZkYgyomx37yO0/rcQ+Qq01p80VailpCgFQIJIIiDEwT29sFDp9StsyWZXVG+bi1EGDVQHsXXftHTEVTjVIQdciTBUM23bSDjE+H+GvUotVq1HOpgol27gd+5OI8j4d8/NLqYtI1GY9wCBYcrJYW3wz2aF02wfWbVpG6TxXlx1e5/lYfiMO8R8T0UoUjU4Bnex+HbcWJ/wAPrinwjhCUa5NNQCsrIjaorAn5WPeRgfxh9dU76QbewsPuA29cSThjhK12KcTlJNsxnEcsJkX6k9z1+f54z1Ycx98bzM5CZPpjI8R4eVLN6nHodLl1bEXU49KR7h//AJ94L5eUbMEc2ZqlB/8AbpKTI/x6x8serZslVZtRvAAtY+lp+pOMv4MztBEyWUoMrinlBUJHrpUETBlz5rbbL64P8YeEQdSwP0vi9bkL2PkXjlHTmq6gRprVRA6Q7CMe3eC/G+WyGRp0M04pVEpoFRVqsSKgFYs0KQGJqAETYjGI8UcDP79UTY1awYX6VGDAkbi5J+eBXi9decaBp5Q0TO7NsYFoAjCYy1T0/qOklo1H0VS8c5KqjGjmqVQrBIV1LQCJ5SQduvTHi37Rs0M3ns0qi66GUR8dPQgPrKsD9TgB4E4d5+bpUSf+o5320o1RTPyBwf8AGGS0UsvnEuaFU0qhHVZlJ+RgfPtjMyfCYfTuLtSWz2f59zJ0a0fvigDmUBG7KjhBHoUBHyxCpAUCYEgY0NalTWm5DDUpISI/5ctUUWNpZ4NraRgPxDh7MHAgkFREi8BRC3uYbb/bE1qfyFzxyi2gbn9V4kgG/YTiFpNQaut/recX2yzMDTXbmj/uqXHyjErcLIfvECdrgH7rYZqUVQlp0wdXybajFx398LFnMUG1WPbqewwsZr+YepnvmQpafMDm5ckHoVgAWiBtsMWmQfzfUD6XGHfu/r92OFe5+7H0GPDHHHRHg8STt2VKvDtdpntyoQP8uH0OCIBZZ+Sf+I98WNYHU/d+WHrmV2nGSxw7hKUlwMqcPGmIETO2Bdbw+pYMDewixFutx79cF6mbUCScBM74iCnTCz6h/wANJxNL0Y7scnkY/wD+HQTOo26Xj6A2/wBcYbxflTRqZ0E8tTK04LA3YVFAA9ZDddgcaw+JG/8AT+Sv+LARjIeOsrmM4aflhWAVwVXSsSQRJJlpA3xFmeGaqOzsp6eU8c9UjL8E8Rfu+VWVRuZtKktqIsSbMIF4v64rcR4xSzJAK1VJ+FQ3Lq2Bgk9cBa+VZSVIIKyCpEEGO2HcKT+PS/vL+OAeNK5HoLM2lE0FN9NSo3RiaYv/ANGnGr5EIF+uJRXFOiB/1H1Zh+4EaaQPuzh49sSHgCSSHYEqy3gxquenr9+I6fhjSHipOsATp2AIJ+16DCPaMdcjHjld0PyA/jUqA2y6M73/AOs+4PfSDp+RxovMtEYBcJ4aKDuxYMX6xEXJ7nvgqKuJs+RTlaewzHBpUyvncsa1WhSGxcsf7qAn8JxHxnPeY1SosQKflpHYvp+tjOJK1Kpr106gQ+W1O6yQG3IOoQYt9cVaHBP4Zpmp8RUzpGy7CCT74KOWGhKzdL1N0Ea/Jl0pDdVGr+8RcfKfwwV8K0E/eCZAaqUoqTfmZz+AKD5YA0eEssTVLAHVp0re+qO4E9sSU8iQwK16iwwcadCwykFSDomxA6/1wCzLU3YelOOmjeeM+F08oyGlql1ZmZjO1gAOnWfljFZZgzEAGVCmf79x7EEEesT1tbzOeqNPnV6tZgImoQYHYQBvgdk/FH7nWqKGbRURNeuHmCWX4GMfERBuBvB2S4LIpaR+K1FL5hKnlQZmP1+eMfxrKhalRfsuTB6A7CPSVGDjeKKNUxTAkm8LUAvNrkgD8sZTitWu1SoELaBOxMBYkz6XP34b0eKcMjvwD1q/+aap79mmWOBeNs7QcGjW8thTWlq0UyfLQsVU6lMxqN99u2CnEP2uZ6vR8qu6PzA6gmloF4lCov7TjLZSjzbglul/nf2nDM7kH8wjSVkA35RBAM3ixmZx7Xu0eR71npHEs1qzOUzCzBy9B2kbtRo6m39KYj3xj89mmeqGIPLTRDv0mJPtGC2X/aERWFSuAyrQSitKm0LKgDUZUySNR+YGwAxD4j/ahVzasnk0VVjIOnW4jb+I5J+kdtrYlgpRndWOnTVX4+xN+zTN+XxGmzKTd5A306GBt6A/fipxrjtXnopUPlEgmDZis6T3t+OMylV2sDpHpa3yvi+2TaLmfdhP447LWq2+xR0sLtV3sZlG/iKexGDtWqsHvIsYsBp7T2wDbLFVJmD6GZ9LYkyVeQVPpfC5JPcHqouwt+9nTdhYWn5wPW2LL5hWG4kX6i8H5HAetH6+eGvBO/6+uFuEWRaiwa0m5M7W7Cw+4Y7ig+++Fh2mIVn0BXz+kEwT2BkEn5iMQLxpdCF4ps86UZl1E7gATclYMdJ9DgnWyCsQTcC0dxbe36k4yeZ8P1Xqh256iVdcKIVNVOFpx9oDUJJjqcel1GfNila3T2VfpuzyoRg9nsH8pxFWSTAMkEalMdpI2JUqY6asWqeaSd4/xH+hwA4dw3RnKhU8j6iVvZl06oA2/wCYLbWNt8H3yE9fx/Pb0xXhmssbfZtfsKyLS9ibzUIi3f4j+eK9bLK3X72/8sRVuEdiVtuukfO4OK9bJVEBhnNukfkcM9KAGtlkcPU7sfkT+eEeGJ9O5b8dQwDq8SqIRqdwPUf/AMg/fh9LjJPLr1TPX8z/AFxjwY2FqlyZn9qHhj+CMyo+EhXMSdBshJJJ3gf4he2PN8sdDq1yAZtj2ziOY1oyVFLo66WETIO4kPb36b48U4pQ8mrURSSoYgTYx0kdD0xJnwKKrsW9Nmb+gdy/FkP2h8/9cW1zw6H6EYxqZuxnDTV9sePLoIvhnqLq33Rt1rAkbYmfMRjAfvB6E/fh5zTROpvqfzwt9A13GLql4N35g6nDDmd8Yb9/f+Zvqfzw1s8/8zfU4H2J+TfaV4PQlzQIicMbMqu5A98ee/vjfzH6nDGzBPXGrofmd7T8jcVuM0xOllLdBO53AtgLR4qKlZTmVHlgEHTY2B09ZJmMZ81D3w2cU4unjj+YqeeUlXCNvS8TZPLkeTT1xJMooBILFLvqIX4bR9n3mpmfH1T93OWppTSkU0ERqZlmZZjYtYcwANgbYyWO4pE2WDnD0t+vTETVSdzhgGHBfnjDdxBcPVcJVw9amMbDUV3HobyME04y0RCn10pf6qT/ALYFA4lAGx+f69sKlFPkphNx+FlqvmyxMx7D8sT8GyWtyTYKJ+Z/RxRJsfYfhja8K4WtOiCfiYAnmUXiwifX8cIyvTGkBlnfIKrZAEXtipU4cJ3ONPWyqTtP/wCRP6ziu+QSSIiP/UT6TEHCIuS2JaTM2cgP5vux3BZ8qATv9RhYZqkHpie4lCCCGKwLrAgi3ToR0j5zjlKqdbLpb+bUVGkg2ABmSYXtb5jFiLWIt3H07Tt3wp9R8/zjH0FHitlVMoqkkFplz13qNqb5f0jFlKQ9/l+eGtJ2j6f1w+mDODTUeAGrONSHr8sR6PU4ndTH+gviHX6R+vTbBKZjjR2Pf6HATidZabSFUmTsI+R+k/q5iLdPp+vpjKeKKvNMx35jHoI+z8hfCs+SUY2huCClLcocb4qKlMoVRJsGvY9ZgzF/qJx59mvCDEkrUpuTeFbp1N4xsM0g0GaeqO5I+kD8cA1KnZSPYkk+/b7seVPNN7tnqQxRWyVGXq+GawnkPyxVr8BrJdqbgeqMP6Y2Sqe59LnD/OcWVjH69MIXUvuNeLwefNQYdDhkH1xuq9YnchvdQT984q1KKG5RfWFA/AYP2leDHjZjoOOY1B4fTn4T8jh65ClBBDj2dsGs8WDoZk8dAxoanB0OxcfP/TFKpwY9CcH6sPJ2lgvCxePCKmGjhNQ9Mb6kfJlMqBcdxdXglQ/y/XEi+HKp/k/7xjvUj5N3B9upw8le8/LBVPB9ciRoN4+If7Yt5X9nmafpTA9aij8TjNcfJttGetiXSu8/j9ca/I/struwBNJV6k1VxZT9llfvSET/ANVenXrjHOPkzUzF00Xqbbn4t+22LFLKgmxLE+nU/wCn442Cfs1cXapR7x5n1Ex/rf6FMlwKhQUiz1GHxBhA9FG59+vbAOa8m65JbIDcL8HroV6rxPMEMSe0zaNrX+XU0MhT6Pf1I/ERivmBH2LX3U9/Un+mKhf2+gxHmyx4asz3nywi3DAYjS3s8z6QL9cRZjhQAnYezH3/AFG+BtVR3X6Gfwj78NUKGHMwnqBH3zjYTj/j9zqfkutwpZ3/AMj7dPs4WBz51ptUqx/fwsP9XH4MqXk94altuPaZ+kRjq0zJENbqYv6AwMOFhf2HU/dhGJsdt4gn6Y9xpnkFZx3kHtyz8oJGO5elbe/a/X5CcSVCZEX9hEdpEE47SRpgkzNyQL+kBdveMBvZu1DK0+n3/liFpGwJj3/r1wRqBQPz/KMUmpW5VM91P9Dt9MFqoyrIKdUT0B7Eifu/1xnvEWXlhJjqZA+68x88abSSt2cn/DAHyIJ98ZTjOTYVGZWLAnYDY9iNn3tY74Rmncaoo6ePv8gKpkEKfGVvIMLFttpIP1PtgcnCqjEsG1T/AHiTP+D9fjpaGXYISZ6ydc/K40gekelsDM3tsxg2+Agzvsfe2JfTWngvUnfIIqZJ1J1DbfYj64he5m9+wEYvUKRYsVJBAIIB0gbmCS2/yOKzry7R03G/67/ljy8kK4K0yr5J9fu/MYiame0/TF+kNvxkYVVe8/d/5YU3RtWCalAzv9/+uImoSbX+n54KNT6Sfu/rhlSj6k+8/nfBKRjiC3ox3/XzxwU7Yu1Mr6f0++cM/dB7fefuwWoymU9I745p/V8WXogW1fiPuxGE9fxx1nEWiNsPUn9Th2n9XwtOMs4lp5plFiZ9/wBfji3R41VX7ZmD7de8j7sD1EY7jrOoM5XxNVRwQ5PuB7+uHHxJUMksTc7z1HyA26RgIowiMbqM0har4hqNI1EA9vWZ298VDmye84rr+v10x33v88Y2bpZfpV5H+v6nE1JiNiQfS34YHI8RGCGXv+o/piefkW40RV2ne57z+e+Ii9o7+x/pI+uJ645hcD1n+pGGPTEbiD/e+mCjfYHYrHT3P/YP/LCw1kAO36+mFh1vwce/s36jCLj1HqAfywwPjoP6tj61xPCHSAI6doH4X/DEdIASdTEesD7gBhzNt+U/7Yer++B0mnCewt6/q+Gv9B+unfDmg73HYiRPfDVAkxpnsAJ98C0cVWUbKSG3srGfUkL6YAcYy2l/iDGCYIUwY3gqIG94IFr3vqjTMSWa3SBH0i+M9xW7sKjKVBEBgCTIEcpibntPrthOSOw/C/eKOUASFKVWaZtoWOm8wSL9NvTDOJ0iCJFVVMmGWm1o35HX1iO3XoR4FluZoUWN9Kjr0JL7Wnc/hh/FeDrJZaabEyVpD6TTLT6bYUovSUudT3MbUOWkzrBAPL5NyR3OoMvsO++KbmxAQC0A8ysQfQOR+PtjWHh7EA3kiw1nR1vGkGB6cvtgXnspUBFNhrCzAQvUuRIEM4j2AmL+uIp497K4ytbgBKJDbG/uf0MTfuzEbE+pUx9b/hiShk76gjAdb/iFMj5n8cXKfDySIsekKp/zHCfZXJ8BvKo9wMcuwPQH3H03kH5TjjZEmBYz2YH8cHRktW+sFdpJ37QNsPPCxoBgzBPMCPv7+uHR6K0KfUeDPVOGspvA3tKdO+nrhJw8tB3Hfn+6AJ+uDvkgEAG9xOsdrb7j0A/DFYJFgUJBuNdM2tsSoPfc/LAS6VIYstgupwwgT22A1fO5v07YHVctDQZnqCBv1F4xqqtAifgAOwIn74PcbEYo5iu97csCSh6epi1/TfE7xqPLGp2rABoeg9rf0wjlZ2/X1wRGagzb3OmY9e+IqzEHc77++1rEYGkY7RVXhrGbbfqPvH1x2pw517fIz6T9bYOZbNOQCXKoDsGqQSetpEk36YuZ6g931FbWDBoJ9NRvYH19BfB+kmZbRkFpmf8AX8zh1WnA/wBvzwaVmsTSpnpqEj+v4jFmtlGIg0zHTQCbDfYGZ9+1sA8RutGYC/qcO0++DJ4KQQZKgHswI3vce2344ceCkmBzCLGR1uJMAGfnv2xy6ebN9SKAhXBPhmWZ9og+qjbeJIw6pwZwwBUi8XtPtAwVyPBAfs2Ntj/U2+Yw3F0kpP3kKz5UlsR/8EJMnWR/dBHyIfHKPAZ+JiOmmOnuRY4L/wDCOpJBmbEz/wC3b88Rpw4qbM8dgZ/9x7dhi+PRwT3iQerLyUk8MIRvP6/ujCwTAcW5v8x+8NfCw/0MX+Ir1JeTeLhThYWPTI2dp4evXCwsAzUOYf0w6mMLCwJoiMC8/TBdwQCAAQI66Z/HHMLC5jIcnMkYWpFr9O8nFKoxdqoY6gGIAN4FrXwsLCl8A/8A5jqdII/IAssJ0iOg7Yn4tkqeumNCRIEaREaVMRHck/M4WFiWfJbj7mNy9IGm0gGAsSJ6YtU6Q/dyYE3vF8LCw+AmXP1KZrMHQBiAYkSb3wTyuXVrMoYc24B/HCwsGZLuVs5lUWdKKvKNgB37YpO5mJPX/wDf8h9MLCwjJ8LCx/EMy4mfY/0xQ0DzNh+jjmFjyHz9T0Y9/wBEOFFdQ5Rt2Hc4u8ByiPUqakVoUG4BvJvfCwsUx7fqTT5YYo8OpefHlpAVYGlesz0xTq5RDlpKKTO5UTdoN/a2FhY0xcgnIZVInQs60EwNiRIwUoUwUrAgEK1gRYbbdsLCxsOTG9gjk8smmdKyTvAn4e+IqtqrAWA0ffM4WFijFyBk+Ee1JQSQADboNr4noUxvAn2wsLFsSSZ071fSY9PbA2jzO2rm5ut+vrhYWCYoteSv8o+gxzCwsEMP/9k="/>
          <p:cNvSpPr>
            <a:spLocks noChangeAspect="1" noChangeArrowheads="1"/>
          </p:cNvSpPr>
          <p:nvPr/>
        </p:nvSpPr>
        <p:spPr bwMode="auto">
          <a:xfrm>
            <a:off x="63500" y="-709613"/>
            <a:ext cx="1952625" cy="1466851"/>
          </a:xfrm>
          <a:prstGeom prst="rect">
            <a:avLst/>
          </a:prstGeom>
          <a:noFill/>
        </p:spPr>
        <p:txBody>
          <a:bodyPr vert="horz" wrap="square" lIns="91440" tIns="45720" rIns="91440" bIns="45720" numCol="1" anchor="t" anchorCtr="0" compatLnSpc="1">
            <a:prstTxWarp prst="textNoShape">
              <a:avLst/>
            </a:prstTxWarp>
          </a:bodyPr>
          <a:lstStyle/>
          <a:p>
            <a:endParaRPr lang="en-AU" dirty="0">
              <a:latin typeface="Helvetica" pitchFamily="34" charset="0"/>
            </a:endParaRPr>
          </a:p>
        </p:txBody>
      </p:sp>
      <p:sp>
        <p:nvSpPr>
          <p:cNvPr id="134148" name="AutoShape 4" descr="data:image/jpeg;base64,/9j/4AAQSkZJRgABAQAAAQABAAD/2wCEAAkGBhQSERQUExQWFRUUGBcYGRcYGBgdHRwVGhsYGhgXHBkcHSYgFxokHBYaHy8gJCcpLCwtGB4xNTAqNSYrLCkBCQoKDgwOGg8PGi8kHyQsLCwsLCwsLCwsLCosKSwuLCwsLSwsLCwsLCwsLCwsLCwpLCwsLCwsKSwsLCwsLCwsLP/AABEIAMIBAwMBIgACEQEDEQH/xAAcAAABBQEBAQAAAAAAAAAAAAAFAAIDBAYBBwj/xABGEAACAQIEBAQDBQUGBQIHAQABAhEDIQAEEjEFIkFRBhNhcTKBkUKhsdHwBxQjUsFicoKi4fEVM0OS0mOyFiRTc4PC4gj/xAAaAQADAQEBAQAAAAAAAAAAAAACAwQBAAUG/8QAMBEAAgIBAwMBBwQCAwEAAAAAAAECEQMSITEEQVETFCIyYYGh8HGR0eFSwUKx8SP/2gAMAwEAAhEDEQA/AHZjJVdFBAVL16avTZn31BzJQWLBdAIUgMAmwDHAviHAR/Car5gquoBJA5pl6bHTTLJ9lTpk3HQHBnP5nLVMsaOjTXTyBTqE6YRCzKytFk/5lhIGuNlEFslx2nmaYLoXGVYtUZRK8w2DkhV6j4tu2wkcYuVQe7E+o1sZ3jHCFr08vlLVK60TVZkXTpUlP4blRrqKBPMTBlTI66Lwnnq1CvSVtfkMrUeaTD04K3iSoDKQxNgxUk+XOBXGaeYzGbDZeKFUxUZQWXToBhauqmrHWqxCyp0zMbluA1nYV6q06gWkytAKmG0zWFjzEKByzcsbDDLlGfHn7VuC90bXg/B1oppgWarp9EeoXCj02t0xcqvoE3IkDcdSB19/1tgDk/GC61SqukMEK1AZVkqCUfYQp26wReMaSMVRkmtid2uRDHcKMLBgiwsLCxxwowsLCjHHCwowox2MYbRzHYx2MKMcbRyMKMdjCjHHUcjCOETGPN/GHjgFilKqRTWzFLS3o4sVMjr8rHATnoVm0bw8WoyR5iysTBBie/bFmnVDCQQR3GPG89xTXGttgJggbxawAN47g6d740PhnxO4cJE+dAVyW0grMkkSNoX3j5ph1Ck6ao1xaPRcMr1wilmMACSfTvjJ+JvFhpZcW01GXU0Ecqg76wYAaGiTPscZGpxmrVBlgCwOmSWBlrQ5Ez0iYMxjs3ULF8/9HRjZ6pV4ii0/MLDREzP0++2KNfjdN6bhKgVipg9mIMHpsR1j3648+HiD/wCW8odBzAliBOmYM6YB2BBtt6j6nEjrpKamq8Ai97GDG6kT8iRtOJsnWV8O4ccT7m24H47V6aeeVRlkOwupIAjTHQyb+n0jbx7qqRTBZS2kWEyIkTMdYg32xic3nJ+GxBBUrYEWsBA03XvFvXFTIcSanTbTM6jpgjUWBOkGDNz7m/vifH1OTJHfbcKWJI9fbjoWkzODrVNZQAyFiQD2MEffirwvxjRrsqiQWmAQQfS0R0N5x5hQ4g1ep5is6pAZi1Q6ywBE3uIiI2AEk3jEj5l8vVemsq7iXMcw1SdIi4kRPfVc3OLvXknVcAaNj0nM+NaCVlp3MyCwBgEWAIiRJDD/AA4np+J6bEwDAIubC/c9Pv3BxkqHDQ1am9VlBK6pNzEgFm3DTI+yNjt1BeKM82XLqoZQQOVptIBIkidQJ298ZkyZowUl+xiStnoLeOMuDEn7sLHilPxZVUBQ8AdP0cLCva83+K/c6omhYB0b+Gi1WLINAaSFKtArAAq+lwdNxsYtjR+GqSrQekqPTRNSEMysrVUbW7MQNptOnSANpvgL5VDRWFDMNRDUtbHMOGdiU0iZI8ovyoVMkhSBEk4y68UrUTTo6nYs86CNbFfKXy0KlgppEu8qDtM7CVPFKCqLX+vmVqu56fRzAY0WqrCUlKoaeg1FKBVUFnEtrGvlp2jf4rWeFigFGuow1vqOkso7CSAAZgX1NBIA74zfhDNZda2jMV1R9KgTCoWJk0aLEAKATJKmWL3JJklOMUWo1KqK7OaYSrocktpqHS0PIeBJb4vsCdwTS8lwU0rX5/Atu9kFeFcOoswBVmVV8tPNWJCOzqpF5WHMG3KtwLEl+Bcfp1CKQdGKqCGV51CNyCAym03mRcE3xgcvnnpO51oXJUs0GSzFQrx9hwYYiIaG3ODvh9XTNHXlUJMMayMJUNqL1DMTTapq2ZpEAk6CA3DmjkVxBlG0bzHcMpvIm/zBH3HDpxSTncdw3HccaLHYxzHcccLCwsLHGiwicKMcjHGbnZxzVirxTNeVSepIGgE36xeN+u2PMuL+PK9VKyBWWCsBQytAPMN5YFT9wtifN1EcXJ25pfGHjGll6i0/OiqwHLuomQJi4JJHewMYxWd4irVNTUFd3OgsqEkaVciCDa4USvQdZIwHqKozSVdOrWxJ1zCONImZOrmBJBHXYmME+DcQd2HPspMMYOrTIknYcoHNaFE4gydXJPXFbUHtRLxaiyU6GuWQoCobVBIsbCCV+E33kCTfFnwtXpmuMuUCtVbUCWYMFIPIAoUhYl4PWCe+BtNKhUnyiyUzd5LABdY6SCoMmfYyOtLhPEwmYAqLTHNCktEsCdOmB8PMDzEDmFxBGKsXxqlsbLdG58apRpsYpsjLoDRYMsQsfy/cSA3Y4xmdqzUVAWC7qeZoW5neDtO+04seNeL6f4dKrOrmIFSdTEAF46qTqaRcdY6Zbh3E/wCLUjmApm5bTYRBBkTYbWsSfTE/UY3KbkMhaQWhap16kU2JXrqUyPit9JEEDpi+MuQBUsAvVeidT7RciN7WkzmeI0Q1QBnCGFsF035ugA6AGy9r4IcL4i6fFU1ooOlBJAuNUGCDe3++JpY5JJoON9yzlGIpq0sACSNSkQCCdMseYRJn88Vab8+q6/ZC6SBJ3MzzXL+gnvjvCfEDH4ivUMCDM7AggEKIAP8A3bYuZd1qIHN9JNRlsWaOWPiBjUTLDYN0AwUYvU0/z7Az37kSV5YaToiZ0rJ5tQG0Fbxvv67Yt08wE18p806f4pHW/wBkr1Un3BB9cUFzWktTcaqiAQASdc6YKxMGGuPf0xoqWTZrvTDC5CsYl2srfF8W0z6++GvJ6a0t8i9LXcg4t47TWopnWV0mWEwQtgsxaS25i/aMCq/iM52SybCNzETMFjsSZ69cSeJOBE0gWVQ+tSC1gKbiZssm4uTtYey4ZwqndlIOhCDqJ02ksy9tp7WOxgYZLLq7mKPczlYgMQRcHppt6b45iPiFGarkLbUdtIH0N/rjuFaV5D2D+Z8P1mMF1Jp6qobygGFNG0glSoFWzCS4iBAPKRhmcyWYquham9JEpsDVVFY7kQCSqhtEEjUvWNoxp8sRqfyqjaJuCGDCmrty+Y1zB7wRMgb4E8Rq+RX1LUjziVpmqSyJqVfi0aiWAL7sbNuwElayuUmmuOEPktiTgWVq0suP3hyCKf8ACAGrWgDMS5CnSirJ1NG4udVtRwzh/nB6KBw2ll1hG0CpCmalSZnssEXAmxJ89yudrJmdWYA1O1NHZ5lWAAqCLQrCTpnSZNjBA9C8P8SqtxAMlRSjKoqU5FgyzYmZ0MdOkExG41XsxwjJ7rf5cbiZPwFsrww1RWTSrMiBV1CdSVJZkYm4511KehjuZPZbgdNF/h8jFdwFFyFDEwAW1aRMyfYxiXWE1OqlmcyQCJhRpEelvqTjM+MeMVEAKNaxBBg6WUqY9JK3tEn5Pajghqfb+dhOttms4fUY6tcWIgAGw/lJM6iLcwsZ2EYt486yvjR0CCdWq8jSWIJmw2udSi2wF8P8W+KdN6LXNPzFiZEcjKRHrPpDdxjvaI6W0bRv6WYVp0kGO1+pH4g/THXqqNyBYnfoNz7YwXgXjQp09DHdm1ag0i4RALXnSfSF9cEvEvH6TU20ONSgjWJlGsfYHax3mLXhqn7qkCGK/ijLowQuC7NpCD4pnTt1Ex9Rgn5nLIv7Y8O4jm1ZzXDyw0LItChSCQZsensBO+NBwni9VQhpPdQCylpUCJKwbLv6RMjEy6qnUkHpNB4h8ZPRrURTUEFyrgn7InU3pp0kz6rvJAJcB8UGsis6aPMJ0iDtJCk9pEfX6ee+In5nrDeuCjAEE+YJWQo+zzL/ALRLOF512uTyoil1EwQQdAFxB6zEWjAZOrcZbK1/RuhnoXibxIaGTqVAIYSkj7JOz3vtcese+AvgfxRVqsFqNMjlUnZRHOT847mffGa45nUr5dlB0G0ktNpHr1E4l8MvSQVSzuhqAAPsNHVBIInY+2MfU6mpLsjtDCnjHjrIuZpOza4CxMoVID8wF1sfTY3N8Yo5/wApYpo7amA1WBtAbnNhMNZoFtziz4orr+8kBmqhVV5Zua6jUQYvGhSb9GBwKp5OmzlgSwpsFCypABMajaGGm9zBg9cTZHHJv2NaYe44zuhqhi8EDToGoSNJEqCVCqX2AEkG22GZClTWqjudYAUF21CIhQpBOoiIFxsB7GjRRiWWmdZUSVBsNZMyIH2WnfpP2sSZ7hlQchbRqLAuAZG5IIUSDHSLzadhJppabMSDtHj4VXo6U01QQIUAhVg9IjcbmA3zx3N+G6dXItIZqwTWDIJmyKQNYBnSRqabgQDBwKoVRRpl6jIV5VLCQDTuRY3VjF/b6hX8XPXzAQMaQNnIm49Y33Iv8zizpOokrXKSOK9PhtJVIZ9bwQ38QiAWWAsbwYBNgSeo2lHkK1QhacrpNlBMDlMW5bm4E2HecV6+e8qu91/hEndyH6AEDl1SbGwFrdMVOGE1XbVTLMX1yskiSZBmZETHsfXDHcrbY3YvvVokiCo8vUrKSIF9wGB1t0te23a8vC1ZVisjEbsNX2g7pNo02UgX62IIxB/walWZVUFSVZmkFTIPKCIi4E9Tze+JTwlVBFQkFRdYETYxuOtoUbdugaorlhIoZREEVaZ0uwYCxnzCCNQMxMnYdD88WFBpUQrFioK6/s83xCQbmDqMR1mO9epVJKlTIAIKgCQososRq5QbiesncghxrKVCUZgjUtOuXWAAQRrELzA2v3wVvUr4OcXLgP8AhnJSupEgkRqY2+d4PsPTFnjnFzl0IWGJn7Y3t00g/Q/LGZ4p4gehSo5NG0ban3PPuFm9tUavS0Y0A43QpKUVQY5SSAzORYk7mJER2jvjyOqwS9S5e8n2BW3Jls/4kZ2VY0lLNJmVM72i3tth2bzC00apMalIESLE6iBe1j94xB4w4YKT03Tl80kMlrVAfu3Fulh6YptwdqyjVWRQmkFBLNMEmQLL8J3PT0xXDHFKMlsu4Li7oZQosyhhAB9D+WFiomeUCAzQPSPu1YWHuEhVM9EzdMMIpuANE6hcqCOWQQfsgfEI5z1EYp8ZYV6Oghlq0zR0lUGkGnPKzjkcQSWgaVLTcS2M9wn94FGqn/Lo0kvUMgDWIKhYhyeoAJ3HWMaPK8T8oU3p1ApaWc+WTqJBUVOUMwQjbmBXTuZxixKC25XH9llKqM7n82TUp/w6iMyU1aQIepTQio66pDAknmvfYXAxofANWrRmqykjLgyjFSGokjUEMQ1VSdQ5riBFyRLnswtXRXbzFOrQEhfimTHLyjUCSQFmNumKCiqFQM71WioGMi7KglJFwYMxEjqZAw3HnimqQrSuD0PxLmKVIkUX/jOfMYiNGix5gF0k6RymNRE3MwfPXzNZ3UsxZSTKj7Oq7gdNEmdrfi2stWUdLJVNIiqboXI0tsbXNOdjLEibjEWdzz+atLQVfUVkNM1IEgkfFIKxewI26dmzSye6l9/+xbx6VuOytRp1KDqRlUghvsjUAIsw9ALTIi+CteqGorqDQrQhIPxNIMrYwQD3+V5EHxRURShQK2pR1BievcjT9qd8aDJ51TSLtYsG0BxBCxK29Aeh3xI5Tg02tjI80cy4pNqcuPLBRwuoBgajeWV0sw5ZAJO4EfOXiGepnQiUmVpYgQgGm5mL6/nHTGDpZCu9dMsGDtpL0wftGxYT01BA0f1JwYyNGu5qu0iqpCKrElULnS0bwOUk+g+ePSyY/dUo77Un/QVbhHIU6XlDUoVHOkta1SWIE2tFFhbaRtMYs1KCU2JQLqGnURqGpSD9mYBke94O+MyM4XyzU2YMzrTsN/MLap6Q3N95xb4JUZ2qUavxUiQx/mg6SZ6CBM774hnGVN/P7eR8q2CHB86lcPRZS8BuZ4JBJHNqF2s0QYBAjrginBmpyrmSYjqSGgx3tG0gcpxaXIhTTVBEnzFAsoG/Mdz1Mz0E74qZPiZegGZNTKQikcpUjU8esREH+aPXC5ybdrgKPG4P4vRDs4CFWASV2LLI+GAR1vGxaOuHJxFaiiE0LYFiwZiRI5SRsNJvsNOxg4tZvhOsS9XUHbUKcjUhMMx1bMs6begv0MOdyWpEYta0NCqQwtpuJUXAvO0YzWqpMnnfYpcSyBtUVgrEcmp2J1kRYixF/WYHoCN4Zlyrf8wlYRoJsAbQTNiIO+mAvTYFBFNNDqSpkpzEaoO8yYMASJEggwDbA3RVNRoamFfRpZmUMDZtIbdwBAn1t6MhJ6XFsBS2o0a55FHI4AIgzMww5T/KJM72274znFOL1RVqU5UBgStQkKABeI2Pwna07dsJlFMvrqs6806QywYleUMdU9WmN/fFKlxTLmm4zCozXaTOog/Z1wWVgeskb2xmPCk20rB5L2Q4j5quuqWCFC5Eq4MgG2/NqGxJDg+mIOH8NFKtTLAlmHl60YMJm2kX5tIBE23gdgtUVabulAMKcawVBk0xOkyQDs0TG49MHsjQOhP3gGaZYgoGLH4RNhaBttttMYe4aba4f8HU1wVeOZVadVgER1cKb/ZkkalY2gkNb64F5iu6VU0rBUCACNjeJB2Mi3r64OcdZAyFGUtUkzrJ5AARKE+p+eoEHAapVnUyqQREQDZgDABn4gevocNxO4qx0d1uH6ThRYGm+mRA2cfIzY29QR6Yq5d6iqrTLaAzSJMbFovHxR6hTtfFbJZ06UpsTJEllkMGYXEEwQd+gmTfEvFs61MjzHljpJYEHcEQNIubd953wNU6G8lTN5mQGC8hPZrECLmIsZHTbawI2nEOKKMhTSm0hm8sEGf7QWZsJUnGQy3GL00YkBtC7QukbHvaQdXp74q/uFVIp6tVO9YAEnU5UAyN9Qk29fXAzhqrVtW/6gpk2Z0I6aW1AbyO95EzBvFowd4dXQg+UCxUS0STaSb/AJQPXGXqFwRKsTMKsCSbW0/P5nFnM8RKUjlqJANxVPVm+0B/ZHw77DAzg5JIUrJuMccXN1KZUQVLSs9zvPee2BdZHVzSSw1Fif7UEGTO3MPp74pJlCtVIIVuUy1hJAMHtvjR8cydU02qU0tTP8Ug3kyZCj7MC52uNrYN1CSiuGOjBvdgvyNPLKiP7f8AphYDnLVTcI972Un7xhYd6XzA0G/yvEV1Vaeh3DAvUd3UzGktTEjl0moBuQpY7gTgrks5QrKMuocB2Y1A2mmyk6tWoj4tlsv21FgL4r8Po+UCURSjqgIuFJfVqJsTpKm4IsS0WF4K0UswpVKagcwA16iilb6gSrFdEXiDIAMhsSTalJpfjQxz96qO5pXqOUSonl0lVKTKXCVWjWVYTK/EAYJ0mACevKHEEFKizOdVN3Zw1zAWGBbYnSHF+yntjrFAxpmCNVl0gwNV4tN9YFp2N8XOGcNylc1BXaFoywIPMS/NpHWFCm1on1uuTjGPvcLwvzk5RT2C9LhrIlPMCmKK1WT/AOXLahLAaXC2KF7SGFsYjiGdKZuqSStMO7EbAG4UW62AgdvTGoo5dKdOqlNqp5dSy+sBpVjOoSjAgXmLeuMxmMwiZupUdRUKgsEBJio3MZ1RqgTe/S0yArp03OT5/Pzc7LFPdGjHDaOcRGoUHVqSa6hYt8QmEIY81iIiPocR8OyJFILTdWeGYKzXJOonmMgbRsJ2nbAvgnHq9NWZmBGZ0lZPwlYLADsRb5YlOWqCvSeirNe6qCwGppsBcC/tt6jDHCSbg3t27iNStIG8TzTmvRqLQam9BgOUyT15QDIgzsYv0wb4XxqoPOfy4Y6mCwCSxpxqbfcNMD1wczvBGKsa1cZYEjTcFrC8KOkzymbEjrYNxGplMnTpJor131hVcnygTeLwSFEx3xRjk5RS4f1/Ub6TbM5mck4aq8ABdv7oQspA9QG9owN4LmXauCWkyBE2jVMeonv6Y1eUzWdrVHGVyCqyOyuxpVKsNzKdT1GImCf9jgZxnNZ7KvoqaUmCGGVpgMIB5Sad4npscVKemNVvRR7M3zI1NHjDU3R2ANNKZSR66Wv0uGXeLYr5XjOWjyTfQVdGUiGYKQVJ7G4PQ+5GMj/xDiJppzBlqFtCNTpmSsKSEK73A9YA6Yotx2shipRozvJpBCZjqhWcS+yd2/2Z2lNVF/ubDifiRCtQKpBXTLX1C5Ak/CSQpMExvE3iDIcX8xAQzAGB9owfhjUVA3A2Mbb3xnspxjL6mNWlUQt1SpqAEbAPf/Ni9lcirkmjUp1VUghYK1AtyylTzXP8pIuZIx3owiqomn081uvsGM7mlcgGap/5i8im4FmChvhBJGxFxuIJqZXK5hiXZdLIHIB5gahAACgGxtNzE4Htx2socU6aKkaBAIlj1ux1EQTfvJ3jFnK5Sq1Ksr1GDSUMCYqyJA0xtYkSBuekntGldhFF3/jFRkRKw+ItJ9F0qSwba5g21QbXVcSZvKZeo0MEDkKIjYm5KgGzwYkjfrOBuU4RWaoPM/iFWBDEgHTECQTvMwZ6dowcyq6dZAAdgoYOF5iLSoIgGYMMR8zfCp1F+6/2BfOzK1OmGqMjMhDcgAYNETJOpAFbS7G3QDeCcC8nwSrRZvLYK2s2LAtAAIaQPuO87DBqlTWrTSowFMioLamBfy2IGoKdIuCLmYiDAXDswzFHswKKwV7/AGSGBvb+1JA3G2MWR3S+p3BVz3Df3iiikjzBfzGsBp+JO5Q3t0gG2wBf8BqhDJhZ2UgkLbn0bsLAW5hJkY0VcPqpsAakh5chpUEKYaRaQygH123kPmsy1TMqagNIKSaZ0ySC3XTYgGLegthuOU1xxyMjsgJn+HPSAGtSxEwDcC9zO1wbGDM2GLGTzU0gFpEkHnkyGUg2j7B0ggdbWIwa4hkKKCrWcjzLNMMZc3gCYixtYQNx0ybcVkGx1A8rBj62I22O/eT1xVB+pEdHdWWM1QkmFK8xAkmYF9pAtN/cepxoaOQfJ0UqVGmo/wAIjUKSMY1EGecz0mPUmwtfDldcqmenUJmAXJVR8LNIHLY7E9NsQ8T8UtXKLHIKYBteVAM/5B9+AnGU2ox47hODjz3NXXrUURzTbUQq/wAQm7O7QQT6CLe+MpToeZVDIup2bl/tNJ/1n0HacB6Wqo8NOkcxEmP0bY1vCKq5ddbjmqAiI+FLQo7E7n0AHfCZY/QTa3bF7J0c8Q5cUaQYc1Z5VqgjSLfAoIsoHWzGem2GcBqMEYFrrpN+8Rf6YqeIuMByum1ySPWIH4nEeaIXzAREMB9zYBRk8SjLlhamFafiLSIVmQX5VUECTJg+563wsYepmTJ/M47in2SLN0s9W4dw94p0yq6KlIioKTgOjKW0spW4hY6RJAOB2fyToSsmqjikWemY52C87D7IaTzRB1CTqBAq8H4i1NTVammtq2jXpQaVFNdQI3EqrbgCJ3DWK5WkABmkVwEFRNDOylAqsSKZJlhqI+M2EghgdWFNVLf8YTimwZU8v94p66jUGcaHkgiRYMpIkBtIMkQTIkEQTOTyLaKQACko5bdSLk86m+oop+q7dKme4N+8IWqtSALQmuEURIYqyMNUkkjfaOmCXmGiFkFhAUNTvyllCLcy5CwA0/DbpgM3Co5x32Fwnj1DygoTRVqENUidLIYJmZDAtMAxBUgWmRfGcojU1lJqByQySCzOxNQveYM9rQN8FK3D0pMtiiRpLbKrDTKqP5jKzpBgxHfAuvlxVcVKdQhUJDL3MsJB+HcxANhHuZorTLUm65/oRlyT4GVMoutdNlakyi4s0QkTO1x1+WIM6tfWKaVXUMFIpgNqMgEfCOaSd/XE2bzaqHBN0BYMYEsRAG9/cH7sd8L8VNSp5rywohUggloZpkkdtA2G2KMamouXhG9Pqtt+AtluF1ToBcHlCuzltUiQBpO8ggRb4fUy3P8ACmVgaal7Al+kixEEEAzHrtgrlEWo7An4neInuTsNwAdp7djgHmPEVcJK6UD1KqzaYWSoAIICwReTJ++W8jybV/6HkjKeTb82PUv2f+KXzoqB0RfJCDlM6i2qWvcfD269cS+PRlaiU8rmpVcwW0VBby3QAh56fFHa8GxOMB4I/aZTyoqDMirUeoywyCnAVQbbrBkk9d+mK3HvGKcY8pUy76svrDlyugM8AsReI0bzMFhpO+PaUmsdvn8/QYoy47lXjnAVoaKRdKipGh0IKlTtLC6mIkT2PSWdV4Q2YoOyoOa1l1Fo3AJ5BaIYCLR0OL2Q4BRpwxUMwmNwoHXlG/U3MXODFPNWgQB2Aj7tgMeTknvcR8ehk3bdHk9f9nuaqVGK0GRLRLIOgndu87DB3w/+zzMUW1O6BTPLrJM9DyrY/PG9bMEdem3+uI/Ow/15yVOkVrDCHzBCeEv4jMapNMvrFLQLGSx5g17mfhOwPS9vLeDcupldS7khNKgnvcEr3gGMXjW7W/Xrjn70QfT+nywEpVyL9nxvsTU+CZcEnywd9y0XmbTHU9Ovrif9wo//AEqY9wpP3jFcZknb8cdXMkdxieWRIdHBHsi6uTUXhFAvsth1PoMBuM+LcvQJUMhcfzFRG3Tf6x88Y/xv47YE0aBiPibsfT1/Ce+3mFWuSxJJJJJJN5PUnvi/Bgclcv2FZJxxuqs9C8S8YOZqUmXMqopg8sKBJsSAHM2tfA7kDFhUQA6vtLdWix5YNhAIHU4zfBuGV8zU8uhSeq0TpQEkDqbfCPU2vj0rxl4GqLkqNWhlHDUxFbTdk0qLNTFnB3Lwdh0OKNMo1FP7HKeKdvT92Z3KUaEMKzqysICiABfVJIYEt6iLE9LYN+Df2dUc/VqolbRTUAtszAknSAbC4B37Y88TOR0kE3E2+U9Me8fsOyITKNVAjzqrEf3KShd9yNbEen3kowerdg5pY3jqMUglX/ZYn7mciK7BTek5AJDC7agAAwknqDe3w48I8Q+HHyeYq0KjDXTJWV2MgEET0Kttj67x80/tmfTxPNGwvRHqZpLPy5Rg9Cj8PdkU25fQzHC73LayTAJ7KIHyF8FalPzamkm29uw3+63zwD4XSaR0hAb/ANvmBP8Ahv7YN5LTozVTUCQionqWIJgekYjz7Sv83EqFysz5TUxJ21WPpP8Atgvx6ooZ4+IswPyJv9D+ug94UDeZEenf9dMNzq6nEm5JwfMkMg6uwW+XvhYkKRbCxVY6j0XMcPby/LD+WRWZxWNOsrhSKhIPLBHMxLTEN6wYs55VKgy0aZcBiiVAGTTojy3q1Co/iy2wtOkDYHGmz+darkHp1F01GA+Fl2DgiZ6wJMCMRvxKh+7NQ8qoEZWQsAhJLTqb4rtLT0vhccWOTuMtufqRrM12Aj8WmgUd1GYKy6lQx0hbQSVg6eYLJMEWJwd48WpZjLwoYCmEdtQ6hSeQkEiVMn+zaLzR4ZmaPl0tVKotRGY6giybuFBJYtADD/tFyMQcdpGvVaolOowdVDbRKzHczcyZ6nE8sC1Lfs/vQ2MrfBNX4vV8p8rVNIIVJSoWRirESkaiCFhpt6xawnOWy01X8+kipTSnT1OpqMaVNZqhUJClqgi4Nl6TIzFfwXUK69FULCr8Y3UBbz7Yn4d4VywYeema6TpemBv/AHTAuPW+GRpRq/sOpdyl4joF2apRqsyPI036ROm0kahMQOm+OeF2NJMyGpu0qjb6YCkwwJF2kiBj0Fv3CnTVKdCrpUGAWBtJO+5N/XAbjWYVcrXrUUUaEVXpljOhyIcEWEHp19MFqjp02heN3le3kn8MFG0mq1Q8x0qoXewhpgdJm+5wC4zxGa7pRllpeY3NFyQxOpVMSSSvzk9cEfDvG1qA1WQDXfSpMAglZBLA7AH544+Wy6u9VvMl2vLJpAvy3G3ee3viWWJLJZdDBKUlLSqrn6AVqH7y1M6iKggsoC6EQ6o0Xkrp09SNRIxqslppIEpiFF/cncnuTjJVOKMuZFPLBAjIGLEfZANzELEAGw645lPFVdvMPlqFpxJiWJJ0qIJiSY2iMOlhlJJdgYTjj27m3FYneY9sS06sD29MYnhniSvW53C06YbTygkltJMCT6fScHlzLBBJvaTPXrfEmXC4clEcqluGGqTjvmQOYx7nGS8T8UqJQZkYgyomx37yO0/rcQ+Qq01p80VailpCgFQIJIIiDEwT29sFDp9StsyWZXVG+bi1EGDVQHsXXftHTEVTjVIQdciTBUM23bSDjE+H+GvUotVq1HOpgol27gd+5OI8j4d8/NLqYtI1GY9wCBYcrJYW3wz2aF02wfWbVpG6TxXlx1e5/lYfiMO8R8T0UoUjU4Bnex+HbcWJ/wAPrinwjhCUa5NNQCsrIjaorAn5WPeRgfxh9dU76QbewsPuA29cSThjhK12KcTlJNsxnEcsJkX6k9z1+f54z1Ycx98bzM5CZPpjI8R4eVLN6nHodLl1bEXU49KR7h//AJ94L5eUbMEc2ZqlB/8AbpKTI/x6x8serZslVZtRvAAtY+lp+pOMv4MztBEyWUoMrinlBUJHrpUETBlz5rbbL64P8YeEQdSwP0vi9bkL2PkXjlHTmq6gRprVRA6Q7CMe3eC/G+WyGRp0M04pVEpoFRVqsSKgFYs0KQGJqAETYjGI8UcDP79UTY1awYX6VGDAkbi5J+eBXi9decaBp5Q0TO7NsYFoAjCYy1T0/qOklo1H0VS8c5KqjGjmqVQrBIV1LQCJ5SQduvTHi37Rs0M3ns0qi66GUR8dPQgPrKsD9TgB4E4d5+bpUSf+o5320o1RTPyBwf8AGGS0UsvnEuaFU0qhHVZlJ+RgfPtjMyfCYfTuLtSWz2f59zJ0a0fvigDmUBG7KjhBHoUBHyxCpAUCYEgY0NalTWm5DDUpISI/5ctUUWNpZ4NraRgPxDh7MHAgkFREi8BRC3uYbb/bE1qfyFzxyi2gbn9V4kgG/YTiFpNQaut/recX2yzMDTXbmj/uqXHyjErcLIfvECdrgH7rYZqUVQlp0wdXybajFx398LFnMUG1WPbqewwsZr+YepnvmQpafMDm5ckHoVgAWiBtsMWmQfzfUD6XGHfu/r92OFe5+7H0GPDHHHRHg8STt2VKvDtdpntyoQP8uH0OCIBZZ+Sf+I98WNYHU/d+WHrmV2nGSxw7hKUlwMqcPGmIETO2Bdbw+pYMDewixFutx79cF6mbUCScBM74iCnTCz6h/wANJxNL0Y7scnkY/wD+HQTOo26Xj6A2/wBcYbxflTRqZ0E8tTK04LA3YVFAA9ZDddgcaw+JG/8AT+Sv+LARjIeOsrmM4aflhWAVwVXSsSQRJJlpA3xFmeGaqOzsp6eU8c9UjL8E8Rfu+VWVRuZtKktqIsSbMIF4v64rcR4xSzJAK1VJ+FQ3Lq2Bgk9cBa+VZSVIIKyCpEEGO2HcKT+PS/vL+OAeNK5HoLM2lE0FN9NSo3RiaYv/ANGnGr5EIF+uJRXFOiB/1H1Zh+4EaaQPuzh49sSHgCSSHYEqy3gxquenr9+I6fhjSHipOsATp2AIJ+16DCPaMdcjHjld0PyA/jUqA2y6M73/AOs+4PfSDp+RxovMtEYBcJ4aKDuxYMX6xEXJ7nvgqKuJs+RTlaewzHBpUyvncsa1WhSGxcsf7qAn8JxHxnPeY1SosQKflpHYvp+tjOJK1Kpr106gQ+W1O6yQG3IOoQYt9cVaHBP4Zpmp8RUzpGy7CCT74KOWGhKzdL1N0Ea/Jl0pDdVGr+8RcfKfwwV8K0E/eCZAaqUoqTfmZz+AKD5YA0eEssTVLAHVp0re+qO4E9sSU8iQwK16iwwcadCwykFSDomxA6/1wCzLU3YelOOmjeeM+F08oyGlql1ZmZjO1gAOnWfljFZZgzEAGVCmf79x7EEEesT1tbzOeqNPnV6tZgImoQYHYQBvgdk/FH7nWqKGbRURNeuHmCWX4GMfERBuBvB2S4LIpaR+K1FL5hKnlQZmP1+eMfxrKhalRfsuTB6A7CPSVGDjeKKNUxTAkm8LUAvNrkgD8sZTitWu1SoELaBOxMBYkz6XP34b0eKcMjvwD1q/+aap79mmWOBeNs7QcGjW8thTWlq0UyfLQsVU6lMxqN99u2CnEP2uZ6vR8qu6PzA6gmloF4lCov7TjLZSjzbglul/nf2nDM7kH8wjSVkA35RBAM3ixmZx7Xu0eR71npHEs1qzOUzCzBy9B2kbtRo6m39KYj3xj89mmeqGIPLTRDv0mJPtGC2X/aERWFSuAyrQSitKm0LKgDUZUySNR+YGwAxD4j/ahVzasnk0VVjIOnW4jb+I5J+kdtrYlgpRndWOnTVX4+xN+zTN+XxGmzKTd5A306GBt6A/fipxrjtXnopUPlEgmDZis6T3t+OMylV2sDpHpa3yvi+2TaLmfdhP447LWq2+xR0sLtV3sZlG/iKexGDtWqsHvIsYsBp7T2wDbLFVJmD6GZ9LYkyVeQVPpfC5JPcHqouwt+9nTdhYWn5wPW2LL5hWG4kX6i8H5HAetH6+eGvBO/6+uFuEWRaiwa0m5M7W7Cw+4Y7ig+++Fh2mIVn0BXz+kEwT2BkEn5iMQLxpdCF4ps86UZl1E7gATclYMdJ9DgnWyCsQTcC0dxbe36k4yeZ8P1Xqh256iVdcKIVNVOFpx9oDUJJjqcel1GfNila3T2VfpuzyoRg9nsH8pxFWSTAMkEalMdpI2JUqY6asWqeaSd4/xH+hwA4dw3RnKhU8j6iVvZl06oA2/wCYLbWNt8H3yE9fx/Pb0xXhmssbfZtfsKyLS9ibzUIi3f4j+eK9bLK3X72/8sRVuEdiVtuukfO4OK9bJVEBhnNukfkcM9KAGtlkcPU7sfkT+eEeGJ9O5b8dQwDq8SqIRqdwPUf/AMg/fh9LjJPLr1TPX8z/AFxjwY2FqlyZn9qHhj+CMyo+EhXMSdBshJJJ3gf4he2PN8sdDq1yAZtj2ziOY1oyVFLo66WETIO4kPb36b48U4pQ8mrURSSoYgTYx0kdD0xJnwKKrsW9Nmb+gdy/FkP2h8/9cW1zw6H6EYxqZuxnDTV9sePLoIvhnqLq33Rt1rAkbYmfMRjAfvB6E/fh5zTROpvqfzwt9A13GLql4N35g6nDDmd8Yb9/f+Zvqfzw1s8/8zfU4H2J+TfaV4PQlzQIicMbMqu5A98ee/vjfzH6nDGzBPXGrofmd7T8jcVuM0xOllLdBO53AtgLR4qKlZTmVHlgEHTY2B09ZJmMZ81D3w2cU4unjj+YqeeUlXCNvS8TZPLkeTT1xJMooBILFLvqIX4bR9n3mpmfH1T93OWppTSkU0ERqZlmZZjYtYcwANgbYyWO4pE2WDnD0t+vTETVSdzhgGHBfnjDdxBcPVcJVw9amMbDUV3HobyME04y0RCn10pf6qT/ALYFA4lAGx+f69sKlFPkphNx+FlqvmyxMx7D8sT8GyWtyTYKJ+Z/RxRJsfYfhja8K4WtOiCfiYAnmUXiwifX8cIyvTGkBlnfIKrZAEXtipU4cJ3ONPWyqTtP/wCRP6ziu+QSSIiP/UT6TEHCIuS2JaTM2cgP5vux3BZ8qATv9RhYZqkHpie4lCCCGKwLrAgi3ToR0j5zjlKqdbLpb+bUVGkg2ABmSYXtb5jFiLWIt3H07Tt3wp9R8/zjH0FHitlVMoqkkFplz13qNqb5f0jFlKQ9/l+eGtJ2j6f1w+mDODTUeAGrONSHr8sR6PU4ndTH+gviHX6R+vTbBKZjjR2Pf6HATidZabSFUmTsI+R+k/q5iLdPp+vpjKeKKvNMx35jHoI+z8hfCs+SUY2huCClLcocb4qKlMoVRJsGvY9ZgzF/qJx59mvCDEkrUpuTeFbp1N4xsM0g0GaeqO5I+kD8cA1KnZSPYkk+/b7seVPNN7tnqQxRWyVGXq+GawnkPyxVr8BrJdqbgeqMP6Y2Sqe59LnD/OcWVjH69MIXUvuNeLwefNQYdDhkH1xuq9YnchvdQT984q1KKG5RfWFA/AYP2leDHjZjoOOY1B4fTn4T8jh65ClBBDj2dsGs8WDoZk8dAxoanB0OxcfP/TFKpwY9CcH6sPJ2lgvCxePCKmGjhNQ9Mb6kfJlMqBcdxdXglQ/y/XEi+HKp/k/7xjvUj5N3B9upw8le8/LBVPB9ciRoN4+If7Yt5X9nmafpTA9aij8TjNcfJttGetiXSu8/j9ca/I/struwBNJV6k1VxZT9llfvSET/ANVenXrjHOPkzUzF00Xqbbn4t+22LFLKgmxLE+nU/wCn442Cfs1cXapR7x5n1Ex/rf6FMlwKhQUiz1GHxBhA9FG59+vbAOa8m65JbIDcL8HroV6rxPMEMSe0zaNrX+XU0MhT6Pf1I/ERivmBH2LX3U9/Un+mKhf2+gxHmyx4asz3nywi3DAYjS3s8z6QL9cRZjhQAnYezH3/AFG+BtVR3X6Gfwj78NUKGHMwnqBH3zjYTj/j9zqfkutwpZ3/AMj7dPs4WBz51ptUqx/fwsP9XH4MqXk94altuPaZ+kRjq0zJENbqYv6AwMOFhf2HU/dhGJsdt4gn6Y9xpnkFZx3kHtyz8oJGO5elbe/a/X5CcSVCZEX9hEdpEE47SRpgkzNyQL+kBdveMBvZu1DK0+n3/liFpGwJj3/r1wRqBQPz/KMUmpW5VM91P9Dt9MFqoyrIKdUT0B7Eifu/1xnvEWXlhJjqZA+68x88abSSt2cn/DAHyIJ98ZTjOTYVGZWLAnYDY9iNn3tY74Rmncaoo6ePv8gKpkEKfGVvIMLFttpIP1PtgcnCqjEsG1T/AHiTP+D9fjpaGXYISZ6ydc/K40gekelsDM3tsxg2+Agzvsfe2JfTWngvUnfIIqZJ1J1DbfYj64he5m9+wEYvUKRYsVJBAIIB0gbmCS2/yOKzry7R03G/67/ljy8kK4K0yr5J9fu/MYiame0/TF+kNvxkYVVe8/d/5YU3RtWCalAzv9/+uImoSbX+n54KNT6Sfu/rhlSj6k+8/nfBKRjiC3ox3/XzxwU7Yu1Mr6f0++cM/dB7fefuwWoymU9I745p/V8WXogW1fiPuxGE9fxx1nEWiNsPUn9Th2n9XwtOMs4lp5plFiZ9/wBfji3R41VX7ZmD7de8j7sD1EY7jrOoM5XxNVRwQ5PuB7+uHHxJUMksTc7z1HyA26RgIowiMbqM0har4hqNI1EA9vWZ298VDmye84rr+v10x33v88Y2bpZfpV5H+v6nE1JiNiQfS34YHI8RGCGXv+o/piefkW40RV2ne57z+e+Ii9o7+x/pI+uJ645hcD1n+pGGPTEbiD/e+mCjfYHYrHT3P/YP/LCw1kAO36+mFh1vwce/s36jCLj1HqAfywwPjoP6tj61xPCHSAI6doH4X/DEdIASdTEesD7gBhzNt+U/7Yer++B0mnCewt6/q+Gv9B+unfDmg73HYiRPfDVAkxpnsAJ98C0cVWUbKSG3srGfUkL6YAcYy2l/iDGCYIUwY3gqIG94IFr3vqjTMSWa3SBH0i+M9xW7sKjKVBEBgCTIEcpibntPrthOSOw/C/eKOUASFKVWaZtoWOm8wSL9NvTDOJ0iCJFVVMmGWm1o35HX1iO3XoR4FluZoUWN9Kjr0JL7Wnc/hh/FeDrJZaabEyVpD6TTLT6bYUovSUudT3MbUOWkzrBAPL5NyR3OoMvsO++KbmxAQC0A8ysQfQOR+PtjWHh7EA3kiw1nR1vGkGB6cvtgXnspUBFNhrCzAQvUuRIEM4j2AmL+uIp497K4ytbgBKJDbG/uf0MTfuzEbE+pUx9b/hiShk76gjAdb/iFMj5n8cXKfDySIsekKp/zHCfZXJ8BvKo9wMcuwPQH3H03kH5TjjZEmBYz2YH8cHRktW+sFdpJ37QNsPPCxoBgzBPMCPv7+uHR6K0KfUeDPVOGspvA3tKdO+nrhJw8tB3Hfn+6AJ+uDvkgEAG9xOsdrb7j0A/DFYJFgUJBuNdM2tsSoPfc/LAS6VIYstgupwwgT22A1fO5v07YHVctDQZnqCBv1F4xqqtAifgAOwIn74PcbEYo5iu97csCSh6epi1/TfE7xqPLGp2rABoeg9rf0wjlZ2/X1wRGagzb3OmY9e+IqzEHc77++1rEYGkY7RVXhrGbbfqPvH1x2pw517fIz6T9bYOZbNOQCXKoDsGqQSetpEk36YuZ6g931FbWDBoJ9NRvYH19BfB+kmZbRkFpmf8AX8zh1WnA/wBvzwaVmsTSpnpqEj+v4jFmtlGIg0zHTQCbDfYGZ9+1sA8RutGYC/qcO0++DJ4KQQZKgHswI3vce2344ceCkmBzCLGR1uJMAGfnv2xy6ebN9SKAhXBPhmWZ9og+qjbeJIw6pwZwwBUi8XtPtAwVyPBAfs2Ntj/U2+Yw3F0kpP3kKz5UlsR/8EJMnWR/dBHyIfHKPAZ+JiOmmOnuRY4L/wDCOpJBmbEz/wC3b88Rpw4qbM8dgZ/9x7dhi+PRwT3iQerLyUk8MIRvP6/ujCwTAcW5v8x+8NfCw/0MX+Ir1JeTeLhThYWPTI2dp4evXCwsAzUOYf0w6mMLCwJoiMC8/TBdwQCAAQI66Z/HHMLC5jIcnMkYWpFr9O8nFKoxdqoY6gGIAN4FrXwsLCl8A/8A5jqdII/IAssJ0iOg7Yn4tkqeumNCRIEaREaVMRHck/M4WFiWfJbj7mNy9IGm0gGAsSJ6YtU6Q/dyYE3vF8LCw+AmXP1KZrMHQBiAYkSb3wTyuXVrMoYc24B/HCwsGZLuVs5lUWdKKvKNgB37YpO5mJPX/wDf8h9MLCwjJ8LCx/EMy4mfY/0xQ0DzNh+jjmFjyHz9T0Y9/wBEOFFdQ5Rt2Hc4u8ByiPUqakVoUG4BvJvfCwsUx7fqTT5YYo8OpefHlpAVYGlesz0xTq5RDlpKKTO5UTdoN/a2FhY0xcgnIZVInQs60EwNiRIwUoUwUrAgEK1gRYbbdsLCxsOTG9gjk8smmdKyTvAn4e+IqtqrAWA0ffM4WFijFyBk+Ee1JQSQADboNr4noUxvAn2wsLFsSSZ071fSY9PbA2jzO2rm5ut+vrhYWCYoteSv8o+gxzCwsEMP/9k="/>
          <p:cNvSpPr>
            <a:spLocks noChangeAspect="1" noChangeArrowheads="1"/>
          </p:cNvSpPr>
          <p:nvPr/>
        </p:nvSpPr>
        <p:spPr bwMode="auto">
          <a:xfrm>
            <a:off x="63500" y="-709613"/>
            <a:ext cx="1952625" cy="1466851"/>
          </a:xfrm>
          <a:prstGeom prst="rect">
            <a:avLst/>
          </a:prstGeom>
          <a:noFill/>
        </p:spPr>
        <p:txBody>
          <a:bodyPr vert="horz" wrap="square" lIns="91440" tIns="45720" rIns="91440" bIns="45720" numCol="1" anchor="t" anchorCtr="0" compatLnSpc="1">
            <a:prstTxWarp prst="textNoShape">
              <a:avLst/>
            </a:prstTxWarp>
          </a:bodyPr>
          <a:lstStyle/>
          <a:p>
            <a:endParaRPr lang="en-AU" dirty="0">
              <a:latin typeface="Helvetica" pitchFamily="34" charset="0"/>
            </a:endParaRPr>
          </a:p>
        </p:txBody>
      </p:sp>
      <p:pic>
        <p:nvPicPr>
          <p:cNvPr id="134150" name="Picture 6" descr="http://t1.gstatic.com/images?q=tbn:ANd9GcSYhxFyCqSjhBUHXZsWn_6ncLKN23aZNYUr9JqLzx1z2e3rFuHaMnFWjHjZ"/>
          <p:cNvPicPr>
            <a:picLocks noChangeAspect="1" noChangeArrowheads="1"/>
          </p:cNvPicPr>
          <p:nvPr/>
        </p:nvPicPr>
        <p:blipFill>
          <a:blip r:embed="rId4" cstate="print"/>
          <a:srcRect/>
          <a:stretch>
            <a:fillRect/>
          </a:stretch>
        </p:blipFill>
        <p:spPr bwMode="auto">
          <a:xfrm>
            <a:off x="3707904" y="764704"/>
            <a:ext cx="1442014" cy="1080120"/>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5915000" cy="922114"/>
          </a:xfrm>
        </p:spPr>
        <p:txBody>
          <a:bodyPr>
            <a:normAutofit/>
          </a:bodyPr>
          <a:lstStyle/>
          <a:p>
            <a:r>
              <a:rPr lang="en-AU" sz="3400" b="1" dirty="0" smtClean="0">
                <a:solidFill>
                  <a:srgbClr val="FF6600"/>
                </a:solidFill>
                <a:latin typeface="Helvetica" pitchFamily="34" charset="0"/>
              </a:rPr>
              <a:t>Class exercise instructions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323528" y="1124744"/>
            <a:ext cx="8363272" cy="5544616"/>
          </a:xfrm>
        </p:spPr>
        <p:txBody>
          <a:bodyPr>
            <a:normAutofit fontScale="62500" lnSpcReduction="20000"/>
          </a:bodyPr>
          <a:lstStyle/>
          <a:p>
            <a:pPr>
              <a:lnSpc>
                <a:spcPct val="120000"/>
              </a:lnSpc>
              <a:spcBef>
                <a:spcPts val="300"/>
              </a:spcBef>
              <a:spcAft>
                <a:spcPts val="300"/>
              </a:spcAft>
              <a:buNone/>
            </a:pPr>
            <a:r>
              <a:rPr lang="en-AU" sz="3100" b="1" dirty="0" smtClean="0">
                <a:latin typeface="Helvetica" pitchFamily="34" charset="0"/>
              </a:rPr>
              <a:t>Make the following changes and additions as listed below:</a:t>
            </a:r>
          </a:p>
          <a:p>
            <a:pPr lvl="0">
              <a:lnSpc>
                <a:spcPct val="120000"/>
              </a:lnSpc>
              <a:spcBef>
                <a:spcPts val="300"/>
              </a:spcBef>
              <a:spcAft>
                <a:spcPts val="300"/>
              </a:spcAft>
            </a:pPr>
            <a:r>
              <a:rPr lang="en-AU" sz="3100" dirty="0" smtClean="0">
                <a:latin typeface="Helvetica" pitchFamily="34" charset="0"/>
              </a:rPr>
              <a:t>Format the heading to be Comic Sans 24 point size and centred. Use Box border and blue shading with white writing</a:t>
            </a:r>
          </a:p>
          <a:p>
            <a:pPr lvl="0">
              <a:lnSpc>
                <a:spcPct val="120000"/>
              </a:lnSpc>
              <a:spcBef>
                <a:spcPts val="300"/>
              </a:spcBef>
              <a:spcAft>
                <a:spcPts val="300"/>
              </a:spcAft>
            </a:pPr>
            <a:r>
              <a:rPr lang="en-AU" sz="3100" dirty="0" smtClean="0">
                <a:latin typeface="Helvetica" pitchFamily="34" charset="0"/>
              </a:rPr>
              <a:t>Body copy to be Comic Sans 10 point size</a:t>
            </a:r>
          </a:p>
          <a:p>
            <a:pPr>
              <a:lnSpc>
                <a:spcPct val="120000"/>
              </a:lnSpc>
              <a:spcBef>
                <a:spcPts val="300"/>
              </a:spcBef>
              <a:spcAft>
                <a:spcPts val="300"/>
              </a:spcAft>
            </a:pPr>
            <a:r>
              <a:rPr lang="en-AU" sz="3100" dirty="0" smtClean="0">
                <a:latin typeface="Helvetica" pitchFamily="34" charset="0"/>
              </a:rPr>
              <a:t>Insert an appropriate graphic or photo</a:t>
            </a:r>
          </a:p>
          <a:p>
            <a:pPr>
              <a:lnSpc>
                <a:spcPct val="120000"/>
              </a:lnSpc>
              <a:spcBef>
                <a:spcPts val="300"/>
              </a:spcBef>
              <a:spcAft>
                <a:spcPts val="300"/>
              </a:spcAft>
            </a:pPr>
            <a:r>
              <a:rPr lang="en-AU" sz="3100" dirty="0" smtClean="0">
                <a:latin typeface="Helvetica" pitchFamily="34" charset="0"/>
              </a:rPr>
              <a:t>Carefully proofread the whole document, making any necessary spelling changes and paragraph changes </a:t>
            </a:r>
          </a:p>
          <a:p>
            <a:pPr>
              <a:lnSpc>
                <a:spcPct val="120000"/>
              </a:lnSpc>
              <a:spcBef>
                <a:spcPts val="300"/>
              </a:spcBef>
              <a:spcAft>
                <a:spcPts val="300"/>
              </a:spcAft>
            </a:pPr>
            <a:r>
              <a:rPr lang="en-AU" sz="3100" dirty="0" smtClean="0">
                <a:latin typeface="Helvetica" pitchFamily="34" charset="0"/>
              </a:rPr>
              <a:t>Bold and underline paragraph headings as shown</a:t>
            </a:r>
          </a:p>
          <a:p>
            <a:pPr lvl="0">
              <a:lnSpc>
                <a:spcPct val="120000"/>
              </a:lnSpc>
              <a:spcBef>
                <a:spcPts val="300"/>
              </a:spcBef>
              <a:spcAft>
                <a:spcPts val="300"/>
              </a:spcAft>
            </a:pPr>
            <a:r>
              <a:rPr lang="en-AU" sz="3100" dirty="0" smtClean="0">
                <a:latin typeface="Helvetica" pitchFamily="34" charset="0"/>
              </a:rPr>
              <a:t>Indent the 3</a:t>
            </a:r>
            <a:r>
              <a:rPr lang="en-AU" sz="3100" baseline="30000" dirty="0" smtClean="0">
                <a:latin typeface="Helvetica" pitchFamily="34" charset="0"/>
              </a:rPr>
              <a:t>rd</a:t>
            </a:r>
            <a:r>
              <a:rPr lang="en-AU" sz="3100" dirty="0" smtClean="0">
                <a:latin typeface="Helvetica" pitchFamily="34" charset="0"/>
              </a:rPr>
              <a:t>. paragraph as shown </a:t>
            </a:r>
          </a:p>
          <a:p>
            <a:pPr>
              <a:lnSpc>
                <a:spcPct val="120000"/>
              </a:lnSpc>
              <a:spcBef>
                <a:spcPts val="300"/>
              </a:spcBef>
              <a:spcAft>
                <a:spcPts val="300"/>
              </a:spcAft>
            </a:pPr>
            <a:r>
              <a:rPr lang="en-AU" sz="3100" dirty="0" smtClean="0">
                <a:latin typeface="Helvetica" pitchFamily="34" charset="0"/>
              </a:rPr>
              <a:t>Use double spacing throughout</a:t>
            </a:r>
          </a:p>
          <a:p>
            <a:pPr lvl="0">
              <a:lnSpc>
                <a:spcPct val="120000"/>
              </a:lnSpc>
              <a:spcBef>
                <a:spcPts val="300"/>
              </a:spcBef>
              <a:spcAft>
                <a:spcPts val="300"/>
              </a:spcAft>
            </a:pPr>
            <a:r>
              <a:rPr lang="en-AU" sz="3100" dirty="0" smtClean="0">
                <a:latin typeface="Helvetica" pitchFamily="34" charset="0"/>
              </a:rPr>
              <a:t>Put in a hanging indent for the last sentence (to book....)</a:t>
            </a:r>
          </a:p>
          <a:p>
            <a:pPr>
              <a:lnSpc>
                <a:spcPct val="120000"/>
              </a:lnSpc>
              <a:spcBef>
                <a:spcPts val="300"/>
              </a:spcBef>
              <a:spcAft>
                <a:spcPts val="300"/>
              </a:spcAft>
            </a:pPr>
            <a:r>
              <a:rPr lang="en-AU" sz="3100" dirty="0" smtClean="0">
                <a:latin typeface="Helvetica" pitchFamily="34" charset="0"/>
              </a:rPr>
              <a:t>Centre the page vertically</a:t>
            </a:r>
          </a:p>
          <a:p>
            <a:pPr>
              <a:lnSpc>
                <a:spcPct val="120000"/>
              </a:lnSpc>
              <a:spcBef>
                <a:spcPts val="300"/>
              </a:spcBef>
              <a:spcAft>
                <a:spcPts val="300"/>
              </a:spcAft>
            </a:pPr>
            <a:r>
              <a:rPr lang="en-AU" sz="3100" dirty="0" smtClean="0">
                <a:latin typeface="Helvetica" pitchFamily="34" charset="0"/>
              </a:rPr>
              <a:t> Add a header with your name on the left and your group on the right, and a footer with the date on the left and page number on the right</a:t>
            </a:r>
          </a:p>
          <a:p>
            <a:pPr>
              <a:lnSpc>
                <a:spcPct val="120000"/>
              </a:lnSpc>
              <a:spcBef>
                <a:spcPts val="300"/>
              </a:spcBef>
              <a:spcAft>
                <a:spcPts val="300"/>
              </a:spcAft>
            </a:pPr>
            <a:r>
              <a:rPr lang="en-AU" sz="3100" dirty="0" smtClean="0">
                <a:latin typeface="Helvetica" pitchFamily="34" charset="0"/>
              </a:rPr>
              <a:t>Save the document as Mekong River on your USB.  </a:t>
            </a:r>
          </a:p>
          <a:p>
            <a:endParaRPr lang="en-AU"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50</a:t>
            </a:fld>
            <a:endParaRPr lang="en-US" dirty="0"/>
          </a:p>
        </p:txBody>
      </p:sp>
      <p:pic>
        <p:nvPicPr>
          <p:cNvPr id="177154" name="Picture 2" descr="C:\Documents and Settings\jirayut\Local Settings\Temporary Internet Files\Content.IE5\DL0QWQXO\MC900439822[1].png"/>
          <p:cNvPicPr>
            <a:picLocks noChangeAspect="1" noChangeArrowheads="1"/>
          </p:cNvPicPr>
          <p:nvPr/>
        </p:nvPicPr>
        <p:blipFill>
          <a:blip r:embed="rId4" cstate="print"/>
          <a:srcRect/>
          <a:stretch>
            <a:fillRect/>
          </a:stretch>
        </p:blipFill>
        <p:spPr bwMode="auto">
          <a:xfrm>
            <a:off x="7889032" y="0"/>
            <a:ext cx="1254968" cy="1254968"/>
          </a:xfrm>
          <a:prstGeom prst="rect">
            <a:avLst/>
          </a:prstGeom>
          <a:noFill/>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5472608" cy="792088"/>
          </a:xfrm>
        </p:spPr>
        <p:txBody>
          <a:bodyPr>
            <a:normAutofit/>
          </a:bodyPr>
          <a:lstStyle/>
          <a:p>
            <a:r>
              <a:rPr lang="en-AU" sz="3400" b="1" dirty="0" smtClean="0">
                <a:solidFill>
                  <a:srgbClr val="FF6600"/>
                </a:solidFill>
                <a:latin typeface="Helvetica" pitchFamily="34" charset="0"/>
              </a:rPr>
              <a:t>Work project 2.2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395536" y="1268760"/>
            <a:ext cx="8280920" cy="5256584"/>
          </a:xfrm>
        </p:spPr>
        <p:txBody>
          <a:bodyPr>
            <a:normAutofit/>
          </a:bodyPr>
          <a:lstStyle/>
          <a:p>
            <a:pPr marL="0" indent="0">
              <a:spcBef>
                <a:spcPts val="400"/>
              </a:spcBef>
              <a:spcAft>
                <a:spcPts val="400"/>
              </a:spcAft>
              <a:buNone/>
            </a:pPr>
            <a:r>
              <a:rPr lang="en-AU" sz="2200" dirty="0" smtClean="0">
                <a:latin typeface="Helvetica" pitchFamily="34" charset="0"/>
              </a:rPr>
              <a:t>Type the attached letter on a page as it appears, noting the following instructions:</a:t>
            </a:r>
          </a:p>
          <a:p>
            <a:pPr>
              <a:spcBef>
                <a:spcPts val="400"/>
              </a:spcBef>
              <a:spcAft>
                <a:spcPts val="400"/>
              </a:spcAft>
            </a:pPr>
            <a:r>
              <a:rPr lang="en-AU" sz="2200" dirty="0" smtClean="0">
                <a:latin typeface="Helvetica" pitchFamily="34" charset="0"/>
              </a:rPr>
              <a:t>Use WordArt and Clipart to create the letterhead of the attached letter</a:t>
            </a:r>
          </a:p>
          <a:p>
            <a:pPr>
              <a:spcBef>
                <a:spcPts val="400"/>
              </a:spcBef>
              <a:spcAft>
                <a:spcPts val="400"/>
              </a:spcAft>
            </a:pPr>
            <a:r>
              <a:rPr lang="en-AU" sz="2200" dirty="0" smtClean="0">
                <a:latin typeface="Helvetica" pitchFamily="34" charset="0"/>
              </a:rPr>
              <a:t>The web address is in Ariel point 11 size, the remainder of the letter is in Ariel 12 point</a:t>
            </a:r>
          </a:p>
          <a:p>
            <a:pPr>
              <a:spcBef>
                <a:spcPts val="400"/>
              </a:spcBef>
              <a:spcAft>
                <a:spcPts val="400"/>
              </a:spcAft>
            </a:pPr>
            <a:r>
              <a:rPr lang="en-AU" sz="2200" dirty="0" smtClean="0">
                <a:latin typeface="Helvetica" pitchFamily="34" charset="0"/>
              </a:rPr>
              <a:t>The list is to be numbered and indented appropriately</a:t>
            </a:r>
          </a:p>
          <a:p>
            <a:pPr>
              <a:spcBef>
                <a:spcPts val="400"/>
              </a:spcBef>
              <a:spcAft>
                <a:spcPts val="400"/>
              </a:spcAft>
            </a:pPr>
            <a:r>
              <a:rPr lang="en-AU" sz="2200" dirty="0" smtClean="0">
                <a:latin typeface="Helvetica" pitchFamily="34" charset="0"/>
              </a:rPr>
              <a:t>Insert a footer with your name on the right</a:t>
            </a:r>
          </a:p>
          <a:p>
            <a:pPr>
              <a:spcBef>
                <a:spcPts val="400"/>
              </a:spcBef>
              <a:spcAft>
                <a:spcPts val="400"/>
              </a:spcAft>
            </a:pPr>
            <a:r>
              <a:rPr lang="en-AU" sz="2200" dirty="0" smtClean="0">
                <a:latin typeface="Helvetica" pitchFamily="34" charset="0"/>
              </a:rPr>
              <a:t>Save the document to your USB as Thai Eco </a:t>
            </a:r>
            <a:r>
              <a:rPr lang="en-AU" sz="2200" dirty="0" err="1" smtClean="0">
                <a:latin typeface="Helvetica" pitchFamily="34" charset="0"/>
              </a:rPr>
              <a:t>Tours_name_date</a:t>
            </a:r>
            <a:r>
              <a:rPr lang="en-AU" sz="2200" dirty="0" smtClean="0">
                <a:latin typeface="Helvetica" pitchFamily="34" charset="0"/>
              </a:rPr>
              <a:t>.</a:t>
            </a:r>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178179" name="Picture 3" descr="C:\Documents and Settings\jirayut\Local Settings\Temporary Internet Files\Content.IE5\DL0QWQXO\MC900230425[1].wmf"/>
          <p:cNvPicPr>
            <a:picLocks noChangeAspect="1" noChangeArrowheads="1"/>
          </p:cNvPicPr>
          <p:nvPr/>
        </p:nvPicPr>
        <p:blipFill>
          <a:blip r:embed="rId3" cstate="print"/>
          <a:srcRect/>
          <a:stretch>
            <a:fillRect/>
          </a:stretch>
        </p:blipFill>
        <p:spPr bwMode="auto">
          <a:xfrm>
            <a:off x="6804248" y="5157192"/>
            <a:ext cx="1656184" cy="1182989"/>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0BDF71C-F485-43AE-8825-5070AF1EA8C9}" type="slidenum">
              <a:rPr lang="en-US" smtClean="0"/>
              <a:pPr/>
              <a:t>52</a:t>
            </a:fld>
            <a:endParaRPr lang="en-US" dirty="0"/>
          </a:p>
        </p:txBody>
      </p:sp>
      <p:pic>
        <p:nvPicPr>
          <p:cNvPr id="183298" name="Picture 2"/>
          <p:cNvPicPr>
            <a:picLocks noChangeAspect="1" noChangeArrowheads="1"/>
          </p:cNvPicPr>
          <p:nvPr/>
        </p:nvPicPr>
        <p:blipFill>
          <a:blip r:embed="rId3" cstate="print"/>
          <a:srcRect/>
          <a:stretch>
            <a:fillRect/>
          </a:stretch>
        </p:blipFill>
        <p:spPr bwMode="auto">
          <a:xfrm>
            <a:off x="2195736" y="980728"/>
            <a:ext cx="3980754" cy="54852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p:cNvSpPr txBox="1"/>
          <p:nvPr/>
        </p:nvSpPr>
        <p:spPr>
          <a:xfrm>
            <a:off x="2339752" y="188640"/>
            <a:ext cx="4104456" cy="615553"/>
          </a:xfrm>
          <a:prstGeom prst="rect">
            <a:avLst/>
          </a:prstGeom>
          <a:noFill/>
        </p:spPr>
        <p:txBody>
          <a:bodyPr wrap="square" rtlCol="0">
            <a:spAutoFit/>
          </a:bodyPr>
          <a:lstStyle/>
          <a:p>
            <a:r>
              <a:rPr lang="en-AU" sz="3400" b="1" dirty="0" smtClean="0">
                <a:solidFill>
                  <a:srgbClr val="FF6600"/>
                </a:solidFill>
                <a:latin typeface="Helvetica" pitchFamily="34" charset="0"/>
              </a:rPr>
              <a:t>Thai Eco Tours</a:t>
            </a:r>
            <a:endParaRPr lang="en-AU" sz="34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5976664" cy="1143000"/>
          </a:xfrm>
        </p:spPr>
        <p:txBody>
          <a:bodyPr>
            <a:normAutofit/>
          </a:bodyPr>
          <a:lstStyle/>
          <a:p>
            <a:r>
              <a:rPr lang="en-AU" sz="3400" b="1" dirty="0" smtClean="0">
                <a:solidFill>
                  <a:srgbClr val="FF6600"/>
                </a:solidFill>
                <a:latin typeface="Helvetica" pitchFamily="34" charset="0"/>
              </a:rPr>
              <a:t>Envelopes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400" dirty="0" smtClean="0">
              <a:latin typeface="Helvetica" pitchFamily="34" charset="0"/>
            </a:endParaRPr>
          </a:p>
          <a:p>
            <a:pPr marL="0" indent="0">
              <a:spcBef>
                <a:spcPts val="600"/>
              </a:spcBef>
              <a:spcAft>
                <a:spcPts val="1200"/>
              </a:spcAft>
            </a:pPr>
            <a:endParaRPr lang="en-US" sz="2400" dirty="0" smtClean="0">
              <a:latin typeface="Helvetica" pitchFamily="34" charset="0"/>
            </a:endParaRPr>
          </a:p>
          <a:p>
            <a:pPr>
              <a:buNone/>
            </a:pPr>
            <a:endParaRPr lang="en-AU" dirty="0" smtClean="0"/>
          </a:p>
          <a:p>
            <a:pPr>
              <a:buNone/>
            </a:pPr>
            <a:endParaRPr lang="en-AU" sz="1400" dirty="0" smtClean="0"/>
          </a:p>
          <a:p>
            <a:pPr>
              <a:buNone/>
            </a:pPr>
            <a:endParaRPr lang="en-AU" sz="1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sp>
        <p:nvSpPr>
          <p:cNvPr id="17410" name="Rectangle 2"/>
          <p:cNvSpPr>
            <a:spLocks noChangeArrowheads="1"/>
          </p:cNvSpPr>
          <p:nvPr/>
        </p:nvSpPr>
        <p:spPr bwMode="auto">
          <a:xfrm>
            <a:off x="683568" y="1412776"/>
            <a:ext cx="7200800" cy="3240360"/>
          </a:xfrm>
          <a:prstGeom prst="rect">
            <a:avLst/>
          </a:prstGeom>
          <a:solidFill>
            <a:srgbClr val="FFFFFF">
              <a:alpha val="0"/>
            </a:srgbClr>
          </a:solidFill>
          <a:ln w="1270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en-AU" sz="1400" b="0" i="0" u="none" strike="noStrike" cap="none" normalizeH="0" baseline="0" dirty="0" smtClean="0">
                <a:ln>
                  <a:noFill/>
                </a:ln>
                <a:solidFill>
                  <a:schemeClr val="tx1"/>
                </a:solidFill>
                <a:effectLst/>
                <a:latin typeface="Helvetica" pitchFamily="34" charset="0"/>
              </a:rPr>
              <a:t>Full name					</a:t>
            </a:r>
          </a:p>
          <a:p>
            <a:pPr marL="0" marR="0" lvl="0" indent="0" algn="l" defTabSz="914400" rtl="0" eaLnBrk="1" fontAlgn="base" latinLnBrk="0" hangingPunct="1">
              <a:lnSpc>
                <a:spcPct val="100000"/>
              </a:lnSpc>
              <a:spcBef>
                <a:spcPct val="0"/>
              </a:spcBef>
              <a:spcAft>
                <a:spcPts val="600"/>
              </a:spcAft>
              <a:buClrTx/>
              <a:buSzTx/>
              <a:buFontTx/>
              <a:buNone/>
              <a:tabLst/>
            </a:pPr>
            <a:r>
              <a:rPr kumimoji="0" lang="en-AU" sz="1400" b="0" i="0" u="none" strike="noStrike" cap="none" normalizeH="0" baseline="0" dirty="0" smtClean="0">
                <a:ln>
                  <a:noFill/>
                </a:ln>
                <a:solidFill>
                  <a:schemeClr val="tx1"/>
                </a:solidFill>
                <a:effectLst/>
                <a:latin typeface="Helvetica" pitchFamily="34" charset="0"/>
              </a:rPr>
              <a:t>Return address 1</a:t>
            </a:r>
          </a:p>
          <a:p>
            <a:pPr marL="0" marR="0" lvl="0" indent="0" algn="l" defTabSz="914400" rtl="0" eaLnBrk="1" fontAlgn="base" latinLnBrk="0" hangingPunct="1">
              <a:lnSpc>
                <a:spcPct val="100000"/>
              </a:lnSpc>
              <a:spcBef>
                <a:spcPct val="0"/>
              </a:spcBef>
              <a:spcAft>
                <a:spcPts val="600"/>
              </a:spcAft>
              <a:buClrTx/>
              <a:buSzTx/>
              <a:buFontTx/>
              <a:buNone/>
              <a:tabLst/>
            </a:pPr>
            <a:r>
              <a:rPr kumimoji="0" lang="en-AU" sz="1400" b="0" i="0" u="none" strike="noStrike" cap="none" normalizeH="0" baseline="0" dirty="0" smtClean="0">
                <a:ln>
                  <a:noFill/>
                </a:ln>
                <a:solidFill>
                  <a:schemeClr val="tx1"/>
                </a:solidFill>
                <a:effectLst/>
                <a:latin typeface="Helvetica" pitchFamily="34" charset="0"/>
              </a:rPr>
              <a:t>Return address 2</a:t>
            </a:r>
          </a:p>
          <a:p>
            <a:pPr marL="2152650" marR="0" lvl="1" algn="l" defTabSz="914400" rtl="0" eaLnBrk="1" fontAlgn="base" latinLnBrk="0" hangingPunct="1">
              <a:lnSpc>
                <a:spcPct val="100000"/>
              </a:lnSpc>
              <a:spcBef>
                <a:spcPct val="0"/>
              </a:spcBef>
              <a:spcAft>
                <a:spcPts val="600"/>
              </a:spcAft>
              <a:buClrTx/>
              <a:buSzTx/>
              <a:buFontTx/>
              <a:buNone/>
              <a:tabLst/>
            </a:pPr>
            <a:r>
              <a:rPr kumimoji="0" lang="en-AU" sz="1400" b="0" i="0" u="none" strike="noStrike" cap="none" normalizeH="0" baseline="0" dirty="0" smtClean="0">
                <a:ln>
                  <a:noFill/>
                </a:ln>
                <a:solidFill>
                  <a:schemeClr val="tx1"/>
                </a:solidFill>
                <a:effectLst/>
                <a:latin typeface="Helvetica" pitchFamily="34" charset="0"/>
              </a:rPr>
              <a:t>Company name (if applicable)</a:t>
            </a:r>
          </a:p>
          <a:p>
            <a:pPr marL="2152650" marR="0" lvl="2" indent="-1695450" algn="l" defTabSz="914400" rtl="0" eaLnBrk="1" fontAlgn="base" latinLnBrk="0" hangingPunct="1">
              <a:lnSpc>
                <a:spcPct val="100000"/>
              </a:lnSpc>
              <a:spcBef>
                <a:spcPct val="0"/>
              </a:spcBef>
              <a:spcAft>
                <a:spcPts val="600"/>
              </a:spcAft>
              <a:buClrTx/>
              <a:buSzTx/>
              <a:buFontTx/>
              <a:buNone/>
              <a:tabLst/>
            </a:pPr>
            <a:r>
              <a:rPr kumimoji="0" lang="en-AU" sz="1400" b="0" i="0" u="none" strike="noStrike" cap="none" normalizeH="0" baseline="0" dirty="0" smtClean="0">
                <a:ln>
                  <a:noFill/>
                </a:ln>
                <a:solidFill>
                  <a:schemeClr val="tx1"/>
                </a:solidFill>
                <a:effectLst/>
                <a:latin typeface="Helvetica" pitchFamily="34" charset="0"/>
              </a:rPr>
              <a:t>	Attn.:  name/department</a:t>
            </a:r>
          </a:p>
          <a:p>
            <a:pPr marL="2152650" marR="0" lvl="1" indent="-1695450" algn="l" defTabSz="914400" rtl="0" eaLnBrk="1" fontAlgn="base" latinLnBrk="0" hangingPunct="1">
              <a:lnSpc>
                <a:spcPct val="100000"/>
              </a:lnSpc>
              <a:spcBef>
                <a:spcPct val="0"/>
              </a:spcBef>
              <a:spcAft>
                <a:spcPts val="600"/>
              </a:spcAft>
              <a:buClrTx/>
              <a:buSzTx/>
              <a:buFontTx/>
              <a:buNone/>
              <a:tabLst/>
            </a:pPr>
            <a:r>
              <a:rPr kumimoji="0" lang="en-AU" sz="1400" b="0" i="0" u="none" strike="noStrike" cap="none" normalizeH="0" baseline="0" dirty="0" smtClean="0">
                <a:ln>
                  <a:noFill/>
                </a:ln>
                <a:solidFill>
                  <a:schemeClr val="tx1"/>
                </a:solidFill>
                <a:effectLst/>
                <a:latin typeface="Helvetica" pitchFamily="34" charset="0"/>
              </a:rPr>
              <a:t>	Recipient address 1</a:t>
            </a:r>
          </a:p>
          <a:p>
            <a:pPr marL="2152650" marR="0" lvl="1" indent="-1695450" algn="l" defTabSz="914400" rtl="0" eaLnBrk="1" fontAlgn="base" latinLnBrk="0" hangingPunct="1">
              <a:lnSpc>
                <a:spcPct val="100000"/>
              </a:lnSpc>
              <a:spcBef>
                <a:spcPct val="0"/>
              </a:spcBef>
              <a:spcAft>
                <a:spcPts val="1000"/>
              </a:spcAft>
              <a:buClrTx/>
              <a:buSzTx/>
              <a:buFontTx/>
              <a:buNone/>
              <a:tabLst/>
            </a:pPr>
            <a:r>
              <a:rPr kumimoji="0" lang="en-AU" sz="1400" b="0" i="0" u="none" strike="noStrike" cap="none" normalizeH="0" baseline="0" dirty="0" smtClean="0">
                <a:ln>
                  <a:noFill/>
                </a:ln>
                <a:solidFill>
                  <a:schemeClr val="tx1"/>
                </a:solidFill>
                <a:effectLst/>
                <a:latin typeface="Helvetica" pitchFamily="34" charset="0"/>
              </a:rPr>
              <a:t>	Recipient address 2  </a:t>
            </a:r>
          </a:p>
          <a:p>
            <a:pPr marL="2152650" marR="0" lvl="1" indent="-1695450" algn="l" defTabSz="914400" rtl="0" eaLnBrk="1" fontAlgn="base" latinLnBrk="0" hangingPunct="1">
              <a:lnSpc>
                <a:spcPct val="100000"/>
              </a:lnSpc>
              <a:spcBef>
                <a:spcPct val="0"/>
              </a:spcBef>
              <a:spcAft>
                <a:spcPts val="1000"/>
              </a:spcAft>
              <a:buClrTx/>
              <a:buSzTx/>
              <a:buFontTx/>
              <a:buNone/>
              <a:tabLst/>
            </a:pPr>
            <a:r>
              <a:rPr kumimoji="0" lang="en-AU" sz="1400" b="0" i="0" u="none" strike="noStrike" cap="none" normalizeH="0" baseline="0" dirty="0" smtClean="0">
                <a:ln>
                  <a:noFill/>
                </a:ln>
                <a:solidFill>
                  <a:schemeClr val="tx1"/>
                </a:solidFill>
                <a:effectLst/>
                <a:latin typeface="Helvetica" pitchFamily="34" charset="0"/>
              </a:rPr>
              <a:t>                                                      		            </a:t>
            </a:r>
          </a:p>
          <a:p>
            <a:pPr marL="2152650" marR="0" lvl="1" indent="-1695450" algn="l" defTabSz="914400" rtl="0" eaLnBrk="1" fontAlgn="base" latinLnBrk="0" hangingPunct="1">
              <a:lnSpc>
                <a:spcPct val="100000"/>
              </a:lnSpc>
              <a:spcBef>
                <a:spcPts val="500"/>
              </a:spcBef>
              <a:spcAft>
                <a:spcPts val="1000"/>
              </a:spcAft>
              <a:buClrTx/>
              <a:buSzTx/>
              <a:buFontTx/>
              <a:buNone/>
              <a:tabLst/>
            </a:pPr>
            <a:r>
              <a:rPr lang="en-AU" sz="1400" dirty="0" smtClean="0">
                <a:latin typeface="Helvetica" pitchFamily="34" charset="0"/>
              </a:rPr>
              <a:t>                                                                            </a:t>
            </a:r>
            <a:r>
              <a:rPr kumimoji="0" lang="en-AU" sz="1400" b="0" i="0" u="none" strike="noStrike" cap="none" normalizeH="0" baseline="0" dirty="0" smtClean="0">
                <a:ln>
                  <a:noFill/>
                </a:ln>
                <a:solidFill>
                  <a:schemeClr val="tx1"/>
                </a:solidFill>
                <a:effectLst/>
                <a:latin typeface="Helvetica" pitchFamily="34" charset="0"/>
              </a:rPr>
              <a:t>Postcode</a:t>
            </a:r>
            <a:endParaRPr kumimoji="0" lang="en-US" sz="1400" b="0" i="0" u="none" strike="noStrike" cap="none" normalizeH="0" baseline="0" dirty="0" smtClean="0">
              <a:ln>
                <a:noFill/>
              </a:ln>
              <a:solidFill>
                <a:schemeClr val="tx1"/>
              </a:solidFill>
              <a:effectLst/>
              <a:latin typeface="Helvetica" pitchFamily="34" charset="0"/>
            </a:endParaRPr>
          </a:p>
        </p:txBody>
      </p:sp>
      <p:sp>
        <p:nvSpPr>
          <p:cNvPr id="8" name="Rectangle 7"/>
          <p:cNvSpPr/>
          <p:nvPr/>
        </p:nvSpPr>
        <p:spPr>
          <a:xfrm>
            <a:off x="6084168" y="3861048"/>
            <a:ext cx="288032" cy="432048"/>
          </a:xfrm>
          <a:prstGeom prst="rect">
            <a:avLst/>
          </a:prstGeom>
          <a:no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9" name="Rectangle 8"/>
          <p:cNvSpPr/>
          <p:nvPr/>
        </p:nvSpPr>
        <p:spPr>
          <a:xfrm>
            <a:off x="6444208" y="3861048"/>
            <a:ext cx="288032" cy="432048"/>
          </a:xfrm>
          <a:prstGeom prst="rect">
            <a:avLst/>
          </a:prstGeom>
          <a:no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0" name="Rectangle 9"/>
          <p:cNvSpPr/>
          <p:nvPr/>
        </p:nvSpPr>
        <p:spPr>
          <a:xfrm>
            <a:off x="7164288" y="3861048"/>
            <a:ext cx="288032" cy="432048"/>
          </a:xfrm>
          <a:prstGeom prst="rect">
            <a:avLst/>
          </a:prstGeom>
          <a:no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1" name="Rectangle 10"/>
          <p:cNvSpPr/>
          <p:nvPr/>
        </p:nvSpPr>
        <p:spPr>
          <a:xfrm>
            <a:off x="6804248" y="3861048"/>
            <a:ext cx="288032" cy="432048"/>
          </a:xfrm>
          <a:prstGeom prst="rect">
            <a:avLst/>
          </a:prstGeom>
          <a:no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pic>
        <p:nvPicPr>
          <p:cNvPr id="17411" name="Picture 3" descr="C:\Documents and Settings\Brigitta\Local Settings\Temporary Internet Files\Content.IE5\BM0EHXKZ\MC900287317[1].wmf"/>
          <p:cNvPicPr>
            <a:picLocks noChangeAspect="1" noChangeArrowheads="1"/>
          </p:cNvPicPr>
          <p:nvPr/>
        </p:nvPicPr>
        <p:blipFill>
          <a:blip r:embed="rId3" cstate="print"/>
          <a:srcRect/>
          <a:stretch>
            <a:fillRect/>
          </a:stretch>
        </p:blipFill>
        <p:spPr bwMode="auto">
          <a:xfrm>
            <a:off x="6588224" y="1628800"/>
            <a:ext cx="1110941" cy="792088"/>
          </a:xfrm>
          <a:prstGeom prst="rect">
            <a:avLst/>
          </a:prstGeom>
          <a:noFill/>
        </p:spPr>
      </p:pic>
      <p:sp>
        <p:nvSpPr>
          <p:cNvPr id="17412" name="Rectangle 4"/>
          <p:cNvSpPr>
            <a:spLocks noChangeArrowheads="1"/>
          </p:cNvSpPr>
          <p:nvPr/>
        </p:nvSpPr>
        <p:spPr bwMode="auto">
          <a:xfrm>
            <a:off x="395536" y="5085184"/>
            <a:ext cx="7920880" cy="11079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Times New Roman" pitchFamily="18" charset="0"/>
                <a:cs typeface="Arial" pitchFamily="34" charset="0"/>
              </a:rPr>
              <a:t>To type an envelope in Microsoft Word, go to ‘mailings’ tab, ‘create envelope’, then enter the delivery address and return address details.</a:t>
            </a:r>
            <a:endParaRPr kumimoji="0" lang="en-AU" sz="2200" b="0" i="0" u="none" strike="noStrike" cap="none" normalizeH="0" baseline="0" dirty="0" smtClean="0">
              <a:ln>
                <a:noFill/>
              </a:ln>
              <a:solidFill>
                <a:schemeClr val="tx1"/>
              </a:solidFill>
              <a:effectLst/>
              <a:latin typeface="Helvetica" pitchFamily="34"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332656"/>
            <a:ext cx="7467600" cy="1143000"/>
          </a:xfrm>
        </p:spPr>
        <p:txBody>
          <a:bodyPr>
            <a:normAutofit/>
          </a:bodyPr>
          <a:lstStyle/>
          <a:p>
            <a:r>
              <a:rPr lang="en-AU" sz="3400" b="1" dirty="0" smtClean="0">
                <a:solidFill>
                  <a:srgbClr val="FF6600"/>
                </a:solidFill>
                <a:latin typeface="Helvetica" pitchFamily="34" charset="0"/>
              </a:rPr>
              <a:t>Folding a standard letter</a:t>
            </a:r>
          </a:p>
        </p:txBody>
      </p:sp>
      <p:sp>
        <p:nvSpPr>
          <p:cNvPr id="4" name="Slide Number Placeholder 3"/>
          <p:cNvSpPr>
            <a:spLocks noGrp="1"/>
          </p:cNvSpPr>
          <p:nvPr>
            <p:ph type="sldNum" sz="quarter" idx="12"/>
          </p:nvPr>
        </p:nvSpPr>
        <p:spPr/>
        <p:txBody>
          <a:bodyPr/>
          <a:lstStyle/>
          <a:p>
            <a:fld id="{90BDF71C-F485-43AE-8825-5070AF1EA8C9}" type="slidenum">
              <a:rPr lang="en-US" smtClean="0"/>
              <a:pPr/>
              <a:t>54</a:t>
            </a:fld>
            <a:endParaRPr lang="en-US" dirty="0"/>
          </a:p>
        </p:txBody>
      </p:sp>
      <p:sp>
        <p:nvSpPr>
          <p:cNvPr id="138242" name="Text Box 2"/>
          <p:cNvSpPr txBox="1">
            <a:spLocks noChangeArrowheads="1"/>
          </p:cNvSpPr>
          <p:nvPr/>
        </p:nvSpPr>
        <p:spPr bwMode="auto">
          <a:xfrm>
            <a:off x="755576" y="1772816"/>
            <a:ext cx="7488832" cy="36512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AU" sz="2200" b="1" i="0" u="none" strike="noStrike" cap="none" normalizeH="0" baseline="0" dirty="0" smtClean="0">
                <a:ln>
                  <a:noFill/>
                </a:ln>
                <a:solidFill>
                  <a:schemeClr val="tx1"/>
                </a:solidFill>
                <a:effectLst/>
                <a:latin typeface="Helvetica" pitchFamily="34" charset="0"/>
              </a:rPr>
              <a:t>Unfolded</a:t>
            </a:r>
            <a:r>
              <a:rPr kumimoji="0" lang="en-AU" sz="2200" b="0" i="0" u="none" strike="noStrike" cap="none" normalizeH="0" baseline="0" dirty="0" smtClean="0">
                <a:ln>
                  <a:noFill/>
                </a:ln>
                <a:solidFill>
                  <a:schemeClr val="tx1"/>
                </a:solidFill>
                <a:effectLst/>
                <a:latin typeface="Helvetica" pitchFamily="34" charset="0"/>
              </a:rPr>
              <a:t> 	</a:t>
            </a:r>
            <a:r>
              <a:rPr lang="en-AU" sz="2200" dirty="0" smtClean="0">
                <a:latin typeface="Helvetica" pitchFamily="34" charset="0"/>
              </a:rPr>
              <a:t>            </a:t>
            </a:r>
            <a:r>
              <a:rPr kumimoji="0" lang="en-AU" sz="2200" b="1" i="0" u="none" strike="noStrike" cap="none" normalizeH="0" baseline="0" dirty="0" smtClean="0">
                <a:ln>
                  <a:noFill/>
                </a:ln>
                <a:solidFill>
                  <a:schemeClr val="tx1"/>
                </a:solidFill>
                <a:effectLst/>
                <a:latin typeface="Helvetica" pitchFamily="34" charset="0"/>
              </a:rPr>
              <a:t>First Fold</a:t>
            </a:r>
            <a:r>
              <a:rPr kumimoji="0" lang="en-AU" sz="2200" b="0" i="0" u="none" strike="noStrike" cap="none" normalizeH="0" baseline="0" dirty="0" smtClean="0">
                <a:ln>
                  <a:noFill/>
                </a:ln>
                <a:solidFill>
                  <a:schemeClr val="tx1"/>
                </a:solidFill>
                <a:effectLst/>
                <a:latin typeface="Helvetica" pitchFamily="34" charset="0"/>
              </a:rPr>
              <a:t> 	</a:t>
            </a:r>
            <a:r>
              <a:rPr kumimoji="0" lang="en-AU" sz="2200" b="0" i="0" u="none" strike="noStrike" cap="none" normalizeH="0" dirty="0" smtClean="0">
                <a:ln>
                  <a:noFill/>
                </a:ln>
                <a:solidFill>
                  <a:schemeClr val="tx1"/>
                </a:solidFill>
                <a:effectLst/>
                <a:latin typeface="Helvetica" pitchFamily="34" charset="0"/>
              </a:rPr>
              <a:t>           </a:t>
            </a:r>
            <a:r>
              <a:rPr kumimoji="0" lang="en-AU" sz="2200" b="1" i="0" u="none" strike="noStrike" cap="none" normalizeH="0" baseline="0" dirty="0" smtClean="0">
                <a:ln>
                  <a:noFill/>
                </a:ln>
                <a:solidFill>
                  <a:schemeClr val="tx1"/>
                </a:solidFill>
                <a:effectLst/>
                <a:latin typeface="Helvetica" pitchFamily="34" charset="0"/>
              </a:rPr>
              <a:t>Second Fold</a:t>
            </a:r>
            <a:r>
              <a:rPr kumimoji="0" lang="en-AU" sz="2200" b="0" i="0" u="none" strike="noStrike" cap="none" normalizeH="0" baseline="0" dirty="0" smtClean="0">
                <a:ln>
                  <a:noFill/>
                </a:ln>
                <a:solidFill>
                  <a:schemeClr val="tx1"/>
                </a:solidFill>
                <a:effectLst/>
                <a:latin typeface="Helvetica"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AU" sz="2200" b="0" i="0" u="none" strike="noStrike" cap="none" normalizeH="0" baseline="0" dirty="0" smtClean="0">
              <a:ln>
                <a:noFill/>
              </a:ln>
              <a:solidFill>
                <a:schemeClr val="tx1"/>
              </a:solidFill>
              <a:effectLst/>
              <a:latin typeface="Helvetica"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smtClean="0">
              <a:ln>
                <a:noFill/>
              </a:ln>
              <a:solidFill>
                <a:schemeClr val="tx1"/>
              </a:solidFill>
              <a:effectLst/>
              <a:latin typeface="Helvetica" pitchFamily="34" charset="0"/>
            </a:endParaRPr>
          </a:p>
        </p:txBody>
      </p:sp>
      <p:sp>
        <p:nvSpPr>
          <p:cNvPr id="138243" name="Rectangle 3"/>
          <p:cNvSpPr>
            <a:spLocks noChangeArrowheads="1"/>
          </p:cNvSpPr>
          <p:nvPr/>
        </p:nvSpPr>
        <p:spPr bwMode="auto">
          <a:xfrm>
            <a:off x="0" y="-194544"/>
            <a:ext cx="1037871" cy="846289"/>
          </a:xfrm>
          <a:prstGeom prst="rect">
            <a:avLst/>
          </a:prstGeom>
          <a:noFill/>
          <a:ln w="9525">
            <a:noFill/>
            <a:miter lim="800000"/>
            <a:headEnd/>
            <a:tailEnd/>
          </a:ln>
          <a:effectLst/>
        </p:spPr>
        <p:txBody>
          <a:bodyPr vert="horz" wrap="none" lIns="936330" tIns="152352" rIns="91440" bIns="15235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100" b="0" i="0" u="none" strike="noStrike" cap="none" normalizeH="0" baseline="0" dirty="0" smtClean="0">
                <a:ln>
                  <a:noFill/>
                </a:ln>
                <a:solidFill>
                  <a:schemeClr val="tx1"/>
                </a:solidFill>
                <a:effectLst/>
                <a:latin typeface="Helvetica"/>
                <a:ea typeface="Calibri" pitchFamily="34" charset="0"/>
                <a:cs typeface="Calibri" pitchFamily="34" charset="0"/>
              </a:rPr>
              <a:t/>
            </a:r>
            <a:br>
              <a:rPr kumimoji="0" lang="en-AU" sz="1100" b="0" i="0" u="none" strike="noStrike" cap="none" normalizeH="0" baseline="0" dirty="0" smtClean="0">
                <a:ln>
                  <a:noFill/>
                </a:ln>
                <a:solidFill>
                  <a:schemeClr val="tx1"/>
                </a:solidFill>
                <a:effectLst/>
                <a:latin typeface="Helvetica"/>
                <a:ea typeface="Calibri" pitchFamily="34" charset="0"/>
                <a:cs typeface="Calibri" pitchFamily="34" charset="0"/>
              </a:rPr>
            </a:br>
            <a:endParaRPr kumimoji="0" lang="en-AU" sz="600" b="0" i="0" u="none" strike="noStrike" cap="none" normalizeH="0" baseline="0" dirty="0" smtClean="0">
              <a:ln>
                <a:noFill/>
              </a:ln>
              <a:solidFill>
                <a:schemeClr val="tx1"/>
              </a:solidFill>
              <a:effectLst/>
              <a:latin typeface="Helvetic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1800" b="0" i="0" u="none" strike="noStrike" cap="none" normalizeH="0" baseline="0" dirty="0" smtClean="0">
              <a:ln>
                <a:noFill/>
              </a:ln>
              <a:solidFill>
                <a:schemeClr val="tx1"/>
              </a:solidFill>
              <a:effectLst/>
              <a:latin typeface="Helvetica" pitchFamily="34" charset="0"/>
            </a:endParaRPr>
          </a:p>
        </p:txBody>
      </p:sp>
      <p:sp>
        <p:nvSpPr>
          <p:cNvPr id="138244" name="Rectangle 4"/>
          <p:cNvSpPr>
            <a:spLocks noChangeArrowheads="1"/>
          </p:cNvSpPr>
          <p:nvPr/>
        </p:nvSpPr>
        <p:spPr bwMode="auto">
          <a:xfrm>
            <a:off x="0" y="-194544"/>
            <a:ext cx="1037871" cy="846289"/>
          </a:xfrm>
          <a:prstGeom prst="rect">
            <a:avLst/>
          </a:prstGeom>
          <a:noFill/>
          <a:ln w="9525">
            <a:noFill/>
            <a:miter lim="800000"/>
            <a:headEnd/>
            <a:tailEnd/>
          </a:ln>
          <a:effectLst/>
        </p:spPr>
        <p:txBody>
          <a:bodyPr vert="horz" wrap="none" lIns="936330" tIns="152352" rIns="91440" bIns="15235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100" b="0" i="0" u="none" strike="noStrike" cap="none" normalizeH="0" baseline="0" dirty="0" smtClean="0">
                <a:ln>
                  <a:noFill/>
                </a:ln>
                <a:solidFill>
                  <a:schemeClr val="tx1"/>
                </a:solidFill>
                <a:effectLst/>
                <a:latin typeface="Helvetica" charset="0"/>
                <a:ea typeface="Calibri" pitchFamily="34" charset="0"/>
                <a:cs typeface="Calibri" pitchFamily="34" charset="0"/>
              </a:rPr>
              <a:t/>
            </a:r>
            <a:br>
              <a:rPr kumimoji="0" lang="en-AU" sz="1100" b="0" i="0" u="none" strike="noStrike" cap="none" normalizeH="0" baseline="0" dirty="0" smtClean="0">
                <a:ln>
                  <a:noFill/>
                </a:ln>
                <a:solidFill>
                  <a:schemeClr val="tx1"/>
                </a:solidFill>
                <a:effectLst/>
                <a:latin typeface="Helvetica" charset="0"/>
                <a:ea typeface="Calibri" pitchFamily="34" charset="0"/>
                <a:cs typeface="Calibri" pitchFamily="34" charset="0"/>
              </a:rPr>
            </a:br>
            <a:endParaRPr kumimoji="0" lang="en-AU" sz="600" b="0" i="0" u="none" strike="noStrike" cap="none" normalizeH="0" baseline="0" dirty="0" smtClean="0">
              <a:ln>
                <a:noFill/>
              </a:ln>
              <a:solidFill>
                <a:schemeClr val="tx1"/>
              </a:solidFill>
              <a:effectLst/>
              <a:latin typeface="Helvetic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1800" b="0" i="0" u="none" strike="noStrike" cap="none" normalizeH="0" baseline="0" dirty="0" smtClean="0">
              <a:ln>
                <a:noFill/>
              </a:ln>
              <a:solidFill>
                <a:schemeClr val="tx1"/>
              </a:solidFill>
              <a:effectLst/>
              <a:latin typeface="Helvetica" pitchFamily="34" charset="0"/>
            </a:endParaRPr>
          </a:p>
        </p:txBody>
      </p:sp>
      <p:pic>
        <p:nvPicPr>
          <p:cNvPr id="8" name="Picture 7"/>
          <p:cNvPicPr/>
          <p:nvPr/>
        </p:nvPicPr>
        <p:blipFill>
          <a:blip r:embed="rId3" cstate="print"/>
          <a:srcRect/>
          <a:stretch>
            <a:fillRect/>
          </a:stretch>
        </p:blipFill>
        <p:spPr bwMode="auto">
          <a:xfrm>
            <a:off x="683568" y="2564904"/>
            <a:ext cx="1728192" cy="2736304"/>
          </a:xfrm>
          <a:prstGeom prst="rect">
            <a:avLst/>
          </a:prstGeom>
          <a:noFill/>
          <a:ln w="9525">
            <a:noFill/>
            <a:miter lim="800000"/>
            <a:headEnd/>
            <a:tailEnd/>
          </a:ln>
        </p:spPr>
      </p:pic>
      <p:pic>
        <p:nvPicPr>
          <p:cNvPr id="9" name="Picture 8"/>
          <p:cNvPicPr/>
          <p:nvPr/>
        </p:nvPicPr>
        <p:blipFill>
          <a:blip r:embed="rId4" cstate="print"/>
          <a:srcRect/>
          <a:stretch>
            <a:fillRect/>
          </a:stretch>
        </p:blipFill>
        <p:spPr bwMode="auto">
          <a:xfrm>
            <a:off x="3203848" y="2564904"/>
            <a:ext cx="2088232" cy="2808312"/>
          </a:xfrm>
          <a:prstGeom prst="rect">
            <a:avLst/>
          </a:prstGeom>
          <a:noFill/>
          <a:ln w="9525">
            <a:noFill/>
            <a:miter lim="800000"/>
            <a:headEnd/>
            <a:tailEnd/>
          </a:ln>
        </p:spPr>
      </p:pic>
      <p:pic>
        <p:nvPicPr>
          <p:cNvPr id="10" name="Picture 9"/>
          <p:cNvPicPr/>
          <p:nvPr/>
        </p:nvPicPr>
        <p:blipFill>
          <a:blip r:embed="rId5" cstate="print"/>
          <a:srcRect/>
          <a:stretch>
            <a:fillRect/>
          </a:stretch>
        </p:blipFill>
        <p:spPr bwMode="auto">
          <a:xfrm>
            <a:off x="6084168" y="2564904"/>
            <a:ext cx="2016224" cy="2808312"/>
          </a:xfrm>
          <a:prstGeom prst="rect">
            <a:avLst/>
          </a:prstGeom>
          <a:noFill/>
          <a:ln w="9525">
            <a:noFill/>
            <a:miter lim="800000"/>
            <a:headEnd/>
            <a:tailEnd/>
          </a:ln>
        </p:spPr>
      </p:pic>
      <p:sp>
        <p:nvSpPr>
          <p:cNvPr id="11" name="Right Arrow 10"/>
          <p:cNvSpPr/>
          <p:nvPr/>
        </p:nvSpPr>
        <p:spPr>
          <a:xfrm>
            <a:off x="2627784" y="3789040"/>
            <a:ext cx="504056" cy="36004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dirty="0">
              <a:latin typeface="Helvetica" pitchFamily="34" charset="0"/>
            </a:endParaRPr>
          </a:p>
        </p:txBody>
      </p:sp>
      <p:sp>
        <p:nvSpPr>
          <p:cNvPr id="13" name="Right Arrow 12"/>
          <p:cNvSpPr/>
          <p:nvPr/>
        </p:nvSpPr>
        <p:spPr>
          <a:xfrm>
            <a:off x="5580112" y="3789040"/>
            <a:ext cx="504056" cy="36004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dirty="0">
              <a:latin typeface="Helvetica" pitchFamily="34"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467600" cy="1143000"/>
          </a:xfrm>
        </p:spPr>
        <p:txBody>
          <a:bodyPr>
            <a:normAutofit/>
          </a:bodyPr>
          <a:lstStyle/>
          <a:p>
            <a:r>
              <a:rPr lang="en-AU" sz="3400" b="1" dirty="0" smtClean="0">
                <a:solidFill>
                  <a:srgbClr val="FF6600"/>
                </a:solidFill>
                <a:latin typeface="Helvetica" pitchFamily="34" charset="0"/>
              </a:rPr>
              <a:t>Work project 2.3</a:t>
            </a:r>
          </a:p>
        </p:txBody>
      </p:sp>
      <p:sp>
        <p:nvSpPr>
          <p:cNvPr id="3" name="Content Placeholder 2"/>
          <p:cNvSpPr>
            <a:spLocks noGrp="1"/>
          </p:cNvSpPr>
          <p:nvPr>
            <p:ph idx="1"/>
          </p:nvPr>
        </p:nvSpPr>
        <p:spPr>
          <a:xfrm>
            <a:off x="467544" y="1340768"/>
            <a:ext cx="7992888" cy="5184576"/>
          </a:xfrm>
        </p:spPr>
        <p:txBody>
          <a:bodyPr>
            <a:normAutofit fontScale="62500" lnSpcReduction="20000"/>
          </a:bodyPr>
          <a:lstStyle/>
          <a:p>
            <a:pPr marL="0" indent="0">
              <a:lnSpc>
                <a:spcPct val="120000"/>
              </a:lnSpc>
              <a:spcBef>
                <a:spcPts val="400"/>
              </a:spcBef>
              <a:spcAft>
                <a:spcPts val="400"/>
              </a:spcAft>
              <a:buNone/>
            </a:pPr>
            <a:r>
              <a:rPr lang="en-AU" sz="3100" dirty="0" smtClean="0">
                <a:latin typeface="Helvetica" pitchFamily="34" charset="0"/>
              </a:rPr>
              <a:t>You are the owner of a charter bus company, VLines, in 3345 Truong Street, Vientiane, Laos. Due to the recent global economic downturn, internal tourism numbers have dropped by 50%.  </a:t>
            </a:r>
          </a:p>
          <a:p>
            <a:pPr lvl="0">
              <a:lnSpc>
                <a:spcPct val="120000"/>
              </a:lnSpc>
              <a:spcBef>
                <a:spcPts val="400"/>
              </a:spcBef>
              <a:spcAft>
                <a:spcPts val="400"/>
              </a:spcAft>
            </a:pPr>
            <a:r>
              <a:rPr lang="en-AU" sz="3100" dirty="0" smtClean="0">
                <a:latin typeface="Helvetica" pitchFamily="34" charset="0"/>
              </a:rPr>
              <a:t>Write a memo advising all staff of an upcoming meeting to discuss repercussions of this downturn</a:t>
            </a:r>
          </a:p>
          <a:p>
            <a:pPr lvl="0">
              <a:lnSpc>
                <a:spcPct val="120000"/>
              </a:lnSpc>
              <a:spcBef>
                <a:spcPts val="400"/>
              </a:spcBef>
              <a:spcAft>
                <a:spcPts val="400"/>
              </a:spcAft>
            </a:pPr>
            <a:r>
              <a:rPr lang="en-AU" sz="3100" dirty="0" smtClean="0">
                <a:latin typeface="Helvetica" pitchFamily="34" charset="0"/>
              </a:rPr>
              <a:t>Write a letter to your coach captains advising them of the meeting on July 1, 2012 at 2 pm in your office.  Firstly consider the type of letter (routine letter, good news letter, bad news letter).  Secondly, ensure you follow the correct steps.  Explain why you have chosen this type of letter</a:t>
            </a:r>
          </a:p>
          <a:p>
            <a:pPr lvl="0">
              <a:lnSpc>
                <a:spcPct val="120000"/>
              </a:lnSpc>
              <a:spcBef>
                <a:spcPts val="400"/>
              </a:spcBef>
              <a:spcAft>
                <a:spcPts val="400"/>
              </a:spcAft>
            </a:pPr>
            <a:r>
              <a:rPr lang="en-AU" sz="3100" dirty="0" smtClean="0">
                <a:latin typeface="Helvetica" pitchFamily="34" charset="0"/>
              </a:rPr>
              <a:t>Type out an envelope using the ‘mailings’ tab. </a:t>
            </a:r>
          </a:p>
          <a:p>
            <a:pPr marL="0" indent="0">
              <a:lnSpc>
                <a:spcPct val="120000"/>
              </a:lnSpc>
              <a:spcBef>
                <a:spcPts val="400"/>
              </a:spcBef>
              <a:spcAft>
                <a:spcPts val="400"/>
              </a:spcAft>
              <a:buNone/>
            </a:pPr>
            <a:r>
              <a:rPr lang="en-AU" sz="3100" dirty="0" smtClean="0">
                <a:latin typeface="Helvetica" pitchFamily="34" charset="0"/>
              </a:rPr>
              <a:t>Spelling, grammar and sentence construction must be correct.  Ensure that there is sufficient information in the document so that all the recipients understand what will be expected of them in terms of attendance.</a:t>
            </a:r>
          </a:p>
        </p:txBody>
      </p:sp>
      <p:sp>
        <p:nvSpPr>
          <p:cNvPr id="4" name="Slide Number Placeholder 3"/>
          <p:cNvSpPr>
            <a:spLocks noGrp="1"/>
          </p:cNvSpPr>
          <p:nvPr>
            <p:ph type="sldNum" sz="quarter" idx="12"/>
          </p:nvPr>
        </p:nvSpPr>
        <p:spPr/>
        <p:txBody>
          <a:bodyPr/>
          <a:lstStyle/>
          <a:p>
            <a:fld id="{90BDF71C-F485-43AE-8825-5070AF1EA8C9}" type="slidenum">
              <a:rPr lang="en-US" smtClean="0"/>
              <a:pPr/>
              <a:t>55</a:t>
            </a:fld>
            <a:endParaRPr lang="en-US" dirty="0"/>
          </a:p>
        </p:txBody>
      </p:sp>
      <p:pic>
        <p:nvPicPr>
          <p:cNvPr id="184322" name="Picture 2" descr="C:\Documents and Settings\jirayut\Local Settings\Temporary Internet Files\Content.IE5\G3WM5228\MC900390716[1].wmf"/>
          <p:cNvPicPr>
            <a:picLocks noChangeAspect="1" noChangeArrowheads="1"/>
          </p:cNvPicPr>
          <p:nvPr/>
        </p:nvPicPr>
        <p:blipFill>
          <a:blip r:embed="rId3" cstate="print"/>
          <a:srcRect/>
          <a:stretch>
            <a:fillRect/>
          </a:stretch>
        </p:blipFill>
        <p:spPr bwMode="auto">
          <a:xfrm>
            <a:off x="7777335" y="260648"/>
            <a:ext cx="1366665" cy="902929"/>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SUMMARY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600"/>
              </a:spcAft>
              <a:buNone/>
            </a:pPr>
            <a:endParaRPr lang="en-US" sz="2200" dirty="0" smtClean="0">
              <a:latin typeface="Helvetica" pitchFamily="34" charset="0"/>
            </a:endParaRPr>
          </a:p>
          <a:p>
            <a:pPr marL="0" indent="0">
              <a:spcBef>
                <a:spcPts val="600"/>
              </a:spcBef>
              <a:spcAft>
                <a:spcPts val="600"/>
              </a:spcAft>
              <a:buNone/>
            </a:pPr>
            <a:r>
              <a:rPr lang="en-US" sz="2200" dirty="0" smtClean="0">
                <a:latin typeface="Helvetica" pitchFamily="34" charset="0"/>
              </a:rPr>
              <a:t>Any questions?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185346" name="Picture 2" descr="C:\Documents and Settings\jirayut\Local Settings\Temporary Internet Files\Content.IE5\TKO24698\MC900441902[1].wmf"/>
          <p:cNvPicPr>
            <a:picLocks noChangeAspect="1" noChangeArrowheads="1"/>
          </p:cNvPicPr>
          <p:nvPr/>
        </p:nvPicPr>
        <p:blipFill>
          <a:blip r:embed="rId3" cstate="print"/>
          <a:srcRect/>
          <a:stretch>
            <a:fillRect/>
          </a:stretch>
        </p:blipFill>
        <p:spPr bwMode="auto">
          <a:xfrm>
            <a:off x="3491880" y="2780928"/>
            <a:ext cx="2088232" cy="2467514"/>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8568952" cy="1143000"/>
          </a:xfrm>
        </p:spPr>
        <p:txBody>
          <a:bodyPr>
            <a:normAutofit/>
          </a:bodyPr>
          <a:lstStyle/>
          <a:p>
            <a:r>
              <a:rPr lang="en-US" sz="3400" b="1" dirty="0" smtClean="0">
                <a:solidFill>
                  <a:srgbClr val="FF6600"/>
                </a:solidFill>
                <a:latin typeface="Helvetica" pitchFamily="34" charset="0"/>
              </a:rPr>
              <a:t>Element 3: </a:t>
            </a:r>
            <a:r>
              <a:rPr lang="en-AU" sz="3400" b="1" dirty="0" smtClean="0">
                <a:solidFill>
                  <a:srgbClr val="FF6600"/>
                </a:solidFill>
                <a:latin typeface="Helvetica" pitchFamily="34" charset="0"/>
              </a:rPr>
              <a:t>Maintain document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628650" indent="-592138">
              <a:spcBef>
                <a:spcPts val="600"/>
              </a:spcBef>
              <a:spcAft>
                <a:spcPts val="1200"/>
              </a:spcAft>
              <a:buNone/>
            </a:pPr>
            <a:r>
              <a:rPr lang="en-US" sz="2200" dirty="0" smtClean="0">
                <a:latin typeface="Helvetica" pitchFamily="34" charset="0"/>
              </a:rPr>
              <a:t>In this section, you will learn to…</a:t>
            </a:r>
          </a:p>
          <a:p>
            <a:pPr marL="628650" indent="-592138">
              <a:spcBef>
                <a:spcPts val="600"/>
              </a:spcBef>
              <a:spcAft>
                <a:spcPts val="1200"/>
              </a:spcAft>
            </a:pPr>
            <a:r>
              <a:rPr lang="en-AU" sz="2200" dirty="0" smtClean="0">
                <a:latin typeface="Helvetica" pitchFamily="34" charset="0"/>
              </a:rPr>
              <a:t>File/store documents in accordance with enterprise procedures</a:t>
            </a:r>
          </a:p>
          <a:p>
            <a:pPr marL="628650" indent="-592138"/>
            <a:r>
              <a:rPr lang="en-AU" sz="2200" dirty="0" smtClean="0">
                <a:latin typeface="Helvetica" pitchFamily="34" charset="0"/>
              </a:rPr>
              <a:t>Modify and/or update records management systems in accordance with enterprise procedures.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186374" name="Picture 6" descr="C:\Documents and Settings\jirayut\Local Settings\Temporary Internet Files\Content.IE5\UBEM25R5\MP900449114[1].jpg"/>
          <p:cNvPicPr>
            <a:picLocks noChangeAspect="1" noChangeArrowheads="1"/>
          </p:cNvPicPr>
          <p:nvPr/>
        </p:nvPicPr>
        <p:blipFill>
          <a:blip r:embed="rId3" cstate="print"/>
          <a:srcRect/>
          <a:stretch>
            <a:fillRect/>
          </a:stretch>
        </p:blipFill>
        <p:spPr bwMode="auto">
          <a:xfrm>
            <a:off x="5220072" y="4437112"/>
            <a:ext cx="2520280" cy="18902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32656"/>
            <a:ext cx="8568952" cy="1143000"/>
          </a:xfrm>
        </p:spPr>
        <p:txBody>
          <a:bodyPr>
            <a:noAutofit/>
          </a:bodyPr>
          <a:lstStyle/>
          <a:p>
            <a:pPr>
              <a:spcAft>
                <a:spcPts val="1200"/>
              </a:spcAft>
            </a:pPr>
            <a:r>
              <a:rPr lang="en-AU" sz="3400" b="1" dirty="0" smtClean="0">
                <a:solidFill>
                  <a:srgbClr val="FF6600"/>
                </a:solidFill>
                <a:latin typeface="Helvetica" pitchFamily="34" charset="0"/>
              </a:rPr>
              <a:t>File/store documents in accordance with enterprise procedures</a:t>
            </a:r>
          </a:p>
        </p:txBody>
      </p:sp>
      <p:sp>
        <p:nvSpPr>
          <p:cNvPr id="3" name="Content Placeholder 2"/>
          <p:cNvSpPr>
            <a:spLocks noGrp="1"/>
          </p:cNvSpPr>
          <p:nvPr>
            <p:ph idx="1"/>
          </p:nvPr>
        </p:nvSpPr>
        <p:spPr>
          <a:xfrm>
            <a:off x="827584" y="1916832"/>
            <a:ext cx="4608512" cy="4453955"/>
          </a:xfrm>
        </p:spPr>
        <p:txBody>
          <a:bodyPr>
            <a:normAutofit/>
          </a:bodyPr>
          <a:lstStyle/>
          <a:p>
            <a:pPr>
              <a:spcBef>
                <a:spcPts val="1000"/>
              </a:spcBef>
              <a:spcAft>
                <a:spcPts val="1000"/>
              </a:spcAft>
            </a:pPr>
            <a:r>
              <a:rPr lang="en-AU" sz="2200" dirty="0" smtClean="0">
                <a:latin typeface="Helvetica" pitchFamily="34" charset="0"/>
              </a:rPr>
              <a:t>Alphabetical</a:t>
            </a:r>
            <a:endParaRPr lang="en-AU" sz="2200" i="1" dirty="0" smtClean="0">
              <a:latin typeface="Helvetica" pitchFamily="34" charset="0"/>
            </a:endParaRPr>
          </a:p>
          <a:p>
            <a:pPr>
              <a:spcBef>
                <a:spcPts val="1000"/>
              </a:spcBef>
              <a:spcAft>
                <a:spcPts val="1000"/>
              </a:spcAft>
            </a:pPr>
            <a:r>
              <a:rPr lang="en-AU" sz="2200" dirty="0" smtClean="0">
                <a:latin typeface="Helvetica" pitchFamily="34" charset="0"/>
              </a:rPr>
              <a:t>Numerical</a:t>
            </a:r>
            <a:endParaRPr lang="en-AU" sz="2200" i="1" dirty="0" smtClean="0">
              <a:latin typeface="Helvetica" pitchFamily="34" charset="0"/>
            </a:endParaRPr>
          </a:p>
          <a:p>
            <a:pPr>
              <a:spcBef>
                <a:spcPts val="1000"/>
              </a:spcBef>
              <a:spcAft>
                <a:spcPts val="1000"/>
              </a:spcAft>
            </a:pPr>
            <a:r>
              <a:rPr lang="en-AU" sz="2200" dirty="0" smtClean="0">
                <a:latin typeface="Helvetica" pitchFamily="34" charset="0"/>
              </a:rPr>
              <a:t>Geographical</a:t>
            </a:r>
            <a:endParaRPr lang="en-AU" sz="2200" i="1" dirty="0" smtClean="0">
              <a:latin typeface="Helvetica" pitchFamily="34" charset="0"/>
            </a:endParaRPr>
          </a:p>
          <a:p>
            <a:pPr>
              <a:spcBef>
                <a:spcPts val="1000"/>
              </a:spcBef>
              <a:spcAft>
                <a:spcPts val="1000"/>
              </a:spcAft>
            </a:pPr>
            <a:r>
              <a:rPr lang="en-AU" sz="2200" dirty="0" smtClean="0">
                <a:latin typeface="Helvetica" pitchFamily="34" charset="0"/>
              </a:rPr>
              <a:t>By subject</a:t>
            </a:r>
          </a:p>
          <a:p>
            <a:pPr>
              <a:spcBef>
                <a:spcPts val="1000"/>
              </a:spcBef>
              <a:spcAft>
                <a:spcPts val="1000"/>
              </a:spcAft>
            </a:pPr>
            <a:r>
              <a:rPr lang="en-AU" sz="2200" dirty="0" smtClean="0">
                <a:latin typeface="Helvetica" pitchFamily="34" charset="0"/>
              </a:rPr>
              <a:t>By Key word</a:t>
            </a:r>
            <a:endParaRPr lang="en-AU" sz="2200" i="1" dirty="0" smtClean="0">
              <a:latin typeface="Helvetica" pitchFamily="34" charset="0"/>
            </a:endParaRPr>
          </a:p>
          <a:p>
            <a:pPr>
              <a:spcBef>
                <a:spcPts val="1000"/>
              </a:spcBef>
              <a:spcAft>
                <a:spcPts val="1000"/>
              </a:spcAft>
            </a:pPr>
            <a:r>
              <a:rPr lang="en-AU" sz="2200" dirty="0" smtClean="0">
                <a:latin typeface="Helvetica" pitchFamily="34" charset="0"/>
              </a:rPr>
              <a:t>Chronological.</a:t>
            </a:r>
            <a:endParaRPr lang="en-AU" sz="2200" i="1"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8" name="Picture 3" descr="C:\Documents and Settings\jirayut\Local Settings\Temporary Internet Files\Content.IE5\L3HMVMNM\MC900089190[1].wmf"/>
          <p:cNvPicPr>
            <a:picLocks noChangeAspect="1" noChangeArrowheads="1"/>
          </p:cNvPicPr>
          <p:nvPr/>
        </p:nvPicPr>
        <p:blipFill>
          <a:blip r:embed="rId3" cstate="print"/>
          <a:srcRect/>
          <a:stretch>
            <a:fillRect/>
          </a:stretch>
        </p:blipFill>
        <p:spPr bwMode="auto">
          <a:xfrm>
            <a:off x="5436096" y="3501008"/>
            <a:ext cx="1783994" cy="1783994"/>
          </a:xfrm>
          <a:prstGeom prst="rect">
            <a:avLst/>
          </a:prstGeom>
          <a:noFill/>
        </p:spPr>
      </p:pic>
      <p:pic>
        <p:nvPicPr>
          <p:cNvPr id="9" name="Picture 6" descr="C:\Documents and Settings\jirayut\Local Settings\Temporary Internet Files\Content.IE5\O0D6VI64\MC900089176[1].wmf"/>
          <p:cNvPicPr>
            <a:picLocks noChangeAspect="1" noChangeArrowheads="1"/>
          </p:cNvPicPr>
          <p:nvPr/>
        </p:nvPicPr>
        <p:blipFill>
          <a:blip r:embed="rId4" cstate="print"/>
          <a:srcRect/>
          <a:stretch>
            <a:fillRect/>
          </a:stretch>
        </p:blipFill>
        <p:spPr bwMode="auto">
          <a:xfrm>
            <a:off x="6228184" y="2780928"/>
            <a:ext cx="1783994" cy="1783994"/>
          </a:xfrm>
          <a:prstGeom prst="rect">
            <a:avLst/>
          </a:prstGeom>
          <a:noFill/>
        </p:spPr>
      </p:pic>
      <p:pic>
        <p:nvPicPr>
          <p:cNvPr id="7" name="Picture 4" descr="C:\Documents and Settings\jirayut\Local Settings\Temporary Internet Files\Content.IE5\UBEM25R5\MC900089210[1].wmf"/>
          <p:cNvPicPr>
            <a:picLocks noChangeAspect="1" noChangeArrowheads="1"/>
          </p:cNvPicPr>
          <p:nvPr/>
        </p:nvPicPr>
        <p:blipFill>
          <a:blip r:embed="rId5" cstate="print"/>
          <a:srcRect/>
          <a:stretch>
            <a:fillRect/>
          </a:stretch>
        </p:blipFill>
        <p:spPr bwMode="auto">
          <a:xfrm>
            <a:off x="4788024" y="2636912"/>
            <a:ext cx="1783994" cy="1783994"/>
          </a:xfrm>
          <a:prstGeom prst="rect">
            <a:avLst/>
          </a:prstGeom>
          <a:noFill/>
        </p:spPr>
      </p:pic>
      <p:pic>
        <p:nvPicPr>
          <p:cNvPr id="6" name="Picture 5" descr="C:\Documents and Settings\jirayut\Local Settings\Temporary Internet Files\Content.IE5\UBEM25R5\MC900089214[1].wmf"/>
          <p:cNvPicPr>
            <a:picLocks noChangeAspect="1" noChangeArrowheads="1"/>
          </p:cNvPicPr>
          <p:nvPr/>
        </p:nvPicPr>
        <p:blipFill>
          <a:blip r:embed="rId6" cstate="print"/>
          <a:srcRect/>
          <a:stretch>
            <a:fillRect/>
          </a:stretch>
        </p:blipFill>
        <p:spPr bwMode="auto">
          <a:xfrm>
            <a:off x="5652120" y="1916832"/>
            <a:ext cx="1783994" cy="1783994"/>
          </a:xfrm>
          <a:prstGeom prst="rect">
            <a:avLst/>
          </a:prstGeom>
          <a:noFill/>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332656"/>
            <a:ext cx="7309320" cy="1143000"/>
          </a:xfrm>
        </p:spPr>
        <p:txBody>
          <a:bodyPr>
            <a:noAutofit/>
          </a:bodyPr>
          <a:lstStyle/>
          <a:p>
            <a:pPr marL="360000" indent="-360000">
              <a:spcAft>
                <a:spcPts val="1200"/>
              </a:spcAft>
            </a:pPr>
            <a:r>
              <a:rPr lang="en-AU" sz="3400" b="1" dirty="0" smtClean="0">
                <a:solidFill>
                  <a:srgbClr val="FF6600"/>
                </a:solidFill>
                <a:latin typeface="Helvetica" pitchFamily="34" charset="0"/>
              </a:rPr>
              <a:t>How to retrieve a document</a:t>
            </a:r>
          </a:p>
        </p:txBody>
      </p:sp>
      <p:sp>
        <p:nvSpPr>
          <p:cNvPr id="3" name="Content Placeholder 2"/>
          <p:cNvSpPr>
            <a:spLocks noGrp="1"/>
          </p:cNvSpPr>
          <p:nvPr>
            <p:ph idx="1"/>
          </p:nvPr>
        </p:nvSpPr>
        <p:spPr>
          <a:xfrm>
            <a:off x="611560" y="1556792"/>
            <a:ext cx="3600400" cy="4093915"/>
          </a:xfrm>
        </p:spPr>
        <p:txBody>
          <a:bodyPr>
            <a:normAutofit/>
          </a:bodyPr>
          <a:lstStyle/>
          <a:p>
            <a:pPr>
              <a:spcBef>
                <a:spcPts val="600"/>
              </a:spcBef>
              <a:spcAft>
                <a:spcPts val="600"/>
              </a:spcAft>
              <a:buNone/>
            </a:pPr>
            <a:r>
              <a:rPr lang="en-AU" sz="2200" dirty="0" smtClean="0">
                <a:latin typeface="Helvetica" pitchFamily="34" charset="0"/>
              </a:rPr>
              <a:t>Windows Explorer</a:t>
            </a:r>
          </a:p>
          <a:p>
            <a:pPr>
              <a:spcBef>
                <a:spcPts val="600"/>
              </a:spcBef>
              <a:spcAft>
                <a:spcPts val="600"/>
              </a:spcAft>
            </a:pPr>
            <a:r>
              <a:rPr lang="en-AU" sz="2200" dirty="0" smtClean="0">
                <a:latin typeface="Helvetica" pitchFamily="34" charset="0"/>
              </a:rPr>
              <a:t>Go to Computer icon on your desktop OR go to “Start”</a:t>
            </a:r>
          </a:p>
          <a:p>
            <a:pPr>
              <a:spcBef>
                <a:spcPts val="600"/>
              </a:spcBef>
              <a:spcAft>
                <a:spcPts val="600"/>
              </a:spcAft>
            </a:pPr>
            <a:r>
              <a:rPr lang="en-AU" sz="2200" dirty="0" smtClean="0">
                <a:latin typeface="Helvetica" pitchFamily="34" charset="0"/>
              </a:rPr>
              <a:t>“Search” </a:t>
            </a:r>
          </a:p>
          <a:p>
            <a:pPr>
              <a:spcBef>
                <a:spcPts val="600"/>
              </a:spcBef>
              <a:spcAft>
                <a:spcPts val="600"/>
              </a:spcAft>
            </a:pPr>
            <a:r>
              <a:rPr lang="en-AU" sz="2200" dirty="0" smtClean="0">
                <a:latin typeface="Helvetica" pitchFamily="34" charset="0"/>
              </a:rPr>
              <a:t> “All files and folders”</a:t>
            </a:r>
          </a:p>
          <a:p>
            <a:pPr>
              <a:spcBef>
                <a:spcPts val="600"/>
              </a:spcBef>
              <a:spcAft>
                <a:spcPts val="600"/>
              </a:spcAft>
            </a:pPr>
            <a:r>
              <a:rPr lang="en-AU" sz="2200" dirty="0" smtClean="0">
                <a:latin typeface="Helvetica" pitchFamily="34" charset="0"/>
              </a:rPr>
              <a:t>Fill in the information that is known, as shown below.</a:t>
            </a:r>
          </a:p>
          <a:p>
            <a:pPr>
              <a:buNone/>
            </a:pPr>
            <a:endParaRPr lang="en-AU" sz="2400" i="1" dirty="0" smtClean="0"/>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10" name="il_fi" descr="http://www.wellesley.edu/Computing/WinXP/images/SearchResultsWindow.jpg"/>
          <p:cNvPicPr/>
          <p:nvPr/>
        </p:nvPicPr>
        <p:blipFill>
          <a:blip r:embed="rId3" cstate="print"/>
          <a:srcRect/>
          <a:stretch>
            <a:fillRect/>
          </a:stretch>
        </p:blipFill>
        <p:spPr bwMode="auto">
          <a:xfrm>
            <a:off x="4860032" y="1988840"/>
            <a:ext cx="3960440" cy="33843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6336704" cy="1143000"/>
          </a:xfrm>
        </p:spPr>
        <p:txBody>
          <a:bodyPr>
            <a:noAutofit/>
          </a:bodyPr>
          <a:lstStyle/>
          <a:p>
            <a:pPr marL="360000" indent="-360000">
              <a:spcAft>
                <a:spcPts val="1200"/>
              </a:spcAft>
            </a:pPr>
            <a:r>
              <a:rPr lang="en-AU" sz="3400" b="1" dirty="0" smtClean="0">
                <a:solidFill>
                  <a:srgbClr val="FF6600"/>
                </a:solidFill>
                <a:latin typeface="Helvetica" pitchFamily="34" charset="0"/>
              </a:rPr>
              <a:t>Deleting temporary files</a:t>
            </a:r>
          </a:p>
        </p:txBody>
      </p:sp>
      <p:sp>
        <p:nvSpPr>
          <p:cNvPr id="3" name="Content Placeholder 2"/>
          <p:cNvSpPr>
            <a:spLocks noGrp="1"/>
          </p:cNvSpPr>
          <p:nvPr>
            <p:ph idx="1"/>
          </p:nvPr>
        </p:nvSpPr>
        <p:spPr>
          <a:xfrm>
            <a:off x="467544" y="1529408"/>
            <a:ext cx="8136904" cy="4923928"/>
          </a:xfrm>
        </p:spPr>
        <p:txBody>
          <a:bodyPr>
            <a:normAutofit/>
          </a:bodyPr>
          <a:lstStyle/>
          <a:p>
            <a:pPr>
              <a:spcBef>
                <a:spcPts val="600"/>
              </a:spcBef>
              <a:spcAft>
                <a:spcPts val="600"/>
              </a:spcAft>
              <a:buNone/>
            </a:pPr>
            <a:r>
              <a:rPr lang="en-AU" sz="2200" b="1" dirty="0" smtClean="0">
                <a:latin typeface="Helvetica" pitchFamily="34" charset="0"/>
              </a:rPr>
              <a:t>Locations:</a:t>
            </a:r>
          </a:p>
          <a:p>
            <a:pPr>
              <a:spcBef>
                <a:spcPts val="600"/>
              </a:spcBef>
              <a:spcAft>
                <a:spcPts val="600"/>
              </a:spcAft>
            </a:pPr>
            <a:r>
              <a:rPr lang="en-AU" sz="2200" dirty="0" smtClean="0">
                <a:latin typeface="Helvetica" pitchFamily="34" charset="0"/>
              </a:rPr>
              <a:t>C:\Temp</a:t>
            </a:r>
          </a:p>
          <a:p>
            <a:pPr>
              <a:spcBef>
                <a:spcPts val="600"/>
              </a:spcBef>
              <a:spcAft>
                <a:spcPts val="600"/>
              </a:spcAft>
            </a:pPr>
            <a:r>
              <a:rPr lang="en-AU" sz="2200" dirty="0" smtClean="0">
                <a:latin typeface="Helvetica" pitchFamily="34" charset="0"/>
              </a:rPr>
              <a:t>C:\Windows\Temp</a:t>
            </a:r>
          </a:p>
          <a:p>
            <a:pPr>
              <a:spcBef>
                <a:spcPts val="600"/>
              </a:spcBef>
              <a:spcAft>
                <a:spcPts val="600"/>
              </a:spcAft>
            </a:pPr>
            <a:r>
              <a:rPr lang="en-AU" sz="2200" dirty="0" smtClean="0">
                <a:latin typeface="Helvetica" pitchFamily="34" charset="0"/>
              </a:rPr>
              <a:t>C:\Windows\Temporay internet files.</a:t>
            </a:r>
            <a:endParaRPr lang="en-US" sz="2200" dirty="0" smtClean="0">
              <a:latin typeface="Helvetica" pitchFamily="34" charset="0"/>
            </a:endParaRPr>
          </a:p>
          <a:p>
            <a:pPr marL="0" indent="0">
              <a:spcBef>
                <a:spcPts val="600"/>
              </a:spcBef>
              <a:spcAft>
                <a:spcPts val="600"/>
              </a:spcAft>
              <a:buNone/>
            </a:pPr>
            <a:r>
              <a:rPr lang="en-US" sz="2200" b="1" dirty="0" smtClean="0">
                <a:latin typeface="Helvetica" pitchFamily="34" charset="0"/>
              </a:rPr>
              <a:t>Steps:</a:t>
            </a:r>
          </a:p>
          <a:p>
            <a:pPr>
              <a:spcBef>
                <a:spcPts val="600"/>
              </a:spcBef>
              <a:spcAft>
                <a:spcPts val="600"/>
              </a:spcAft>
            </a:pPr>
            <a:r>
              <a:rPr lang="en-AU" sz="2200" dirty="0" smtClean="0">
                <a:latin typeface="Helvetica" pitchFamily="34" charset="0"/>
              </a:rPr>
              <a:t>Click on a file on the right of the screen and press Ctrl A (select all)</a:t>
            </a:r>
          </a:p>
          <a:p>
            <a:pPr>
              <a:spcBef>
                <a:spcPts val="600"/>
              </a:spcBef>
              <a:spcAft>
                <a:spcPts val="600"/>
              </a:spcAft>
            </a:pPr>
            <a:r>
              <a:rPr lang="en-AU" sz="2200" dirty="0" smtClean="0">
                <a:latin typeface="Helvetica" pitchFamily="34" charset="0"/>
              </a:rPr>
              <a:t>Click on the delete button or press the Delete key, and click on Yes.  If you receive any further messages about files, click on No.</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5" name="Picture 2"/>
          <p:cNvPicPr>
            <a:picLocks noChangeAspect="1" noChangeArrowheads="1"/>
          </p:cNvPicPr>
          <p:nvPr/>
        </p:nvPicPr>
        <p:blipFill>
          <a:blip r:embed="rId3" cstate="print"/>
          <a:srcRect/>
          <a:stretch>
            <a:fillRect/>
          </a:stretch>
        </p:blipFill>
        <p:spPr bwMode="auto">
          <a:xfrm>
            <a:off x="6876256" y="1412776"/>
            <a:ext cx="1432995" cy="14401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048" y="332656"/>
            <a:ext cx="8568952" cy="1143000"/>
          </a:xfrm>
        </p:spPr>
        <p:txBody>
          <a:bodyPr>
            <a:noAutofit/>
          </a:bodyPr>
          <a:lstStyle/>
          <a:p>
            <a:pPr marL="360000" indent="-360000">
              <a:spcAft>
                <a:spcPts val="1200"/>
              </a:spcAft>
            </a:pPr>
            <a:r>
              <a:rPr lang="en-AU" sz="3400" b="1" dirty="0" smtClean="0">
                <a:solidFill>
                  <a:srgbClr val="FF6600"/>
                </a:solidFill>
                <a:latin typeface="Helvetica" pitchFamily="34" charset="0"/>
              </a:rPr>
              <a:t>Emptying recycling bin</a:t>
            </a:r>
          </a:p>
        </p:txBody>
      </p:sp>
      <p:sp>
        <p:nvSpPr>
          <p:cNvPr id="3" name="Content Placeholder 2"/>
          <p:cNvSpPr>
            <a:spLocks noGrp="1"/>
          </p:cNvSpPr>
          <p:nvPr>
            <p:ph idx="1"/>
          </p:nvPr>
        </p:nvSpPr>
        <p:spPr>
          <a:xfrm>
            <a:off x="611560" y="1988840"/>
            <a:ext cx="7467600" cy="4093915"/>
          </a:xfrm>
        </p:spPr>
        <p:txBody>
          <a:bodyPr>
            <a:normAutofit/>
          </a:bodyPr>
          <a:lstStyle/>
          <a:p>
            <a:pPr>
              <a:spcBef>
                <a:spcPts val="1000"/>
              </a:spcBef>
              <a:spcAft>
                <a:spcPts val="1000"/>
              </a:spcAft>
            </a:pPr>
            <a:r>
              <a:rPr lang="en-AU" sz="2200" dirty="0" smtClean="0">
                <a:latin typeface="Helvetica" pitchFamily="34" charset="0"/>
              </a:rPr>
              <a:t>Double click on the Recycle Bin icon</a:t>
            </a:r>
          </a:p>
          <a:p>
            <a:pPr>
              <a:spcBef>
                <a:spcPts val="1000"/>
              </a:spcBef>
              <a:spcAft>
                <a:spcPts val="1000"/>
              </a:spcAft>
            </a:pPr>
            <a:r>
              <a:rPr lang="en-AU" sz="2200" dirty="0" smtClean="0">
                <a:latin typeface="Helvetica" pitchFamily="34" charset="0"/>
              </a:rPr>
              <a:t>Choose [File] Empty Recycle Bin, then click on Yes</a:t>
            </a:r>
          </a:p>
          <a:p>
            <a:pPr>
              <a:spcBef>
                <a:spcPts val="1000"/>
              </a:spcBef>
              <a:spcAft>
                <a:spcPts val="1000"/>
              </a:spcAft>
            </a:pPr>
            <a:r>
              <a:rPr lang="en-AU" sz="2200" dirty="0" smtClean="0">
                <a:latin typeface="Helvetica" pitchFamily="34" charset="0"/>
              </a:rPr>
              <a:t>Close the Recycle Bin.</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187394" name="Picture 2" descr="C:\Documents and Settings\jirayut\Local Settings\Temporary Internet Files\Content.IE5\733Z9TJI\MC900431574[1].png"/>
          <p:cNvPicPr>
            <a:picLocks noChangeAspect="1" noChangeArrowheads="1"/>
          </p:cNvPicPr>
          <p:nvPr/>
        </p:nvPicPr>
        <p:blipFill>
          <a:blip r:embed="rId3" cstate="print"/>
          <a:srcRect/>
          <a:stretch>
            <a:fillRect/>
          </a:stretch>
        </p:blipFill>
        <p:spPr bwMode="auto">
          <a:xfrm>
            <a:off x="5724128" y="4221088"/>
            <a:ext cx="1904762" cy="1917460"/>
          </a:xfrm>
          <a:prstGeom prst="rect">
            <a:avLst/>
          </a:prstGeom>
          <a:noFill/>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5437112" cy="1143000"/>
          </a:xfrm>
        </p:spPr>
        <p:txBody>
          <a:bodyPr>
            <a:noAutofit/>
          </a:bodyPr>
          <a:lstStyle/>
          <a:p>
            <a:pPr marL="360000" indent="-360000">
              <a:spcAft>
                <a:spcPts val="1200"/>
              </a:spcAft>
            </a:pPr>
            <a:r>
              <a:rPr lang="en-AU" sz="3400" b="1" dirty="0" smtClean="0">
                <a:solidFill>
                  <a:srgbClr val="FF6600"/>
                </a:solidFill>
                <a:latin typeface="Helvetica" pitchFamily="34" charset="0"/>
              </a:rPr>
              <a:t>If computer freezes</a:t>
            </a:r>
          </a:p>
        </p:txBody>
      </p:sp>
      <p:sp>
        <p:nvSpPr>
          <p:cNvPr id="3" name="Content Placeholder 2"/>
          <p:cNvSpPr>
            <a:spLocks noGrp="1"/>
          </p:cNvSpPr>
          <p:nvPr>
            <p:ph idx="1"/>
          </p:nvPr>
        </p:nvSpPr>
        <p:spPr>
          <a:xfrm>
            <a:off x="467544" y="1556792"/>
            <a:ext cx="7611616" cy="4525963"/>
          </a:xfrm>
        </p:spPr>
        <p:txBody>
          <a:bodyPr>
            <a:normAutofit/>
          </a:bodyPr>
          <a:lstStyle/>
          <a:p>
            <a:pPr>
              <a:spcBef>
                <a:spcPts val="600"/>
              </a:spcBef>
              <a:spcAft>
                <a:spcPts val="600"/>
              </a:spcAft>
            </a:pPr>
            <a:r>
              <a:rPr lang="en-AU" sz="2200" dirty="0" smtClean="0">
                <a:latin typeface="Helvetica" pitchFamily="34" charset="0"/>
              </a:rPr>
              <a:t>Are all the leads connected properly? Check monitor lead, mouse connection, hard drive connections.</a:t>
            </a:r>
          </a:p>
          <a:p>
            <a:pPr>
              <a:spcBef>
                <a:spcPts val="600"/>
              </a:spcBef>
              <a:spcAft>
                <a:spcPts val="600"/>
              </a:spcAft>
            </a:pPr>
            <a:r>
              <a:rPr lang="en-AU" sz="2200" dirty="0" smtClean="0">
                <a:latin typeface="Helvetica" pitchFamily="34" charset="0"/>
              </a:rPr>
              <a:t>Don’t keep clicking</a:t>
            </a:r>
          </a:p>
          <a:p>
            <a:pPr>
              <a:spcBef>
                <a:spcPts val="600"/>
              </a:spcBef>
              <a:spcAft>
                <a:spcPts val="600"/>
              </a:spcAft>
            </a:pPr>
            <a:r>
              <a:rPr lang="en-AU" sz="2200" dirty="0" smtClean="0">
                <a:latin typeface="Helvetica" pitchFamily="34" charset="0"/>
              </a:rPr>
              <a:t>Don’t hit it</a:t>
            </a:r>
          </a:p>
          <a:p>
            <a:pPr>
              <a:spcBef>
                <a:spcPts val="600"/>
              </a:spcBef>
              <a:spcAft>
                <a:spcPts val="600"/>
              </a:spcAft>
            </a:pPr>
            <a:r>
              <a:rPr lang="en-AU" sz="2200" dirty="0" smtClean="0">
                <a:latin typeface="Helvetica" pitchFamily="34" charset="0"/>
              </a:rPr>
              <a:t>Do wait for a few moments to see if it catches up with your flying fingers </a:t>
            </a:r>
          </a:p>
          <a:p>
            <a:pPr>
              <a:spcBef>
                <a:spcPts val="600"/>
              </a:spcBef>
              <a:spcAft>
                <a:spcPts val="600"/>
              </a:spcAft>
            </a:pPr>
            <a:r>
              <a:rPr lang="en-AU" sz="2200" dirty="0" smtClean="0">
                <a:latin typeface="Helvetica" pitchFamily="34" charset="0"/>
              </a:rPr>
              <a:t>If not – then hit </a:t>
            </a:r>
            <a:r>
              <a:rPr lang="en-AU" sz="2200" dirty="0" err="1" smtClean="0">
                <a:latin typeface="Helvetica" pitchFamily="34" charset="0"/>
              </a:rPr>
              <a:t>Alt+Ctrl+Del</a:t>
            </a:r>
            <a:r>
              <a:rPr lang="en-AU" sz="2200" dirty="0" smtClean="0">
                <a:latin typeface="Helvetica" pitchFamily="34" charset="0"/>
              </a:rPr>
              <a:t>. or the restart button (but only as a last resort).</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6" name="Picture 5" descr="C:\Documents and Settings\jirayut\Local Settings\Temporary Internet Files\Content.IE5\L3HMVMNM\MC900300940[1].wmf"/>
          <p:cNvPicPr/>
          <p:nvPr/>
        </p:nvPicPr>
        <p:blipFill>
          <a:blip r:embed="rId3" cstate="print"/>
          <a:srcRect/>
          <a:stretch>
            <a:fillRect/>
          </a:stretch>
        </p:blipFill>
        <p:spPr bwMode="auto">
          <a:xfrm>
            <a:off x="5940152" y="5085184"/>
            <a:ext cx="1728192" cy="149770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6336704" cy="1143000"/>
          </a:xfrm>
        </p:spPr>
        <p:txBody>
          <a:bodyPr>
            <a:noAutofit/>
          </a:bodyPr>
          <a:lstStyle/>
          <a:p>
            <a:pPr marL="360000" indent="-360000">
              <a:spcAft>
                <a:spcPts val="1200"/>
              </a:spcAft>
            </a:pPr>
            <a:r>
              <a:rPr lang="en-AU" sz="3400" b="1" dirty="0" smtClean="0">
                <a:solidFill>
                  <a:srgbClr val="FF6600"/>
                </a:solidFill>
                <a:latin typeface="Helvetica" pitchFamily="34" charset="0"/>
              </a:rPr>
              <a:t>Paper based storage</a:t>
            </a:r>
          </a:p>
        </p:txBody>
      </p:sp>
      <p:sp>
        <p:nvSpPr>
          <p:cNvPr id="3" name="Content Placeholder 2"/>
          <p:cNvSpPr>
            <a:spLocks noGrp="1"/>
          </p:cNvSpPr>
          <p:nvPr>
            <p:ph idx="1"/>
          </p:nvPr>
        </p:nvSpPr>
        <p:spPr>
          <a:xfrm>
            <a:off x="611560" y="1268760"/>
            <a:ext cx="7467600" cy="4093915"/>
          </a:xfrm>
        </p:spPr>
        <p:txBody>
          <a:bodyPr>
            <a:normAutofit/>
          </a:bodyPr>
          <a:lstStyle/>
          <a:p>
            <a:pPr>
              <a:spcBef>
                <a:spcPts val="400"/>
              </a:spcBef>
              <a:spcAft>
                <a:spcPts val="400"/>
              </a:spcAft>
            </a:pPr>
            <a:r>
              <a:rPr lang="en-AU" sz="2200" dirty="0" smtClean="0">
                <a:latin typeface="Helvetica" pitchFamily="34" charset="0"/>
              </a:rPr>
              <a:t>Filing cabinets</a:t>
            </a:r>
          </a:p>
          <a:p>
            <a:pPr>
              <a:spcBef>
                <a:spcPts val="400"/>
              </a:spcBef>
              <a:spcAft>
                <a:spcPts val="400"/>
              </a:spcAft>
            </a:pPr>
            <a:r>
              <a:rPr lang="en-AU" sz="2200" dirty="0" smtClean="0">
                <a:latin typeface="Helvetica" pitchFamily="34" charset="0"/>
              </a:rPr>
              <a:t>Flat boxes</a:t>
            </a:r>
          </a:p>
          <a:p>
            <a:pPr>
              <a:spcBef>
                <a:spcPts val="400"/>
              </a:spcBef>
              <a:spcAft>
                <a:spcPts val="400"/>
              </a:spcAft>
            </a:pPr>
            <a:r>
              <a:rPr lang="en-AU" sz="2200" dirty="0" smtClean="0">
                <a:latin typeface="Helvetica" pitchFamily="34" charset="0"/>
              </a:rPr>
              <a:t>Lever arches</a:t>
            </a:r>
          </a:p>
          <a:p>
            <a:pPr>
              <a:spcBef>
                <a:spcPts val="400"/>
              </a:spcBef>
              <a:spcAft>
                <a:spcPts val="400"/>
              </a:spcAft>
            </a:pPr>
            <a:r>
              <a:rPr lang="en-AU" sz="2200" dirty="0" smtClean="0">
                <a:latin typeface="Helvetica" pitchFamily="34" charset="0"/>
              </a:rPr>
              <a:t>Suspension folders</a:t>
            </a:r>
          </a:p>
          <a:p>
            <a:pPr>
              <a:spcBef>
                <a:spcPts val="400"/>
              </a:spcBef>
              <a:spcAft>
                <a:spcPts val="400"/>
              </a:spcAft>
            </a:pPr>
            <a:r>
              <a:rPr lang="en-AU" sz="2200" dirty="0" smtClean="0">
                <a:latin typeface="Helvetica" pitchFamily="34" charset="0"/>
              </a:rPr>
              <a:t>Shelving</a:t>
            </a:r>
          </a:p>
          <a:p>
            <a:pPr>
              <a:spcBef>
                <a:spcPts val="400"/>
              </a:spcBef>
              <a:spcAft>
                <a:spcPts val="400"/>
              </a:spcAft>
            </a:pPr>
            <a:r>
              <a:rPr lang="en-AU" sz="2200" dirty="0" smtClean="0">
                <a:latin typeface="Helvetica" pitchFamily="34" charset="0"/>
              </a:rPr>
              <a:t>Lateral cabinets, compactus</a:t>
            </a:r>
          </a:p>
          <a:p>
            <a:pPr>
              <a:spcBef>
                <a:spcPts val="400"/>
              </a:spcBef>
              <a:spcAft>
                <a:spcPts val="400"/>
              </a:spcAft>
            </a:pPr>
            <a:r>
              <a:rPr lang="en-AU" sz="2200" dirty="0" smtClean="0">
                <a:latin typeface="Helvetica" pitchFamily="34" charset="0"/>
              </a:rPr>
              <a:t>Other: trolley, spike file, rotary file, concertina file.</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140290" name="Picture 2" descr="http://3.bp.blogspot.com/-cl9phstxXNU/TjvxiCE2lCI/AAAAAAAAAfY/uNO-xrAf_A8/s1600/index.jpg"/>
          <p:cNvPicPr>
            <a:picLocks noChangeAspect="1" noChangeArrowheads="1"/>
          </p:cNvPicPr>
          <p:nvPr/>
        </p:nvPicPr>
        <p:blipFill>
          <a:blip r:embed="rId3" cstate="print"/>
          <a:srcRect/>
          <a:stretch>
            <a:fillRect/>
          </a:stretch>
        </p:blipFill>
        <p:spPr bwMode="auto">
          <a:xfrm>
            <a:off x="6012160" y="2348880"/>
            <a:ext cx="1387005" cy="1287041"/>
          </a:xfrm>
          <a:prstGeom prst="rect">
            <a:avLst/>
          </a:prstGeom>
          <a:noFill/>
        </p:spPr>
      </p:pic>
      <p:pic>
        <p:nvPicPr>
          <p:cNvPr id="140292" name="Picture 4" descr="http://www.wallpaperonline.info/wp-content/uploads/2011/07/Decorative-File-Cabinets.jpg"/>
          <p:cNvPicPr>
            <a:picLocks noChangeAspect="1" noChangeArrowheads="1"/>
          </p:cNvPicPr>
          <p:nvPr/>
        </p:nvPicPr>
        <p:blipFill>
          <a:blip r:embed="rId4" cstate="print"/>
          <a:srcRect/>
          <a:stretch>
            <a:fillRect/>
          </a:stretch>
        </p:blipFill>
        <p:spPr bwMode="auto">
          <a:xfrm>
            <a:off x="6012161" y="4941168"/>
            <a:ext cx="1728192" cy="1368729"/>
          </a:xfrm>
          <a:prstGeom prst="rect">
            <a:avLst/>
          </a:prstGeom>
          <a:noFill/>
        </p:spPr>
      </p:pic>
      <p:pic>
        <p:nvPicPr>
          <p:cNvPr id="140294" name="Picture 6" descr="http://www.southwestsolutions.com/images/gallery/box-shelving-archival-record-storage-dead-file-racks-texas-arkansas-oklahoma-tennessee-kansas/steel-shelving-record-box-file-storage.jpg"/>
          <p:cNvPicPr>
            <a:picLocks noChangeAspect="1" noChangeArrowheads="1"/>
          </p:cNvPicPr>
          <p:nvPr/>
        </p:nvPicPr>
        <p:blipFill>
          <a:blip r:embed="rId5" cstate="print"/>
          <a:srcRect/>
          <a:stretch>
            <a:fillRect/>
          </a:stretch>
        </p:blipFill>
        <p:spPr bwMode="auto">
          <a:xfrm>
            <a:off x="3491880" y="4941168"/>
            <a:ext cx="1440160" cy="1369166"/>
          </a:xfrm>
          <a:prstGeom prst="rect">
            <a:avLst/>
          </a:prstGeom>
          <a:noFill/>
        </p:spPr>
      </p:pic>
      <p:pic>
        <p:nvPicPr>
          <p:cNvPr id="140296" name="Picture 8" descr="http://2.imimg.com/data2/NI/XY/MY-2107067/box-file-shelving-250x250.png"/>
          <p:cNvPicPr>
            <a:picLocks noChangeAspect="1" noChangeArrowheads="1"/>
          </p:cNvPicPr>
          <p:nvPr/>
        </p:nvPicPr>
        <p:blipFill>
          <a:blip r:embed="rId6" cstate="print"/>
          <a:srcRect/>
          <a:stretch>
            <a:fillRect/>
          </a:stretch>
        </p:blipFill>
        <p:spPr bwMode="auto">
          <a:xfrm>
            <a:off x="899592" y="4869160"/>
            <a:ext cx="1872208" cy="1452834"/>
          </a:xfrm>
          <a:prstGeom prst="rect">
            <a:avLst/>
          </a:prstGeom>
          <a:noFill/>
        </p:spPr>
      </p:pic>
      <p:pic>
        <p:nvPicPr>
          <p:cNvPr id="140298" name="Picture 10" descr="Rotadex Universal Filing Trolley Steel Capacity 120 A4 or Foolscap Files W650xD420xH580mm Grey Ref RT50"/>
          <p:cNvPicPr>
            <a:picLocks noChangeAspect="1" noChangeArrowheads="1"/>
          </p:cNvPicPr>
          <p:nvPr/>
        </p:nvPicPr>
        <p:blipFill>
          <a:blip r:embed="rId7" cstate="print"/>
          <a:srcRect/>
          <a:stretch>
            <a:fillRect/>
          </a:stretch>
        </p:blipFill>
        <p:spPr bwMode="auto">
          <a:xfrm>
            <a:off x="6588224" y="1268760"/>
            <a:ext cx="1224136" cy="1224136"/>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5832648" cy="1143000"/>
          </a:xfrm>
        </p:spPr>
        <p:txBody>
          <a:bodyPr>
            <a:noAutofit/>
          </a:bodyPr>
          <a:lstStyle/>
          <a:p>
            <a:pPr marL="360000" indent="-360000">
              <a:spcAft>
                <a:spcPts val="1200"/>
              </a:spcAft>
            </a:pPr>
            <a:r>
              <a:rPr lang="en-AU" sz="3400" b="1" dirty="0" smtClean="0">
                <a:solidFill>
                  <a:srgbClr val="FF6600"/>
                </a:solidFill>
                <a:latin typeface="Helvetica" pitchFamily="34" charset="0"/>
              </a:rPr>
              <a:t>Electronic storage</a:t>
            </a:r>
          </a:p>
        </p:txBody>
      </p:sp>
      <p:sp>
        <p:nvSpPr>
          <p:cNvPr id="3" name="Content Placeholder 2"/>
          <p:cNvSpPr>
            <a:spLocks noGrp="1"/>
          </p:cNvSpPr>
          <p:nvPr>
            <p:ph idx="1"/>
          </p:nvPr>
        </p:nvSpPr>
        <p:spPr>
          <a:xfrm>
            <a:off x="611560" y="1484784"/>
            <a:ext cx="7467600" cy="4597971"/>
          </a:xfrm>
        </p:spPr>
        <p:txBody>
          <a:bodyPr>
            <a:normAutofit fontScale="92500" lnSpcReduction="10000"/>
          </a:bodyPr>
          <a:lstStyle/>
          <a:p>
            <a:pPr>
              <a:spcBef>
                <a:spcPts val="1000"/>
              </a:spcBef>
              <a:spcAft>
                <a:spcPts val="1000"/>
              </a:spcAft>
            </a:pPr>
            <a:r>
              <a:rPr lang="en-AU" sz="2400" dirty="0" smtClean="0">
                <a:latin typeface="Helvetica" pitchFamily="34" charset="0"/>
              </a:rPr>
              <a:t>Database management systems:</a:t>
            </a:r>
          </a:p>
          <a:p>
            <a:pPr lvl="1">
              <a:spcBef>
                <a:spcPts val="1000"/>
              </a:spcBef>
              <a:spcAft>
                <a:spcPts val="1000"/>
              </a:spcAft>
            </a:pPr>
            <a:r>
              <a:rPr lang="en-AU" sz="2400" dirty="0" smtClean="0">
                <a:latin typeface="Helvetica" pitchFamily="34" charset="0"/>
              </a:rPr>
              <a:t>Microsoft Access</a:t>
            </a:r>
          </a:p>
          <a:p>
            <a:pPr lvl="1">
              <a:spcBef>
                <a:spcPts val="1000"/>
              </a:spcBef>
              <a:spcAft>
                <a:spcPts val="1000"/>
              </a:spcAft>
            </a:pPr>
            <a:r>
              <a:rPr lang="en-AU" sz="2400" dirty="0" smtClean="0">
                <a:latin typeface="Helvetica" pitchFamily="34" charset="0"/>
              </a:rPr>
              <a:t>Filemaker</a:t>
            </a:r>
          </a:p>
          <a:p>
            <a:pPr lvl="1">
              <a:spcBef>
                <a:spcPts val="1000"/>
              </a:spcBef>
              <a:spcAft>
                <a:spcPts val="1000"/>
              </a:spcAft>
            </a:pPr>
            <a:r>
              <a:rPr lang="en-AU" sz="2400" dirty="0" smtClean="0">
                <a:latin typeface="Helvetica" pitchFamily="34" charset="0"/>
              </a:rPr>
              <a:t>Microsoft SQL Server</a:t>
            </a:r>
          </a:p>
          <a:p>
            <a:pPr lvl="1">
              <a:spcBef>
                <a:spcPts val="1000"/>
              </a:spcBef>
              <a:spcAft>
                <a:spcPts val="1000"/>
              </a:spcAft>
            </a:pPr>
            <a:r>
              <a:rPr lang="en-AU" sz="2400" dirty="0" smtClean="0">
                <a:latin typeface="Helvetica" pitchFamily="34" charset="0"/>
              </a:rPr>
              <a:t>MySQL</a:t>
            </a:r>
          </a:p>
          <a:p>
            <a:pPr lvl="1">
              <a:spcBef>
                <a:spcPts val="1000"/>
              </a:spcBef>
              <a:spcAft>
                <a:spcPts val="1000"/>
              </a:spcAft>
            </a:pPr>
            <a:r>
              <a:rPr lang="en-AU" sz="2400" dirty="0" smtClean="0">
                <a:latin typeface="Helvetica" pitchFamily="34" charset="0"/>
              </a:rPr>
              <a:t>Oracle</a:t>
            </a:r>
          </a:p>
          <a:p>
            <a:pPr>
              <a:spcBef>
                <a:spcPts val="1000"/>
              </a:spcBef>
              <a:spcAft>
                <a:spcPts val="1000"/>
              </a:spcAft>
            </a:pPr>
            <a:r>
              <a:rPr lang="en-AU" sz="2400" dirty="0" smtClean="0">
                <a:latin typeface="Helvetica" pitchFamily="34" charset="0"/>
              </a:rPr>
              <a:t>Computer files</a:t>
            </a:r>
          </a:p>
          <a:p>
            <a:pPr>
              <a:spcBef>
                <a:spcPts val="1000"/>
              </a:spcBef>
              <a:spcAft>
                <a:spcPts val="1000"/>
              </a:spcAft>
            </a:pPr>
            <a:r>
              <a:rPr lang="en-AU" sz="2400" dirty="0" smtClean="0">
                <a:latin typeface="Helvetica" pitchFamily="34" charset="0"/>
              </a:rPr>
              <a:t>Email.</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182274" name="Picture 2"/>
          <p:cNvPicPr>
            <a:picLocks noChangeAspect="1" noChangeArrowheads="1"/>
          </p:cNvPicPr>
          <p:nvPr/>
        </p:nvPicPr>
        <p:blipFill>
          <a:blip r:embed="rId3" cstate="print"/>
          <a:srcRect/>
          <a:stretch>
            <a:fillRect/>
          </a:stretch>
        </p:blipFill>
        <p:spPr bwMode="auto">
          <a:xfrm>
            <a:off x="6300192" y="2060848"/>
            <a:ext cx="1447800" cy="1943100"/>
          </a:xfrm>
          <a:prstGeom prst="rect">
            <a:avLst/>
          </a:prstGeom>
          <a:noFill/>
          <a:ln w="9525">
            <a:noFill/>
            <a:miter lim="800000"/>
            <a:headEnd/>
            <a:tailEnd/>
          </a:ln>
        </p:spPr>
      </p:pic>
      <p:pic>
        <p:nvPicPr>
          <p:cNvPr id="8" name="Picture 3" descr="C:\Documents and Settings\jirayut\Local Settings\Temporary Internet Files\Content.IE5\O0D6VI64\MC900442124[1].png"/>
          <p:cNvPicPr>
            <a:picLocks noChangeAspect="1" noChangeArrowheads="1"/>
          </p:cNvPicPr>
          <p:nvPr/>
        </p:nvPicPr>
        <p:blipFill>
          <a:blip r:embed="rId4" cstate="print"/>
          <a:srcRect/>
          <a:stretch>
            <a:fillRect/>
          </a:stretch>
        </p:blipFill>
        <p:spPr bwMode="auto">
          <a:xfrm>
            <a:off x="5436096" y="3645024"/>
            <a:ext cx="1544191" cy="1544191"/>
          </a:xfrm>
          <a:prstGeom prst="rect">
            <a:avLst/>
          </a:prstGeom>
          <a:noFill/>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AU" sz="3400" b="1" dirty="0" smtClean="0">
                <a:solidFill>
                  <a:srgbClr val="FF6600"/>
                </a:solidFill>
                <a:latin typeface="Helvetica" pitchFamily="34" charset="0"/>
              </a:rPr>
              <a:t>Work project 3.1-3.2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776864" cy="4968552"/>
          </a:xfrm>
        </p:spPr>
        <p:txBody>
          <a:bodyPr>
            <a:normAutofit/>
          </a:bodyPr>
          <a:lstStyle/>
          <a:p>
            <a:pPr lvl="0">
              <a:spcBef>
                <a:spcPts val="600"/>
              </a:spcBef>
              <a:spcAft>
                <a:spcPts val="600"/>
              </a:spcAft>
            </a:pPr>
            <a:r>
              <a:rPr lang="en-AU" sz="2200" dirty="0" smtClean="0">
                <a:latin typeface="Helvetica" pitchFamily="34" charset="0"/>
              </a:rPr>
              <a:t>Save all work projects in a newly created folder “Work projects”.  Label them according to their number ie work project 1.1-1.3, work project 2.1, work project 2.2, work project 2.3, work project 3.1-3.2</a:t>
            </a:r>
          </a:p>
          <a:p>
            <a:pPr lvl="0">
              <a:spcBef>
                <a:spcPts val="600"/>
              </a:spcBef>
              <a:spcAft>
                <a:spcPts val="600"/>
              </a:spcAft>
            </a:pPr>
            <a:r>
              <a:rPr lang="en-AU" sz="2200" dirty="0" smtClean="0">
                <a:latin typeface="Helvetica" pitchFamily="34" charset="0"/>
              </a:rPr>
              <a:t>Save all answers to the written questions in a newly created folder “Answers_first name_last name”. File them as per the filing techniques in element 3.2 and explain why you have chosen this style of filing</a:t>
            </a:r>
          </a:p>
          <a:p>
            <a:pPr>
              <a:spcBef>
                <a:spcPts val="600"/>
              </a:spcBef>
              <a:spcAft>
                <a:spcPts val="600"/>
              </a:spcAft>
            </a:pPr>
            <a:r>
              <a:rPr lang="en-AU" sz="2200" dirty="0" smtClean="0">
                <a:latin typeface="Helvetica" pitchFamily="34" charset="0"/>
              </a:rPr>
              <a:t>Compose a new message to your trainer, using Outlook Express and attach both folders.</a:t>
            </a:r>
            <a:endParaRPr lang="en-US" sz="2200" dirty="0" smtClean="0">
              <a:latin typeface="Helvetica" pitchFamily="34" charset="0"/>
            </a:endParaRPr>
          </a:p>
          <a:p>
            <a:pPr>
              <a:buNone/>
            </a:pPr>
            <a:endParaRPr lang="en-AU" sz="2000" dirty="0" smtClean="0"/>
          </a:p>
          <a:p>
            <a:pPr>
              <a:buNone/>
            </a:pPr>
            <a:endParaRPr lang="en-AU"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2" descr="C:\Documents and Settings\jirayut\Local Settings\Temporary Internet Files\Content.IE5\O0D6VI64\MC900442142[1].png"/>
          <p:cNvPicPr>
            <a:picLocks noChangeAspect="1" noChangeArrowheads="1"/>
          </p:cNvPicPr>
          <p:nvPr/>
        </p:nvPicPr>
        <p:blipFill>
          <a:blip r:embed="rId3" cstate="print"/>
          <a:srcRect/>
          <a:stretch>
            <a:fillRect/>
          </a:stretch>
        </p:blipFill>
        <p:spPr bwMode="auto">
          <a:xfrm>
            <a:off x="6156176" y="5157192"/>
            <a:ext cx="1512168" cy="1512168"/>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3: SUMMARY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83568" y="1556792"/>
            <a:ext cx="7467600" cy="4525963"/>
          </a:xfrm>
        </p:spPr>
        <p:txBody>
          <a:bodyPr>
            <a:normAutofit/>
          </a:bodyPr>
          <a:lstStyle/>
          <a:p>
            <a:pPr marL="0" indent="0">
              <a:spcBef>
                <a:spcPts val="600"/>
              </a:spcBef>
              <a:spcAft>
                <a:spcPts val="600"/>
              </a:spcAft>
              <a:buNone/>
            </a:pPr>
            <a:endParaRPr lang="en-US" sz="2200" dirty="0" smtClean="0">
              <a:latin typeface="Helvetica" pitchFamily="34" charset="0"/>
            </a:endParaRPr>
          </a:p>
          <a:p>
            <a:pPr marL="0" indent="0">
              <a:spcBef>
                <a:spcPts val="600"/>
              </a:spcBef>
              <a:spcAft>
                <a:spcPts val="600"/>
              </a:spcAft>
              <a:buNone/>
            </a:pPr>
            <a:r>
              <a:rPr lang="en-US" sz="2200" dirty="0" smtClean="0">
                <a:latin typeface="Helvetica" pitchFamily="34" charset="0"/>
              </a:rPr>
              <a:t>Any questions? </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2" descr="C:\Documents and Settings\jirayut\Local Settings\Temporary Internet Files\Content.IE5\L3HMVMNM\MP900390083[1].jpg"/>
          <p:cNvPicPr>
            <a:picLocks noChangeAspect="1" noChangeArrowheads="1"/>
          </p:cNvPicPr>
          <p:nvPr/>
        </p:nvPicPr>
        <p:blipFill>
          <a:blip r:embed="rId3" cstate="print"/>
          <a:srcRect/>
          <a:stretch>
            <a:fillRect/>
          </a:stretch>
        </p:blipFill>
        <p:spPr bwMode="auto">
          <a:xfrm>
            <a:off x="3419872" y="2564904"/>
            <a:ext cx="2129036" cy="2984631"/>
          </a:xfrm>
          <a:prstGeom prst="rect">
            <a:avLst/>
          </a:prstGeom>
          <a:ln>
            <a:noFill/>
          </a:ln>
          <a:effectLst>
            <a:softEdge rad="112500"/>
          </a:effectLst>
        </p:spPr>
      </p:pic>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chnic">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themeOverride>
</file>

<file path=docProps/app.xml><?xml version="1.0" encoding="utf-8"?>
<Properties xmlns="http://schemas.openxmlformats.org/officeDocument/2006/extended-properties" xmlns:vt="http://schemas.openxmlformats.org/officeDocument/2006/docPropsVTypes">
  <Template/>
  <TotalTime>4880</TotalTime>
  <Words>5126</Words>
  <Application>Microsoft Office PowerPoint</Application>
  <PresentationFormat>On-screen Show (4:3)</PresentationFormat>
  <Paragraphs>814</Paragraphs>
  <Slides>66</Slides>
  <Notes>66</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66</vt:i4>
      </vt:variant>
    </vt:vector>
  </HeadingPairs>
  <TitlesOfParts>
    <vt:vector size="83" baseType="lpstr">
      <vt:lpstr>Angsana New</vt:lpstr>
      <vt:lpstr>Arial</vt:lpstr>
      <vt:lpstr>Calibri</vt:lpstr>
      <vt:lpstr>Franklin Gothic Book</vt:lpstr>
      <vt:lpstr>Gill Sans Ultra Bold</vt:lpstr>
      <vt:lpstr>Helvetica</vt:lpstr>
      <vt:lpstr>IrisUPC</vt:lpstr>
      <vt:lpstr>LilyUPC</vt:lpstr>
      <vt:lpstr>Tahoma</vt:lpstr>
      <vt:lpstr>Times New Roman</vt:lpstr>
      <vt:lpstr>Trebuchet MS</vt:lpstr>
      <vt:lpstr>Verdana</vt:lpstr>
      <vt:lpstr>Wingdings</vt:lpstr>
      <vt:lpstr>Wingdings 2</vt:lpstr>
      <vt:lpstr>Technic</vt:lpstr>
      <vt:lpstr>Opulent</vt:lpstr>
      <vt:lpstr>Clip</vt:lpstr>
      <vt:lpstr>Perform Clerical Procedures</vt:lpstr>
      <vt:lpstr>Unit descriptor</vt:lpstr>
      <vt:lpstr>Assessments</vt:lpstr>
      <vt:lpstr>Background</vt:lpstr>
      <vt:lpstr>Element 1: Process office documents</vt:lpstr>
      <vt:lpstr>Hospitality office duties</vt:lpstr>
      <vt:lpstr>Hospitality office documents</vt:lpstr>
      <vt:lpstr>Different types of computers</vt:lpstr>
      <vt:lpstr>Hardware versus software</vt:lpstr>
      <vt:lpstr>Office hardware</vt:lpstr>
      <vt:lpstr>Office software</vt:lpstr>
      <vt:lpstr>Maintenance</vt:lpstr>
      <vt:lpstr>Technology consumables</vt:lpstr>
      <vt:lpstr>Work project 1.1 to 1.3</vt:lpstr>
      <vt:lpstr>Part A: Written report</vt:lpstr>
      <vt:lpstr>Part B: PowerPoint presentation</vt:lpstr>
      <vt:lpstr>Part B: PowerPoint presentation</vt:lpstr>
      <vt:lpstr>PowerPoint Presentation</vt:lpstr>
      <vt:lpstr>Hardware</vt:lpstr>
      <vt:lpstr>Hardware</vt:lpstr>
      <vt:lpstr>Hardware</vt:lpstr>
      <vt:lpstr>Hardware</vt:lpstr>
      <vt:lpstr>Hardware</vt:lpstr>
      <vt:lpstr>Hardware</vt:lpstr>
      <vt:lpstr>Software</vt:lpstr>
      <vt:lpstr>Total cost</vt:lpstr>
      <vt:lpstr>office layout</vt:lpstr>
      <vt:lpstr>Ergonomics Considerations</vt:lpstr>
      <vt:lpstr>Element 1: SUMMARY</vt:lpstr>
      <vt:lpstr>Element 2: Draft correspondence</vt:lpstr>
      <vt:lpstr>Type of business documents</vt:lpstr>
      <vt:lpstr>Determine audience and purpose</vt:lpstr>
      <vt:lpstr>Research – basic steps</vt:lpstr>
      <vt:lpstr>Prepare documents</vt:lpstr>
      <vt:lpstr>Online dictionaries/thesauruses</vt:lpstr>
      <vt:lpstr>Six steps to good writing</vt:lpstr>
      <vt:lpstr>Different styles of letters</vt:lpstr>
      <vt:lpstr>Different styles of letters</vt:lpstr>
      <vt:lpstr>Different styles of letters</vt:lpstr>
      <vt:lpstr>Different styles of letters</vt:lpstr>
      <vt:lpstr>Memos versus letters</vt:lpstr>
      <vt:lpstr>Routine letters</vt:lpstr>
      <vt:lpstr>Good news letters</vt:lpstr>
      <vt:lpstr>Bad news letters</vt:lpstr>
      <vt:lpstr>Work project 2.1</vt:lpstr>
      <vt:lpstr> Rule of  7 Cs </vt:lpstr>
      <vt:lpstr> Class demonstration </vt:lpstr>
      <vt:lpstr> Class demonstration (continued) </vt:lpstr>
      <vt:lpstr>PowerPoint Presentation</vt:lpstr>
      <vt:lpstr>Class exercise instructions</vt:lpstr>
      <vt:lpstr>Work project 2.2</vt:lpstr>
      <vt:lpstr>PowerPoint Presentation</vt:lpstr>
      <vt:lpstr>Envelopes</vt:lpstr>
      <vt:lpstr>Folding a standard letter</vt:lpstr>
      <vt:lpstr>Work project 2.3</vt:lpstr>
      <vt:lpstr>Element 2: SUMMARY</vt:lpstr>
      <vt:lpstr>Element 3: Maintain document systems</vt:lpstr>
      <vt:lpstr>File/store documents in accordance with enterprise procedures</vt:lpstr>
      <vt:lpstr>How to retrieve a document</vt:lpstr>
      <vt:lpstr>Deleting temporary files</vt:lpstr>
      <vt:lpstr>Emptying recycling bin</vt:lpstr>
      <vt:lpstr>If computer freezes</vt:lpstr>
      <vt:lpstr>Paper based storage</vt:lpstr>
      <vt:lpstr>Electronic storage</vt:lpstr>
      <vt:lpstr>Work project 3.1-3.2</vt:lpstr>
      <vt:lpstr>Element 3: SUMMARY</vt:lpstr>
    </vt:vector>
  </TitlesOfParts>
  <Company>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Communicate on the telephone</dc:title>
  <dc:creator>MsAquino</dc:creator>
  <cp:lastModifiedBy>Ma. Christina Aquino</cp:lastModifiedBy>
  <cp:revision>374</cp:revision>
  <dcterms:created xsi:type="dcterms:W3CDTF">2010-09-02T07:22:47Z</dcterms:created>
  <dcterms:modified xsi:type="dcterms:W3CDTF">2015-03-31T01:49:31Z</dcterms:modified>
</cp:coreProperties>
</file>