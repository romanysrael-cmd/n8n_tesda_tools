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 id="2147483720" r:id="rId2"/>
    <p:sldMasterId id="2147483721" r:id="rId3"/>
    <p:sldMasterId id="2147483722" r:id="rId4"/>
    <p:sldMasterId id="2147483723" r:id="rId5"/>
    <p:sldMasterId id="2147483724" r:id="rId6"/>
  </p:sldMasterIdLst>
  <p:notesMasterIdLst>
    <p:notesMasterId r:id="rId53"/>
  </p:notesMasterIdLst>
  <p:handoutMasterIdLst>
    <p:handoutMasterId r:id="rId54"/>
  </p:handoutMasterIdLst>
  <p:sldIdLst>
    <p:sldId id="256" r:id="rId7"/>
    <p:sldId id="262" r:id="rId8"/>
    <p:sldId id="261" r:id="rId9"/>
    <p:sldId id="257" r:id="rId10"/>
    <p:sldId id="258" r:id="rId11"/>
    <p:sldId id="259" r:id="rId12"/>
    <p:sldId id="260" r:id="rId13"/>
    <p:sldId id="302" r:id="rId14"/>
    <p:sldId id="298" r:id="rId15"/>
    <p:sldId id="272" r:id="rId16"/>
    <p:sldId id="267" r:id="rId17"/>
    <p:sldId id="271" r:id="rId18"/>
    <p:sldId id="283" r:id="rId19"/>
    <p:sldId id="278" r:id="rId20"/>
    <p:sldId id="297" r:id="rId21"/>
    <p:sldId id="265" r:id="rId22"/>
    <p:sldId id="263" r:id="rId23"/>
    <p:sldId id="266" r:id="rId24"/>
    <p:sldId id="264" r:id="rId25"/>
    <p:sldId id="270" r:id="rId26"/>
    <p:sldId id="305" r:id="rId27"/>
    <p:sldId id="274" r:id="rId28"/>
    <p:sldId id="281" r:id="rId29"/>
    <p:sldId id="273" r:id="rId30"/>
    <p:sldId id="304" r:id="rId31"/>
    <p:sldId id="301" r:id="rId32"/>
    <p:sldId id="288" r:id="rId33"/>
    <p:sldId id="287" r:id="rId34"/>
    <p:sldId id="289" r:id="rId35"/>
    <p:sldId id="285" r:id="rId36"/>
    <p:sldId id="286" r:id="rId37"/>
    <p:sldId id="296" r:id="rId38"/>
    <p:sldId id="268" r:id="rId39"/>
    <p:sldId id="275" r:id="rId40"/>
    <p:sldId id="290" r:id="rId41"/>
    <p:sldId id="269" r:id="rId42"/>
    <p:sldId id="276" r:id="rId43"/>
    <p:sldId id="277" r:id="rId44"/>
    <p:sldId id="291" r:id="rId45"/>
    <p:sldId id="292" r:id="rId46"/>
    <p:sldId id="293" r:id="rId47"/>
    <p:sldId id="295" r:id="rId48"/>
    <p:sldId id="294" r:id="rId49"/>
    <p:sldId id="279" r:id="rId50"/>
    <p:sldId id="280" r:id="rId51"/>
    <p:sldId id="282" r:id="rId52"/>
  </p:sldIdLst>
  <p:sldSz cx="9144000" cy="6858000" type="screen4x3"/>
  <p:notesSz cx="7099300" cy="10234613"/>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113" autoAdjust="0"/>
    <p:restoredTop sz="74400" autoAdjust="0"/>
  </p:normalViewPr>
  <p:slideViewPr>
    <p:cSldViewPr>
      <p:cViewPr varScale="1">
        <p:scale>
          <a:sx n="62" d="100"/>
          <a:sy n="62" d="100"/>
        </p:scale>
        <p:origin x="84" y="19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2388"/>
    </p:cViewPr>
  </p:sorterViewPr>
  <p:notesViewPr>
    <p:cSldViewPr>
      <p:cViewPr varScale="1">
        <p:scale>
          <a:sx n="35" d="100"/>
          <a:sy n="35" d="100"/>
        </p:scale>
        <p:origin x="-1566" y="-90"/>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slide" Target="slides/slide35.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slideMaster" Target="slideMasters/slideMaster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1175"/>
          </a:xfrm>
          <a:prstGeom prst="rect">
            <a:avLst/>
          </a:prstGeom>
        </p:spPr>
        <p:txBody>
          <a:bodyPr vert="horz" lIns="94759" tIns="47380" rIns="94759" bIns="47380" rtlCol="0"/>
          <a:lstStyle>
            <a:lvl1pPr algn="l" fontAlgn="auto">
              <a:spcBef>
                <a:spcPts val="0"/>
              </a:spcBef>
              <a:spcAft>
                <a:spcPts val="0"/>
              </a:spcAft>
              <a:defRPr sz="1200" dirty="0">
                <a:latin typeface="Helvetica" pitchFamily="34" charset="0"/>
              </a:defRPr>
            </a:lvl1pPr>
          </a:lstStyle>
          <a:p>
            <a:pPr>
              <a:defRPr/>
            </a:pPr>
            <a:endParaRPr lang="en-GB"/>
          </a:p>
        </p:txBody>
      </p:sp>
      <p:sp>
        <p:nvSpPr>
          <p:cNvPr id="3" name="Date Placeholder 2"/>
          <p:cNvSpPr>
            <a:spLocks noGrp="1"/>
          </p:cNvSpPr>
          <p:nvPr>
            <p:ph type="dt" sz="quarter" idx="1"/>
          </p:nvPr>
        </p:nvSpPr>
        <p:spPr>
          <a:xfrm>
            <a:off x="4021138" y="0"/>
            <a:ext cx="3076575" cy="511175"/>
          </a:xfrm>
          <a:prstGeom prst="rect">
            <a:avLst/>
          </a:prstGeom>
        </p:spPr>
        <p:txBody>
          <a:bodyPr vert="horz" lIns="94759" tIns="47380" rIns="94759" bIns="47380" rtlCol="0"/>
          <a:lstStyle>
            <a:lvl1pPr algn="r" fontAlgn="auto">
              <a:spcBef>
                <a:spcPts val="0"/>
              </a:spcBef>
              <a:spcAft>
                <a:spcPts val="0"/>
              </a:spcAft>
              <a:defRPr sz="1200">
                <a:latin typeface="Helvetica" pitchFamily="34" charset="0"/>
              </a:defRPr>
            </a:lvl1pPr>
          </a:lstStyle>
          <a:p>
            <a:pPr>
              <a:defRPr/>
            </a:pPr>
            <a:fld id="{D1F5681B-CD66-447D-BA18-0E7CAAAD85DF}" type="datetimeFigureOut">
              <a:rPr lang="en-US"/>
              <a:pPr>
                <a:defRPr/>
              </a:pPr>
              <a:t>3/12/2015</a:t>
            </a:fld>
            <a:endParaRPr lang="en-GB" dirty="0"/>
          </a:p>
        </p:txBody>
      </p:sp>
      <p:sp>
        <p:nvSpPr>
          <p:cNvPr id="4" name="Footer Placeholder 3"/>
          <p:cNvSpPr>
            <a:spLocks noGrp="1"/>
          </p:cNvSpPr>
          <p:nvPr>
            <p:ph type="ftr" sz="quarter" idx="2"/>
          </p:nvPr>
        </p:nvSpPr>
        <p:spPr>
          <a:xfrm>
            <a:off x="0" y="9721850"/>
            <a:ext cx="3076575" cy="511175"/>
          </a:xfrm>
          <a:prstGeom prst="rect">
            <a:avLst/>
          </a:prstGeom>
        </p:spPr>
        <p:txBody>
          <a:bodyPr vert="horz" lIns="94759" tIns="47380" rIns="94759" bIns="47380" rtlCol="0" anchor="b"/>
          <a:lstStyle>
            <a:lvl1pPr algn="l" fontAlgn="auto">
              <a:spcBef>
                <a:spcPts val="0"/>
              </a:spcBef>
              <a:spcAft>
                <a:spcPts val="0"/>
              </a:spcAft>
              <a:defRPr sz="1200" dirty="0">
                <a:latin typeface="Helvetica" pitchFamily="34" charset="0"/>
              </a:defRPr>
            </a:lvl1pPr>
          </a:lstStyle>
          <a:p>
            <a:pPr>
              <a:defRPr/>
            </a:pPr>
            <a:endParaRPr lang="en-GB"/>
          </a:p>
        </p:txBody>
      </p:sp>
      <p:sp>
        <p:nvSpPr>
          <p:cNvPr id="5" name="Slide Number Placeholder 4"/>
          <p:cNvSpPr>
            <a:spLocks noGrp="1"/>
          </p:cNvSpPr>
          <p:nvPr>
            <p:ph type="sldNum" sz="quarter" idx="3"/>
          </p:nvPr>
        </p:nvSpPr>
        <p:spPr>
          <a:xfrm>
            <a:off x="4021138" y="9721850"/>
            <a:ext cx="3076575" cy="511175"/>
          </a:xfrm>
          <a:prstGeom prst="rect">
            <a:avLst/>
          </a:prstGeom>
        </p:spPr>
        <p:txBody>
          <a:bodyPr vert="horz" lIns="94759" tIns="47380" rIns="94759" bIns="47380" rtlCol="0" anchor="b"/>
          <a:lstStyle>
            <a:lvl1pPr algn="r" fontAlgn="auto">
              <a:spcBef>
                <a:spcPts val="0"/>
              </a:spcBef>
              <a:spcAft>
                <a:spcPts val="0"/>
              </a:spcAft>
              <a:defRPr sz="1200">
                <a:latin typeface="Helvetica" pitchFamily="34" charset="0"/>
              </a:defRPr>
            </a:lvl1pPr>
          </a:lstStyle>
          <a:p>
            <a:pPr>
              <a:defRPr/>
            </a:pPr>
            <a:fld id="{84326F15-4438-4EAD-84B3-0051C6E27341}" type="slidenum">
              <a:rPr lang="en-GB"/>
              <a:pPr>
                <a:defRPr/>
              </a:pPr>
              <a:t>‹#›</a:t>
            </a:fld>
            <a:endParaRPr lang="en-GB" dirty="0"/>
          </a:p>
        </p:txBody>
      </p:sp>
    </p:spTree>
    <p:extLst>
      <p:ext uri="{BB962C8B-B14F-4D97-AF65-F5344CB8AC3E}">
        <p14:creationId xmlns:p14="http://schemas.microsoft.com/office/powerpoint/2010/main" val="680432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1175"/>
          </a:xfrm>
          <a:prstGeom prst="rect">
            <a:avLst/>
          </a:prstGeom>
        </p:spPr>
        <p:txBody>
          <a:bodyPr vert="horz" lIns="94759" tIns="47380" rIns="94759" bIns="47380" rtlCol="0"/>
          <a:lstStyle>
            <a:lvl1pPr algn="l" fontAlgn="auto">
              <a:spcBef>
                <a:spcPts val="0"/>
              </a:spcBef>
              <a:spcAft>
                <a:spcPts val="0"/>
              </a:spcAft>
              <a:defRPr sz="1200" dirty="0">
                <a:latin typeface="Helvetica" pitchFamily="34" charset="0"/>
              </a:defRPr>
            </a:lvl1pPr>
          </a:lstStyle>
          <a:p>
            <a:pPr>
              <a:defRPr/>
            </a:pPr>
            <a:endParaRPr lang="en-US"/>
          </a:p>
        </p:txBody>
      </p:sp>
      <p:sp>
        <p:nvSpPr>
          <p:cNvPr id="3" name="Date Placeholder 2"/>
          <p:cNvSpPr>
            <a:spLocks noGrp="1"/>
          </p:cNvSpPr>
          <p:nvPr>
            <p:ph type="dt" idx="1"/>
          </p:nvPr>
        </p:nvSpPr>
        <p:spPr>
          <a:xfrm>
            <a:off x="4021138" y="0"/>
            <a:ext cx="3076575" cy="511175"/>
          </a:xfrm>
          <a:prstGeom prst="rect">
            <a:avLst/>
          </a:prstGeom>
        </p:spPr>
        <p:txBody>
          <a:bodyPr vert="horz" lIns="94759" tIns="47380" rIns="94759" bIns="47380" rtlCol="0"/>
          <a:lstStyle>
            <a:lvl1pPr algn="r" fontAlgn="auto">
              <a:spcBef>
                <a:spcPts val="0"/>
              </a:spcBef>
              <a:spcAft>
                <a:spcPts val="0"/>
              </a:spcAft>
              <a:defRPr sz="1200" smtClean="0">
                <a:latin typeface="Helvetica" pitchFamily="34" charset="0"/>
              </a:defRPr>
            </a:lvl1pPr>
          </a:lstStyle>
          <a:p>
            <a:pPr>
              <a:defRPr/>
            </a:pPr>
            <a:fld id="{A7E43F94-C654-44AF-AA34-97B519C5F88A}" type="datetimeFigureOut">
              <a:rPr lang="en-US"/>
              <a:pPr>
                <a:defRPr/>
              </a:pPr>
              <a:t>3/12/2015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pPr lvl="0"/>
            <a:endParaRPr lang="en-US" noProof="0" dirty="0"/>
          </a:p>
        </p:txBody>
      </p:sp>
      <p:sp>
        <p:nvSpPr>
          <p:cNvPr id="5" name="Notes Placeholder 4"/>
          <p:cNvSpPr>
            <a:spLocks noGrp="1"/>
          </p:cNvSpPr>
          <p:nvPr>
            <p:ph type="body" sz="quarter" idx="3"/>
          </p:nvPr>
        </p:nvSpPr>
        <p:spPr>
          <a:xfrm>
            <a:off x="709613" y="4860925"/>
            <a:ext cx="5680075" cy="4605338"/>
          </a:xfrm>
          <a:prstGeom prst="rect">
            <a:avLst/>
          </a:prstGeom>
        </p:spPr>
        <p:txBody>
          <a:bodyPr vert="horz" lIns="94759" tIns="47380" rIns="94759" bIns="47380" rtlCol="0">
            <a:normAutofit/>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US" noProof="0" dirty="0"/>
          </a:p>
        </p:txBody>
      </p:sp>
      <p:sp>
        <p:nvSpPr>
          <p:cNvPr id="6" name="Footer Placeholder 5"/>
          <p:cNvSpPr>
            <a:spLocks noGrp="1"/>
          </p:cNvSpPr>
          <p:nvPr>
            <p:ph type="ftr" sz="quarter" idx="4"/>
          </p:nvPr>
        </p:nvSpPr>
        <p:spPr>
          <a:xfrm>
            <a:off x="0" y="9721850"/>
            <a:ext cx="3076575" cy="511175"/>
          </a:xfrm>
          <a:prstGeom prst="rect">
            <a:avLst/>
          </a:prstGeom>
        </p:spPr>
        <p:txBody>
          <a:bodyPr vert="horz" lIns="94759" tIns="47380" rIns="94759" bIns="47380" rtlCol="0" anchor="b"/>
          <a:lstStyle>
            <a:lvl1pPr algn="l" fontAlgn="auto">
              <a:spcBef>
                <a:spcPts val="0"/>
              </a:spcBef>
              <a:spcAft>
                <a:spcPts val="0"/>
              </a:spcAft>
              <a:defRPr sz="1200" dirty="0">
                <a:latin typeface="Helvetica" pitchFamily="34" charset="0"/>
              </a:defRPr>
            </a:lvl1pPr>
          </a:lstStyle>
          <a:p>
            <a:pPr>
              <a:defRPr/>
            </a:pPr>
            <a:endParaRPr lang="en-US"/>
          </a:p>
        </p:txBody>
      </p:sp>
      <p:sp>
        <p:nvSpPr>
          <p:cNvPr id="7" name="Slide Number Placeholder 6"/>
          <p:cNvSpPr>
            <a:spLocks noGrp="1"/>
          </p:cNvSpPr>
          <p:nvPr>
            <p:ph type="sldNum" sz="quarter" idx="5"/>
          </p:nvPr>
        </p:nvSpPr>
        <p:spPr>
          <a:xfrm>
            <a:off x="4021138" y="9721850"/>
            <a:ext cx="3076575" cy="511175"/>
          </a:xfrm>
          <a:prstGeom prst="rect">
            <a:avLst/>
          </a:prstGeom>
        </p:spPr>
        <p:txBody>
          <a:bodyPr vert="horz" lIns="94759" tIns="47380" rIns="94759" bIns="47380" rtlCol="0" anchor="b"/>
          <a:lstStyle>
            <a:lvl1pPr algn="r" fontAlgn="auto">
              <a:spcBef>
                <a:spcPts val="0"/>
              </a:spcBef>
              <a:spcAft>
                <a:spcPts val="0"/>
              </a:spcAft>
              <a:defRPr sz="1200" smtClean="0">
                <a:latin typeface="Helvetica" pitchFamily="34" charset="0"/>
              </a:defRPr>
            </a:lvl1pPr>
          </a:lstStyle>
          <a:p>
            <a:pPr>
              <a:defRPr/>
            </a:pPr>
            <a:fld id="{B563713A-168C-420F-847A-0BB68C84D47F}" type="slidenum">
              <a:rPr lang="en-US"/>
              <a:pPr>
                <a:defRPr/>
              </a:pPr>
              <a:t>‹#›</a:t>
            </a:fld>
            <a:endParaRPr lang="en-US" dirty="0"/>
          </a:p>
        </p:txBody>
      </p:sp>
    </p:spTree>
    <p:extLst>
      <p:ext uri="{BB962C8B-B14F-4D97-AF65-F5344CB8AC3E}">
        <p14:creationId xmlns:p14="http://schemas.microsoft.com/office/powerpoint/2010/main" val="389706319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Helvetica"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Helvetica"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Helvetica"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Helvetica"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p:spPr>
      </p:sp>
      <p:sp>
        <p:nvSpPr>
          <p:cNvPr id="552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AU" dirty="0" smtClean="0"/>
              <a:t>Trainer welcomes trainees to class and introduces</a:t>
            </a:r>
            <a:r>
              <a:rPr lang="en-AU" baseline="0" dirty="0" smtClean="0"/>
              <a:t> the module.</a:t>
            </a:r>
            <a:endParaRPr lang="en-US" dirty="0" smtClean="0"/>
          </a:p>
        </p:txBody>
      </p:sp>
      <p:sp>
        <p:nvSpPr>
          <p:cNvPr id="55300"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13A618C5-206B-49E1-AE0F-2CF8F9820DD5}" type="slidenum">
              <a:rPr lang="en-US" sz="1200">
                <a:latin typeface="Helvetica" pitchFamily="34" charset="0"/>
              </a:rPr>
              <a:pPr algn="r"/>
              <a:t>1</a:t>
            </a:fld>
            <a:endParaRPr lang="en-US" sz="1200">
              <a:latin typeface="Helvetica" pitchFamily="34" charset="0"/>
            </a:endParaRPr>
          </a:p>
        </p:txBody>
      </p:sp>
    </p:spTree>
    <p:extLst>
      <p:ext uri="{BB962C8B-B14F-4D97-AF65-F5344CB8AC3E}">
        <p14:creationId xmlns:p14="http://schemas.microsoft.com/office/powerpoint/2010/main" val="3575586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p:spPr>
      </p:sp>
      <p:sp>
        <p:nvSpPr>
          <p:cNvPr id="5632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b="1" dirty="0" smtClean="0"/>
              <a:t>Class activity 1</a:t>
            </a:r>
          </a:p>
          <a:p>
            <a:pPr eaLnBrk="1" hangingPunct="1">
              <a:spcBef>
                <a:spcPct val="0"/>
              </a:spcBef>
            </a:pPr>
            <a:endParaRPr lang="en-US" b="1" dirty="0" smtClean="0"/>
          </a:p>
          <a:p>
            <a:pPr eaLnBrk="1" hangingPunct="1">
              <a:spcBef>
                <a:spcPct val="0"/>
              </a:spcBef>
            </a:pPr>
            <a:r>
              <a:rPr lang="en-US" dirty="0" smtClean="0"/>
              <a:t>Trainer should explain that </a:t>
            </a:r>
            <a:r>
              <a:rPr lang="en-US" b="1" dirty="0" smtClean="0"/>
              <a:t>all properties are </a:t>
            </a:r>
            <a:r>
              <a:rPr lang="en-US" dirty="0" smtClean="0"/>
              <a:t>different.</a:t>
            </a:r>
          </a:p>
          <a:p>
            <a:pPr eaLnBrk="1" hangingPunct="1">
              <a:spcBef>
                <a:spcPct val="0"/>
              </a:spcBef>
            </a:pPr>
            <a:endParaRPr lang="en-US" dirty="0" smtClean="0"/>
          </a:p>
          <a:p>
            <a:pPr eaLnBrk="1" hangingPunct="1">
              <a:spcBef>
                <a:spcPct val="0"/>
              </a:spcBef>
            </a:pPr>
            <a:r>
              <a:rPr lang="en-US" dirty="0" smtClean="0"/>
              <a:t>Trainer should have the students discuss different types of public buildings and identify all areas within that would require cleaning e.g. School, Church, Bank, Railway station.</a:t>
            </a:r>
          </a:p>
          <a:p>
            <a:pPr eaLnBrk="1" hangingPunct="1">
              <a:spcBef>
                <a:spcPct val="0"/>
              </a:spcBef>
            </a:pPr>
            <a:endParaRPr lang="en-US" dirty="0" smtClean="0"/>
          </a:p>
          <a:p>
            <a:pPr eaLnBrk="1" hangingPunct="1">
              <a:spcBef>
                <a:spcPct val="0"/>
              </a:spcBef>
            </a:pPr>
            <a:r>
              <a:rPr lang="en-US" dirty="0" smtClean="0"/>
              <a:t>Have the students talk about the different traffic flows and expectations of visitors to these places.</a:t>
            </a:r>
          </a:p>
        </p:txBody>
      </p:sp>
      <p:sp>
        <p:nvSpPr>
          <p:cNvPr id="56324"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97426D41-E3F8-4E30-900B-8C52112A2BE8}" type="slidenum">
              <a:rPr lang="en-US" sz="1200">
                <a:latin typeface="Helvetica" pitchFamily="34" charset="0"/>
              </a:rPr>
              <a:pPr algn="r"/>
              <a:t>2</a:t>
            </a:fld>
            <a:endParaRPr lang="en-US" sz="1200">
              <a:latin typeface="Helvetica" pitchFamily="34" charset="0"/>
            </a:endParaRPr>
          </a:p>
        </p:txBody>
      </p:sp>
    </p:spTree>
    <p:extLst>
      <p:ext uri="{BB962C8B-B14F-4D97-AF65-F5344CB8AC3E}">
        <p14:creationId xmlns:p14="http://schemas.microsoft.com/office/powerpoint/2010/main" val="3513385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p:spPr>
      </p:sp>
      <p:sp>
        <p:nvSpPr>
          <p:cNvPr id="5734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investigate local regulations as they relate to cleaning of premises and share these with students. </a:t>
            </a:r>
          </a:p>
          <a:p>
            <a:pPr eaLnBrk="1" hangingPunct="1">
              <a:spcBef>
                <a:spcPct val="0"/>
              </a:spcBef>
            </a:pPr>
            <a:r>
              <a:rPr lang="en-US" dirty="0" smtClean="0"/>
              <a:t>Give some examples of where local businesses have had to close through lack of safety or food poisoning outbreaks (newspaper cuttings) and any legal action that followed.</a:t>
            </a:r>
          </a:p>
        </p:txBody>
      </p:sp>
      <p:sp>
        <p:nvSpPr>
          <p:cNvPr id="57348"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3C89F5EB-8F92-4DEE-BA6E-0095198E8C5E}" type="slidenum">
              <a:rPr lang="en-US" sz="1200">
                <a:latin typeface="Helvetica" pitchFamily="34" charset="0"/>
              </a:rPr>
              <a:pPr algn="r"/>
              <a:t>3</a:t>
            </a:fld>
            <a:endParaRPr lang="en-US" sz="1200">
              <a:latin typeface="Helvetica" pitchFamily="34" charset="0"/>
            </a:endParaRPr>
          </a:p>
        </p:txBody>
      </p:sp>
    </p:spTree>
    <p:extLst>
      <p:ext uri="{BB962C8B-B14F-4D97-AF65-F5344CB8AC3E}">
        <p14:creationId xmlns:p14="http://schemas.microsoft.com/office/powerpoint/2010/main" val="1619458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p:spPr>
      </p:sp>
      <p:sp>
        <p:nvSpPr>
          <p:cNvPr id="5837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discuss briefly. </a:t>
            </a:r>
          </a:p>
          <a:p>
            <a:pPr eaLnBrk="1" hangingPunct="1">
              <a:spcBef>
                <a:spcPct val="0"/>
              </a:spcBef>
            </a:pPr>
            <a:endParaRPr lang="en-US" b="1" dirty="0" smtClean="0"/>
          </a:p>
          <a:p>
            <a:pPr eaLnBrk="1" hangingPunct="1">
              <a:spcBef>
                <a:spcPct val="0"/>
              </a:spcBef>
            </a:pPr>
            <a:r>
              <a:rPr lang="en-US" b="1" dirty="0" smtClean="0"/>
              <a:t>Class activity 2 - </a:t>
            </a:r>
            <a:r>
              <a:rPr lang="en-US" dirty="0" smtClean="0"/>
              <a:t>have</a:t>
            </a:r>
            <a:r>
              <a:rPr lang="en-US" b="1" dirty="0" smtClean="0"/>
              <a:t> </a:t>
            </a:r>
            <a:r>
              <a:rPr lang="en-US" dirty="0" smtClean="0"/>
              <a:t>the students think about their workplace and what they define as front or back of house. Discuss if there is any difference in cleaning standard and if so why?</a:t>
            </a:r>
          </a:p>
        </p:txBody>
      </p:sp>
      <p:sp>
        <p:nvSpPr>
          <p:cNvPr id="58372"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9768A429-ED05-43BD-AFD5-D0541B744935}" type="slidenum">
              <a:rPr lang="en-US" sz="1200">
                <a:latin typeface="Helvetica" pitchFamily="34" charset="0"/>
              </a:rPr>
              <a:pPr algn="r"/>
              <a:t>4</a:t>
            </a:fld>
            <a:endParaRPr lang="en-US" sz="1200">
              <a:latin typeface="Helvetica" pitchFamily="34" charset="0"/>
            </a:endParaRPr>
          </a:p>
        </p:txBody>
      </p:sp>
    </p:spTree>
    <p:extLst>
      <p:ext uri="{BB962C8B-B14F-4D97-AF65-F5344CB8AC3E}">
        <p14:creationId xmlns:p14="http://schemas.microsoft.com/office/powerpoint/2010/main" val="217601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p:spPr>
      </p:sp>
      <p:sp>
        <p:nvSpPr>
          <p:cNvPr id="5939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explain that Housekeeping will clean all these areas at different times. The pH level of swimming pool water however will be checked and controlled by maintenance staff.</a:t>
            </a:r>
          </a:p>
        </p:txBody>
      </p:sp>
      <p:sp>
        <p:nvSpPr>
          <p:cNvPr id="59396"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D658D443-CA87-40A6-85EF-55AE3C89490E}" type="slidenum">
              <a:rPr lang="en-US" sz="1200">
                <a:latin typeface="Helvetica" pitchFamily="34" charset="0"/>
              </a:rPr>
              <a:pPr algn="r"/>
              <a:t>5</a:t>
            </a:fld>
            <a:endParaRPr lang="en-US" sz="1200">
              <a:latin typeface="Helvetica" pitchFamily="34" charset="0"/>
            </a:endParaRPr>
          </a:p>
        </p:txBody>
      </p:sp>
    </p:spTree>
    <p:extLst>
      <p:ext uri="{BB962C8B-B14F-4D97-AF65-F5344CB8AC3E}">
        <p14:creationId xmlns:p14="http://schemas.microsoft.com/office/powerpoint/2010/main" val="21611805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p:spPr>
      </p:sp>
      <p:sp>
        <p:nvSpPr>
          <p:cNvPr id="6041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explain that back of house areas are where staff work and to where guests do not have access.</a:t>
            </a:r>
          </a:p>
          <a:p>
            <a:pPr eaLnBrk="1" hangingPunct="1">
              <a:spcBef>
                <a:spcPct val="0"/>
              </a:spcBef>
              <a:buFont typeface="Arial" pitchFamily="34" charset="0"/>
              <a:buChar char="•"/>
            </a:pPr>
            <a:r>
              <a:rPr lang="en-US" dirty="0" smtClean="0"/>
              <a:t>Kitchens may be cleaned by a team of stewards who report directly to the Executive Chef</a:t>
            </a:r>
          </a:p>
          <a:p>
            <a:pPr eaLnBrk="1" hangingPunct="1">
              <a:spcBef>
                <a:spcPct val="0"/>
              </a:spcBef>
              <a:buFont typeface="Arial" pitchFamily="34" charset="0"/>
              <a:buChar char="•"/>
            </a:pPr>
            <a:r>
              <a:rPr lang="en-US" dirty="0" smtClean="0"/>
              <a:t>In small motels however, cleaning may be undertaken by housekeeping staff.</a:t>
            </a:r>
          </a:p>
        </p:txBody>
      </p:sp>
      <p:sp>
        <p:nvSpPr>
          <p:cNvPr id="60420"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0D7334F6-ABA0-441E-9DBC-F8C0F0C1ADAD}" type="slidenum">
              <a:rPr lang="en-US" sz="1200">
                <a:latin typeface="Helvetica" pitchFamily="34" charset="0"/>
              </a:rPr>
              <a:pPr algn="r"/>
              <a:t>6</a:t>
            </a:fld>
            <a:endParaRPr lang="en-US" sz="1200">
              <a:latin typeface="Helvetica" pitchFamily="34" charset="0"/>
            </a:endParaRPr>
          </a:p>
        </p:txBody>
      </p:sp>
    </p:spTree>
    <p:extLst>
      <p:ext uri="{BB962C8B-B14F-4D97-AF65-F5344CB8AC3E}">
        <p14:creationId xmlns:p14="http://schemas.microsoft.com/office/powerpoint/2010/main" val="2316363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p:spPr>
      </p:sp>
      <p:sp>
        <p:nvSpPr>
          <p:cNvPr id="614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b="1" dirty="0" smtClean="0"/>
              <a:t>Class activity 3</a:t>
            </a:r>
          </a:p>
          <a:p>
            <a:pPr eaLnBrk="1" hangingPunct="1">
              <a:spcBef>
                <a:spcPct val="0"/>
              </a:spcBef>
            </a:pPr>
            <a:endParaRPr lang="en-US" b="1" dirty="0" smtClean="0"/>
          </a:p>
          <a:p>
            <a:pPr eaLnBrk="1" hangingPunct="1">
              <a:spcBef>
                <a:spcPct val="0"/>
              </a:spcBef>
            </a:pPr>
            <a:r>
              <a:rPr lang="en-US" dirty="0" smtClean="0"/>
              <a:t>Trainer to have  groups of students assigned to one area in their workplace and identify each item, each surface type and how often they think each item would need cleaning. </a:t>
            </a:r>
          </a:p>
          <a:p>
            <a:pPr eaLnBrk="1" hangingPunct="1">
              <a:spcBef>
                <a:spcPct val="0"/>
              </a:spcBef>
              <a:buFont typeface="Arial" pitchFamily="34" charset="0"/>
              <a:buChar char="•"/>
            </a:pPr>
            <a:r>
              <a:rPr lang="en-US" dirty="0" smtClean="0"/>
              <a:t>Consider the volume of customers and staff expectations</a:t>
            </a:r>
          </a:p>
          <a:p>
            <a:pPr eaLnBrk="1" hangingPunct="1">
              <a:spcBef>
                <a:spcPct val="0"/>
              </a:spcBef>
              <a:buFont typeface="Arial" pitchFamily="34" charset="0"/>
              <a:buChar char="•"/>
            </a:pPr>
            <a:r>
              <a:rPr lang="en-US" dirty="0" smtClean="0"/>
              <a:t>Discuss the students’ findings as a whole.</a:t>
            </a:r>
          </a:p>
        </p:txBody>
      </p:sp>
      <p:sp>
        <p:nvSpPr>
          <p:cNvPr id="61444"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9BE65A39-FC4A-4D6A-A229-554C87C044C9}" type="slidenum">
              <a:rPr lang="en-US" sz="1200">
                <a:latin typeface="Helvetica" pitchFamily="34" charset="0"/>
              </a:rPr>
              <a:pPr algn="r"/>
              <a:t>7</a:t>
            </a:fld>
            <a:endParaRPr lang="en-US" sz="1200">
              <a:latin typeface="Helvetica" pitchFamily="34" charset="0"/>
            </a:endParaRPr>
          </a:p>
        </p:txBody>
      </p:sp>
    </p:spTree>
    <p:extLst>
      <p:ext uri="{BB962C8B-B14F-4D97-AF65-F5344CB8AC3E}">
        <p14:creationId xmlns:p14="http://schemas.microsoft.com/office/powerpoint/2010/main" val="1266936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p:spPr>
      </p:sp>
      <p:sp>
        <p:nvSpPr>
          <p:cNvPr id="6246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smtClean="0"/>
              <a:t>Based on Activity 3, trainer should show students some examples of where all the above may be located so that students can </a:t>
            </a:r>
            <a:r>
              <a:rPr lang="en-US" dirty="0" err="1" smtClean="0"/>
              <a:t>recognise</a:t>
            </a:r>
            <a:r>
              <a:rPr lang="en-US" dirty="0" smtClean="0"/>
              <a:t> all types of surfaces.</a:t>
            </a:r>
            <a:endParaRPr lang="en-AU" dirty="0" smtClean="0"/>
          </a:p>
        </p:txBody>
      </p:sp>
      <p:sp>
        <p:nvSpPr>
          <p:cNvPr id="624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F573E944-C389-4AE9-89E9-D214E6E2AC72}" type="slidenum">
              <a:rPr lang="en-US"/>
              <a:pPr fontAlgn="base">
                <a:spcBef>
                  <a:spcPct val="0"/>
                </a:spcBef>
                <a:spcAft>
                  <a:spcPct val="0"/>
                </a:spcAft>
              </a:pPr>
              <a:t>8</a:t>
            </a:fld>
            <a:endParaRPr lang="en-US"/>
          </a:p>
        </p:txBody>
      </p:sp>
    </p:spTree>
    <p:extLst>
      <p:ext uri="{BB962C8B-B14F-4D97-AF65-F5344CB8AC3E}">
        <p14:creationId xmlns:p14="http://schemas.microsoft.com/office/powerpoint/2010/main" val="10388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p:spPr>
      </p:sp>
      <p:sp>
        <p:nvSpPr>
          <p:cNvPr id="63491"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smtClean="0"/>
              <a:t>Trainer to explain these terms and how they relate to frequency</a:t>
            </a:r>
            <a:r>
              <a:rPr lang="en-US" baseline="0" dirty="0" smtClean="0"/>
              <a:t> </a:t>
            </a:r>
            <a:r>
              <a:rPr lang="en-US" dirty="0" smtClean="0"/>
              <a:t>of cleaning.</a:t>
            </a:r>
            <a:endParaRPr lang="en-AU" dirty="0" smtClean="0"/>
          </a:p>
        </p:txBody>
      </p:sp>
      <p:sp>
        <p:nvSpPr>
          <p:cNvPr id="6349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9E569CB-4DD1-443A-9BE6-D93A4B9E1A62}" type="slidenum">
              <a:rPr lang="en-US"/>
              <a:pPr fontAlgn="base">
                <a:spcBef>
                  <a:spcPct val="0"/>
                </a:spcBef>
                <a:spcAft>
                  <a:spcPct val="0"/>
                </a:spcAft>
              </a:pPr>
              <a:t>9</a:t>
            </a:fld>
            <a:endParaRPr lang="en-US"/>
          </a:p>
        </p:txBody>
      </p:sp>
    </p:spTree>
    <p:extLst>
      <p:ext uri="{BB962C8B-B14F-4D97-AF65-F5344CB8AC3E}">
        <p14:creationId xmlns:p14="http://schemas.microsoft.com/office/powerpoint/2010/main" val="4147377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p:spPr>
      </p:sp>
      <p:sp>
        <p:nvSpPr>
          <p:cNvPr id="6451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There will be a variety of communication tools in the workplace. </a:t>
            </a:r>
          </a:p>
          <a:p>
            <a:pPr eaLnBrk="1" hangingPunct="1">
              <a:spcBef>
                <a:spcPct val="0"/>
              </a:spcBef>
            </a:pPr>
            <a:endParaRPr lang="en-US" dirty="0" smtClean="0"/>
          </a:p>
          <a:p>
            <a:pPr eaLnBrk="1" hangingPunct="1">
              <a:spcBef>
                <a:spcPct val="0"/>
              </a:spcBef>
            </a:pPr>
            <a:r>
              <a:rPr lang="en-US" dirty="0" smtClean="0"/>
              <a:t>Trainer should discuss these and ask the students if they have any more examples. </a:t>
            </a:r>
          </a:p>
          <a:p>
            <a:pPr eaLnBrk="1" hangingPunct="1">
              <a:spcBef>
                <a:spcPct val="0"/>
              </a:spcBef>
              <a:buFont typeface="Arial" pitchFamily="34" charset="0"/>
              <a:buChar char="•"/>
            </a:pPr>
            <a:r>
              <a:rPr lang="en-US" dirty="0" smtClean="0"/>
              <a:t>Discuss the importance of good communication and its effect on customers if there is a breakdown on communicating cleaning requirements</a:t>
            </a:r>
          </a:p>
          <a:p>
            <a:pPr eaLnBrk="1" hangingPunct="1">
              <a:spcBef>
                <a:spcPct val="0"/>
              </a:spcBef>
              <a:buFont typeface="Arial" pitchFamily="34" charset="0"/>
              <a:buChar char="•"/>
            </a:pPr>
            <a:r>
              <a:rPr lang="en-US" dirty="0" smtClean="0"/>
              <a:t>On occasions other staff will make cleaning requests directly to the cleaners for action</a:t>
            </a:r>
          </a:p>
          <a:p>
            <a:pPr eaLnBrk="1" hangingPunct="1">
              <a:spcBef>
                <a:spcPct val="0"/>
              </a:spcBef>
              <a:buFont typeface="Arial" pitchFamily="34" charset="0"/>
              <a:buChar char="•"/>
            </a:pPr>
            <a:r>
              <a:rPr lang="en-US" dirty="0" smtClean="0"/>
              <a:t>Always refer these requests to your supervisor as they will need to know what you are doing and possibly why other cleaning tasks have not been completed.</a:t>
            </a:r>
          </a:p>
        </p:txBody>
      </p:sp>
      <p:sp>
        <p:nvSpPr>
          <p:cNvPr id="64516"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8491F4BE-24ED-48D6-8259-109121AF80A4}" type="slidenum">
              <a:rPr lang="en-US" sz="1200">
                <a:latin typeface="Helvetica" pitchFamily="34" charset="0"/>
              </a:rPr>
              <a:pPr algn="r"/>
              <a:t>10</a:t>
            </a:fld>
            <a:endParaRPr lang="en-US" sz="1200">
              <a:latin typeface="Helvetica" pitchFamily="34" charset="0"/>
            </a:endParaRPr>
          </a:p>
        </p:txBody>
      </p:sp>
    </p:spTree>
    <p:extLst>
      <p:ext uri="{BB962C8B-B14F-4D97-AF65-F5344CB8AC3E}">
        <p14:creationId xmlns:p14="http://schemas.microsoft.com/office/powerpoint/2010/main" val="16208816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p:spPr>
      </p:sp>
      <p:sp>
        <p:nvSpPr>
          <p:cNvPr id="6553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obtain samples of MSDS, </a:t>
            </a:r>
            <a:r>
              <a:rPr lang="en-US" dirty="0" err="1" smtClean="0"/>
              <a:t>colour</a:t>
            </a:r>
            <a:r>
              <a:rPr lang="en-US" dirty="0" smtClean="0"/>
              <a:t> wall charts, and technical bulletins for chemicals and discuss each one in detail.</a:t>
            </a:r>
            <a:r>
              <a:rPr lang="en-US" b="1" dirty="0" smtClean="0"/>
              <a:t> </a:t>
            </a:r>
          </a:p>
          <a:p>
            <a:pPr eaLnBrk="1" hangingPunct="1">
              <a:spcBef>
                <a:spcPct val="0"/>
              </a:spcBef>
            </a:pPr>
            <a:endParaRPr lang="en-US" b="1" dirty="0" smtClean="0"/>
          </a:p>
          <a:p>
            <a:pPr eaLnBrk="1" hangingPunct="1">
              <a:spcBef>
                <a:spcPct val="0"/>
              </a:spcBef>
            </a:pPr>
            <a:r>
              <a:rPr lang="en-US" b="1" dirty="0" smtClean="0"/>
              <a:t>Class activity 4</a:t>
            </a:r>
            <a:endParaRPr lang="en-US" dirty="0" smtClean="0"/>
          </a:p>
          <a:p>
            <a:pPr eaLnBrk="1" hangingPunct="1">
              <a:spcBef>
                <a:spcPct val="0"/>
              </a:spcBef>
            </a:pPr>
            <a:r>
              <a:rPr lang="en-US" dirty="0" smtClean="0"/>
              <a:t>Have the students design a maintenance request procedure and reporting form.</a:t>
            </a:r>
          </a:p>
        </p:txBody>
      </p:sp>
      <p:sp>
        <p:nvSpPr>
          <p:cNvPr id="65540"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B8C0C2F2-B4F0-4A84-99FB-354C0715C857}" type="slidenum">
              <a:rPr lang="en-US" sz="1200">
                <a:latin typeface="Helvetica" pitchFamily="34" charset="0"/>
              </a:rPr>
              <a:pPr algn="r"/>
              <a:t>11</a:t>
            </a:fld>
            <a:endParaRPr lang="en-US" sz="1200">
              <a:latin typeface="Helvetica" pitchFamily="34" charset="0"/>
            </a:endParaRPr>
          </a:p>
        </p:txBody>
      </p:sp>
    </p:spTree>
    <p:extLst>
      <p:ext uri="{BB962C8B-B14F-4D97-AF65-F5344CB8AC3E}">
        <p14:creationId xmlns:p14="http://schemas.microsoft.com/office/powerpoint/2010/main" val="26960984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p:spPr>
      </p:sp>
      <p:sp>
        <p:nvSpPr>
          <p:cNvPr id="6656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discuss this in relation to trading rosters and requirements of this cleaning.</a:t>
            </a:r>
          </a:p>
        </p:txBody>
      </p:sp>
      <p:sp>
        <p:nvSpPr>
          <p:cNvPr id="66564"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D489FF27-B9C1-4395-8776-FE011FFAFDB7}" type="slidenum">
              <a:rPr lang="en-US" sz="1200">
                <a:latin typeface="Helvetica" pitchFamily="34" charset="0"/>
              </a:rPr>
              <a:pPr algn="r"/>
              <a:t>12</a:t>
            </a:fld>
            <a:endParaRPr lang="en-US" sz="1200">
              <a:latin typeface="Helvetica" pitchFamily="34" charset="0"/>
            </a:endParaRPr>
          </a:p>
        </p:txBody>
      </p:sp>
    </p:spTree>
    <p:extLst>
      <p:ext uri="{BB962C8B-B14F-4D97-AF65-F5344CB8AC3E}">
        <p14:creationId xmlns:p14="http://schemas.microsoft.com/office/powerpoint/2010/main" val="616241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p:spPr>
      </p:sp>
      <p:sp>
        <p:nvSpPr>
          <p:cNvPr id="6758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a:t>
            </a:r>
            <a:r>
              <a:rPr lang="en-US" dirty="0" err="1" smtClean="0"/>
              <a:t>emphasise</a:t>
            </a:r>
            <a:r>
              <a:rPr lang="en-US" dirty="0" smtClean="0"/>
              <a:t> how important this role is. They must help to secure the building and its assets. </a:t>
            </a:r>
          </a:p>
          <a:p>
            <a:pPr eaLnBrk="1" hangingPunct="1">
              <a:spcBef>
                <a:spcPct val="0"/>
              </a:spcBef>
            </a:pPr>
            <a:r>
              <a:rPr lang="en-US" dirty="0" smtClean="0"/>
              <a:t>Trainer to stress the importance of the care</a:t>
            </a:r>
            <a:r>
              <a:rPr lang="en-US" baseline="0" dirty="0" smtClean="0"/>
              <a:t> </a:t>
            </a:r>
            <a:r>
              <a:rPr lang="en-US" dirty="0" smtClean="0"/>
              <a:t>of keys and assets. </a:t>
            </a:r>
          </a:p>
          <a:p>
            <a:pPr eaLnBrk="1" hangingPunct="1">
              <a:spcBef>
                <a:spcPct val="0"/>
              </a:spcBef>
              <a:buFont typeface="Arial" pitchFamily="34" charset="0"/>
              <a:buChar char="•"/>
            </a:pPr>
            <a:r>
              <a:rPr lang="en-US" dirty="0" smtClean="0"/>
              <a:t>Discuss in detail the reasons for reporting unusual activities and have the students discuss their experiences in the workplace in relation to security issues.</a:t>
            </a:r>
          </a:p>
        </p:txBody>
      </p:sp>
      <p:sp>
        <p:nvSpPr>
          <p:cNvPr id="67588"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801A465E-584D-4BA8-AD0A-91B3F58F368F}" type="slidenum">
              <a:rPr lang="en-US" sz="1200">
                <a:latin typeface="Helvetica" pitchFamily="34" charset="0"/>
              </a:rPr>
              <a:pPr algn="r"/>
              <a:t>13</a:t>
            </a:fld>
            <a:endParaRPr lang="en-US" sz="1200">
              <a:latin typeface="Helvetica" pitchFamily="34" charset="0"/>
            </a:endParaRPr>
          </a:p>
        </p:txBody>
      </p:sp>
    </p:spTree>
    <p:extLst>
      <p:ext uri="{BB962C8B-B14F-4D97-AF65-F5344CB8AC3E}">
        <p14:creationId xmlns:p14="http://schemas.microsoft.com/office/powerpoint/2010/main" val="32677893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p:spPr>
      </p:sp>
      <p:sp>
        <p:nvSpPr>
          <p:cNvPr id="6861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Self explanatory - Trainer to give examples of all of these in a public building.</a:t>
            </a:r>
          </a:p>
        </p:txBody>
      </p:sp>
      <p:sp>
        <p:nvSpPr>
          <p:cNvPr id="68612"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2B2F6A35-8253-4934-8A3C-7A4EF4AF974C}" type="slidenum">
              <a:rPr lang="en-US" sz="1200">
                <a:latin typeface="Helvetica" pitchFamily="34" charset="0"/>
              </a:rPr>
              <a:pPr algn="r"/>
              <a:t>14</a:t>
            </a:fld>
            <a:endParaRPr lang="en-US" sz="1200">
              <a:latin typeface="Helvetica" pitchFamily="34" charset="0"/>
            </a:endParaRPr>
          </a:p>
        </p:txBody>
      </p:sp>
    </p:spTree>
    <p:extLst>
      <p:ext uri="{BB962C8B-B14F-4D97-AF65-F5344CB8AC3E}">
        <p14:creationId xmlns:p14="http://schemas.microsoft.com/office/powerpoint/2010/main" val="220145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p:spPr>
      </p:sp>
      <p:sp>
        <p:nvSpPr>
          <p:cNvPr id="69635"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smtClean="0"/>
              <a:t>Trainer to explain that cleaning is a science which is constantly  evolving.  </a:t>
            </a:r>
          </a:p>
          <a:p>
            <a:pPr>
              <a:buFont typeface="Arial" pitchFamily="34" charset="0"/>
              <a:buChar char="•"/>
            </a:pPr>
            <a:r>
              <a:rPr lang="en-US" dirty="0" smtClean="0"/>
              <a:t>A good knowledge of machinery, chemicals  and cleaning techniques is vital</a:t>
            </a:r>
          </a:p>
          <a:p>
            <a:pPr>
              <a:buFont typeface="Arial" pitchFamily="34" charset="0"/>
              <a:buChar char="•"/>
            </a:pPr>
            <a:r>
              <a:rPr lang="en-US" dirty="0" smtClean="0"/>
              <a:t>Most cleaning methods involve a combination of mechanical action either human or machine and chemicals</a:t>
            </a:r>
          </a:p>
          <a:p>
            <a:pPr>
              <a:buFont typeface="Arial" pitchFamily="34" charset="0"/>
              <a:buChar char="•"/>
            </a:pPr>
            <a:r>
              <a:rPr lang="en-US" dirty="0" smtClean="0"/>
              <a:t>Heat is used for </a:t>
            </a:r>
            <a:r>
              <a:rPr lang="en-US" dirty="0" err="1" smtClean="0"/>
              <a:t>sterilisation</a:t>
            </a:r>
            <a:r>
              <a:rPr lang="en-US" dirty="0" smtClean="0"/>
              <a:t>. </a:t>
            </a:r>
            <a:endParaRPr lang="en-AU" dirty="0" smtClean="0"/>
          </a:p>
        </p:txBody>
      </p:sp>
      <p:sp>
        <p:nvSpPr>
          <p:cNvPr id="696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6281B57-F7BA-447E-AE4C-A40DAA13BD49}" type="slidenum">
              <a:rPr lang="en-US"/>
              <a:pPr fontAlgn="base">
                <a:spcBef>
                  <a:spcPct val="0"/>
                </a:spcBef>
                <a:spcAft>
                  <a:spcPct val="0"/>
                </a:spcAft>
              </a:pPr>
              <a:t>15</a:t>
            </a:fld>
            <a:endParaRPr lang="en-US"/>
          </a:p>
        </p:txBody>
      </p:sp>
    </p:spTree>
    <p:extLst>
      <p:ext uri="{BB962C8B-B14F-4D97-AF65-F5344CB8AC3E}">
        <p14:creationId xmlns:p14="http://schemas.microsoft.com/office/powerpoint/2010/main" val="7846449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p:spPr>
      </p:sp>
      <p:sp>
        <p:nvSpPr>
          <p:cNvPr id="706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should discuss in detail the operation of each machine. </a:t>
            </a:r>
          </a:p>
          <a:p>
            <a:pPr eaLnBrk="1" hangingPunct="1">
              <a:spcBef>
                <a:spcPct val="0"/>
              </a:spcBef>
            </a:pPr>
            <a:endParaRPr lang="en-US" dirty="0" smtClean="0"/>
          </a:p>
          <a:p>
            <a:pPr eaLnBrk="1" hangingPunct="1">
              <a:spcBef>
                <a:spcPct val="0"/>
              </a:spcBef>
              <a:buFont typeface="Arial" pitchFamily="34" charset="0"/>
              <a:buChar char="•"/>
            </a:pPr>
            <a:r>
              <a:rPr lang="en-US" dirty="0" smtClean="0"/>
              <a:t>The use of these include mechanical action. </a:t>
            </a:r>
          </a:p>
          <a:p>
            <a:pPr eaLnBrk="1" hangingPunct="1">
              <a:spcBef>
                <a:spcPct val="0"/>
              </a:spcBef>
            </a:pPr>
            <a:endParaRPr lang="en-US" dirty="0" smtClean="0"/>
          </a:p>
          <a:p>
            <a:pPr eaLnBrk="1" hangingPunct="1">
              <a:spcBef>
                <a:spcPct val="0"/>
              </a:spcBef>
            </a:pPr>
            <a:r>
              <a:rPr lang="en-US" b="1" dirty="0" smtClean="0"/>
              <a:t>Class activity 5 </a:t>
            </a:r>
          </a:p>
          <a:p>
            <a:pPr eaLnBrk="1" hangingPunct="1">
              <a:spcBef>
                <a:spcPct val="0"/>
              </a:spcBef>
              <a:buFont typeface="Arial" pitchFamily="34" charset="0"/>
              <a:buChar char="•"/>
            </a:pPr>
            <a:r>
              <a:rPr lang="en-US" dirty="0" smtClean="0"/>
              <a:t>If possible have one of each machine in class to demonstrate to students.</a:t>
            </a:r>
          </a:p>
        </p:txBody>
      </p:sp>
      <p:sp>
        <p:nvSpPr>
          <p:cNvPr id="70660"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395CDA1C-2A43-4F6D-9335-1BCE6C4D7D8A}" type="slidenum">
              <a:rPr lang="en-US" sz="1200">
                <a:latin typeface="Helvetica" pitchFamily="34" charset="0"/>
              </a:rPr>
              <a:pPr algn="r"/>
              <a:t>16</a:t>
            </a:fld>
            <a:endParaRPr lang="en-US" sz="1200">
              <a:latin typeface="Helvetica" pitchFamily="34" charset="0"/>
            </a:endParaRPr>
          </a:p>
        </p:txBody>
      </p:sp>
    </p:spTree>
    <p:extLst>
      <p:ext uri="{BB962C8B-B14F-4D97-AF65-F5344CB8AC3E}">
        <p14:creationId xmlns:p14="http://schemas.microsoft.com/office/powerpoint/2010/main" val="39440061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p:spPr>
      </p:sp>
      <p:sp>
        <p:nvSpPr>
          <p:cNvPr id="7168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discuss that in hotels, carpet will probably occupy 60% of al flooring. </a:t>
            </a:r>
          </a:p>
          <a:p>
            <a:pPr eaLnBrk="1" hangingPunct="1">
              <a:spcBef>
                <a:spcPct val="0"/>
              </a:spcBef>
            </a:pPr>
            <a:r>
              <a:rPr lang="en-US" dirty="0" smtClean="0"/>
              <a:t>The vacuum cleaner is the most important piece of electrical equipment used by the professional cleaner and should be well cared for.</a:t>
            </a:r>
          </a:p>
        </p:txBody>
      </p:sp>
      <p:sp>
        <p:nvSpPr>
          <p:cNvPr id="71684"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F08E7725-7B28-44DC-A334-679D8C43EE62}" type="slidenum">
              <a:rPr lang="en-US" sz="1200">
                <a:latin typeface="Helvetica" pitchFamily="34" charset="0"/>
              </a:rPr>
              <a:pPr algn="r"/>
              <a:t>17</a:t>
            </a:fld>
            <a:endParaRPr lang="en-US" sz="1200">
              <a:latin typeface="Helvetica" pitchFamily="34" charset="0"/>
            </a:endParaRPr>
          </a:p>
        </p:txBody>
      </p:sp>
    </p:spTree>
    <p:extLst>
      <p:ext uri="{BB962C8B-B14F-4D97-AF65-F5344CB8AC3E}">
        <p14:creationId xmlns:p14="http://schemas.microsoft.com/office/powerpoint/2010/main" val="615380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headEnd/>
            <a:tailEnd/>
          </a:ln>
        </p:spPr>
      </p:sp>
      <p:sp>
        <p:nvSpPr>
          <p:cNvPr id="7270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explain that scrubbers are usually classified as slow rotation machines (approximately</a:t>
            </a:r>
            <a:r>
              <a:rPr lang="en-US" baseline="0" dirty="0" smtClean="0"/>
              <a:t> </a:t>
            </a:r>
            <a:r>
              <a:rPr lang="en-US" dirty="0" smtClean="0"/>
              <a:t>150</a:t>
            </a:r>
            <a:r>
              <a:rPr lang="en-US" baseline="0" dirty="0" smtClean="0"/>
              <a:t> </a:t>
            </a:r>
            <a:r>
              <a:rPr lang="en-US" dirty="0" smtClean="0"/>
              <a:t>rpm-300 rpm). </a:t>
            </a:r>
          </a:p>
          <a:p>
            <a:pPr eaLnBrk="1" hangingPunct="1">
              <a:spcBef>
                <a:spcPct val="0"/>
              </a:spcBef>
              <a:buFont typeface="Arial" pitchFamily="34" charset="0"/>
              <a:buChar char="•"/>
            </a:pPr>
            <a:r>
              <a:rPr lang="en-US" dirty="0" smtClean="0"/>
              <a:t>Polishers can vary from 150 rpm to 2500 rpm</a:t>
            </a:r>
          </a:p>
          <a:p>
            <a:pPr eaLnBrk="1" hangingPunct="1">
              <a:spcBef>
                <a:spcPct val="0"/>
              </a:spcBef>
              <a:buFont typeface="Arial" pitchFamily="34" charset="0"/>
              <a:buChar char="•"/>
            </a:pPr>
            <a:r>
              <a:rPr lang="en-US" dirty="0" smtClean="0"/>
              <a:t>The latter (2500 rpm) are classified as </a:t>
            </a:r>
            <a:r>
              <a:rPr lang="en-US" dirty="0" err="1" smtClean="0"/>
              <a:t>burnishers</a:t>
            </a:r>
            <a:r>
              <a:rPr lang="en-US" dirty="0" smtClean="0"/>
              <a:t> which are </a:t>
            </a:r>
            <a:r>
              <a:rPr lang="en-US" b="1" dirty="0" smtClean="0"/>
              <a:t>only used </a:t>
            </a:r>
            <a:r>
              <a:rPr lang="en-US" dirty="0" smtClean="0"/>
              <a:t>to polish floors </a:t>
            </a:r>
          </a:p>
          <a:p>
            <a:pPr eaLnBrk="1" hangingPunct="1">
              <a:spcBef>
                <a:spcPct val="0"/>
              </a:spcBef>
              <a:buFont typeface="Arial" pitchFamily="34" charset="0"/>
              <a:buChar char="•"/>
            </a:pPr>
            <a:r>
              <a:rPr lang="en-US" dirty="0" smtClean="0"/>
              <a:t>The slower rotating machines can be used to scrub, strip floors (remove polish ), polish and buff floors (Buffing is a maintenance method of cleaning the floors between strip and polish procedures). </a:t>
            </a:r>
          </a:p>
          <a:p>
            <a:pPr eaLnBrk="1" hangingPunct="1">
              <a:spcBef>
                <a:spcPct val="0"/>
              </a:spcBef>
              <a:buFont typeface="Arial" pitchFamily="34" charset="0"/>
              <a:buChar char="•"/>
            </a:pPr>
            <a:r>
              <a:rPr lang="en-US" dirty="0" smtClean="0"/>
              <a:t>Buffing may be done daily or weekly where strip and polish is done as needed,</a:t>
            </a:r>
            <a:r>
              <a:rPr lang="en-US" baseline="0" dirty="0" smtClean="0"/>
              <a:t> </a:t>
            </a:r>
            <a:r>
              <a:rPr lang="en-US" dirty="0" smtClean="0"/>
              <a:t>depending on the amount of foot traffic. Maybe every 3 or 6 months</a:t>
            </a:r>
          </a:p>
          <a:p>
            <a:pPr eaLnBrk="1" hangingPunct="1">
              <a:spcBef>
                <a:spcPct val="0"/>
              </a:spcBef>
            </a:pPr>
            <a:r>
              <a:rPr lang="en-US" dirty="0" smtClean="0"/>
              <a:t>Trainer to discuss other types of machinery and where they will be used.</a:t>
            </a:r>
          </a:p>
        </p:txBody>
      </p:sp>
      <p:sp>
        <p:nvSpPr>
          <p:cNvPr id="72708"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C5DB6642-3550-4AAC-A2B5-118F97897FFD}" type="slidenum">
              <a:rPr lang="en-US" sz="1200">
                <a:latin typeface="Helvetica" pitchFamily="34" charset="0"/>
              </a:rPr>
              <a:pPr algn="r"/>
              <a:t>18</a:t>
            </a:fld>
            <a:endParaRPr lang="en-US" sz="1200">
              <a:latin typeface="Helvetica" pitchFamily="34" charset="0"/>
            </a:endParaRPr>
          </a:p>
        </p:txBody>
      </p:sp>
    </p:spTree>
    <p:extLst>
      <p:ext uri="{BB962C8B-B14F-4D97-AF65-F5344CB8AC3E}">
        <p14:creationId xmlns:p14="http://schemas.microsoft.com/office/powerpoint/2010/main" val="9902538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headEnd/>
            <a:tailEnd/>
          </a:ln>
        </p:spPr>
      </p:sp>
      <p:sp>
        <p:nvSpPr>
          <p:cNvPr id="7373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discuss the different types of sweepers (manual, battery driven and ride on).</a:t>
            </a:r>
          </a:p>
          <a:p>
            <a:pPr eaLnBrk="1" hangingPunct="1">
              <a:spcBef>
                <a:spcPct val="0"/>
              </a:spcBef>
            </a:pPr>
            <a:r>
              <a:rPr lang="en-US" dirty="0" smtClean="0"/>
              <a:t>Trainer should get brochure samples or pictures of different styles of cleaners trolleys and discuss what items should be placed on them and how they should be stacked neatly and in clean condition.</a:t>
            </a:r>
          </a:p>
        </p:txBody>
      </p:sp>
      <p:sp>
        <p:nvSpPr>
          <p:cNvPr id="73732"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66651EA4-297F-4C72-B315-15A7B7173E48}" type="slidenum">
              <a:rPr lang="en-US" sz="1200">
                <a:latin typeface="Helvetica" pitchFamily="34" charset="0"/>
              </a:rPr>
              <a:pPr algn="r"/>
              <a:t>19</a:t>
            </a:fld>
            <a:endParaRPr lang="en-US" sz="1200">
              <a:latin typeface="Helvetica" pitchFamily="34" charset="0"/>
            </a:endParaRPr>
          </a:p>
        </p:txBody>
      </p:sp>
    </p:spTree>
    <p:extLst>
      <p:ext uri="{BB962C8B-B14F-4D97-AF65-F5344CB8AC3E}">
        <p14:creationId xmlns:p14="http://schemas.microsoft.com/office/powerpoint/2010/main" val="18486519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p:spPr>
      </p:sp>
      <p:sp>
        <p:nvSpPr>
          <p:cNvPr id="7475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discuss various styles of mops and buckets, brooms and brushes. </a:t>
            </a:r>
          </a:p>
          <a:p>
            <a:pPr eaLnBrk="1" hangingPunct="1">
              <a:spcBef>
                <a:spcPct val="0"/>
              </a:spcBef>
              <a:buFont typeface="Arial" pitchFamily="34" charset="0"/>
              <a:buChar char="•"/>
            </a:pPr>
            <a:r>
              <a:rPr lang="en-US" dirty="0" smtClean="0"/>
              <a:t>Wet Floor signs or signs with Cleaning in Progress are vital as they alert guests and staff to possible hazards. </a:t>
            </a:r>
          </a:p>
          <a:p>
            <a:pPr eaLnBrk="1" hangingPunct="1">
              <a:spcBef>
                <a:spcPct val="0"/>
              </a:spcBef>
              <a:buFont typeface="Arial" pitchFamily="34" charset="0"/>
              <a:buChar char="•"/>
            </a:pPr>
            <a:r>
              <a:rPr lang="en-US" dirty="0" smtClean="0"/>
              <a:t>Dustpans may also include lobby pans which are the long handled style. These</a:t>
            </a:r>
            <a:r>
              <a:rPr lang="en-US" baseline="0" dirty="0" smtClean="0"/>
              <a:t> </a:t>
            </a:r>
            <a:r>
              <a:rPr lang="en-US" dirty="0" smtClean="0"/>
              <a:t>are for cleaning areas where there is always litter or cigarette butts. </a:t>
            </a:r>
          </a:p>
          <a:p>
            <a:pPr eaLnBrk="1" hangingPunct="1">
              <a:spcBef>
                <a:spcPct val="0"/>
              </a:spcBef>
              <a:buFont typeface="Arial" pitchFamily="34" charset="0"/>
              <a:buChar char="•"/>
            </a:pPr>
            <a:r>
              <a:rPr lang="en-US" dirty="0" smtClean="0"/>
              <a:t>It prevents the cleaner from having to bend all the time. </a:t>
            </a:r>
          </a:p>
          <a:p>
            <a:pPr eaLnBrk="1" hangingPunct="1">
              <a:spcBef>
                <a:spcPct val="0"/>
              </a:spcBef>
            </a:pPr>
            <a:endParaRPr lang="en-US" dirty="0" smtClean="0"/>
          </a:p>
          <a:p>
            <a:pPr eaLnBrk="1" hangingPunct="1">
              <a:spcBef>
                <a:spcPct val="0"/>
              </a:spcBef>
            </a:pPr>
            <a:r>
              <a:rPr lang="en-US" b="1" dirty="0" smtClean="0"/>
              <a:t>Continued next slide</a:t>
            </a:r>
          </a:p>
        </p:txBody>
      </p:sp>
      <p:sp>
        <p:nvSpPr>
          <p:cNvPr id="74756"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2302FC40-E533-4335-874B-49A4EBD530C0}" type="slidenum">
              <a:rPr lang="en-US" sz="1200">
                <a:latin typeface="Helvetica" pitchFamily="34" charset="0"/>
              </a:rPr>
              <a:pPr algn="r"/>
              <a:t>20</a:t>
            </a:fld>
            <a:endParaRPr lang="en-US" sz="1200">
              <a:latin typeface="Helvetica" pitchFamily="34" charset="0"/>
            </a:endParaRPr>
          </a:p>
        </p:txBody>
      </p:sp>
    </p:spTree>
    <p:extLst>
      <p:ext uri="{BB962C8B-B14F-4D97-AF65-F5344CB8AC3E}">
        <p14:creationId xmlns:p14="http://schemas.microsoft.com/office/powerpoint/2010/main" val="38637452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noFill/>
          <a:ln>
            <a:solidFill>
              <a:srgbClr val="000000"/>
            </a:solidFill>
            <a:miter lim="800000"/>
            <a:headEnd/>
            <a:tailEnd/>
          </a:ln>
        </p:spPr>
      </p:sp>
      <p:sp>
        <p:nvSpPr>
          <p:cNvPr id="7577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discuss. </a:t>
            </a:r>
          </a:p>
          <a:p>
            <a:pPr eaLnBrk="1" hangingPunct="1">
              <a:spcBef>
                <a:spcPct val="0"/>
              </a:spcBef>
              <a:buFont typeface="Arial" pitchFamily="34" charset="0"/>
              <a:buChar char="•"/>
            </a:pPr>
            <a:r>
              <a:rPr lang="en-US" dirty="0" smtClean="0"/>
              <a:t>Chemical bottles will be discussed later with selection of chemicals but mention that the bottles should ALWAYS be correctly labeled with the contents</a:t>
            </a:r>
          </a:p>
          <a:p>
            <a:pPr marL="0" marR="0" indent="0" algn="l" defTabSz="914400" rtl="0" eaLnBrk="1" fontAlgn="base" latinLnBrk="0" hangingPunct="1">
              <a:lnSpc>
                <a:spcPct val="100000"/>
              </a:lnSpc>
              <a:spcBef>
                <a:spcPct val="0"/>
              </a:spcBef>
              <a:spcAft>
                <a:spcPct val="0"/>
              </a:spcAft>
              <a:buClrTx/>
              <a:buSzTx/>
              <a:buFont typeface="Arial" pitchFamily="34" charset="0"/>
              <a:buChar char="•"/>
              <a:tabLst/>
              <a:defRPr/>
            </a:pPr>
            <a:r>
              <a:rPr lang="en-US" dirty="0" smtClean="0"/>
              <a:t>A nipper is a piece of equipment used to pick up bottles and litter without touching it or bending. From here it is placed in to a garbage bag. It prevents the cleaner from having to bend all the time</a:t>
            </a:r>
          </a:p>
          <a:p>
            <a:pPr eaLnBrk="1" hangingPunct="1">
              <a:spcBef>
                <a:spcPct val="0"/>
              </a:spcBef>
              <a:buFont typeface="Arial" pitchFamily="34" charset="0"/>
              <a:buChar char="•"/>
            </a:pPr>
            <a:r>
              <a:rPr lang="en-US" dirty="0" smtClean="0"/>
              <a:t>A sand sieve is used to clean sand that is used in ashtrays </a:t>
            </a:r>
          </a:p>
          <a:p>
            <a:pPr eaLnBrk="1" hangingPunct="1">
              <a:spcBef>
                <a:spcPct val="0"/>
              </a:spcBef>
              <a:buFont typeface="Arial" pitchFamily="34" charset="0"/>
              <a:buChar char="•"/>
            </a:pPr>
            <a:r>
              <a:rPr lang="en-US" dirty="0" smtClean="0"/>
              <a:t>Scourers can be nylon or polyester and are abrasive pads - the darker the </a:t>
            </a:r>
            <a:r>
              <a:rPr lang="en-US" dirty="0" err="1" smtClean="0"/>
              <a:t>colour</a:t>
            </a:r>
            <a:r>
              <a:rPr lang="en-US" dirty="0" smtClean="0"/>
              <a:t>, the harsher they are. Green and white are used in most day to day tasks. Scourers should never be used on plastics or laminate. Brown and black are used in kitchens to remove grease.</a:t>
            </a:r>
          </a:p>
        </p:txBody>
      </p:sp>
      <p:sp>
        <p:nvSpPr>
          <p:cNvPr id="75780"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7E98A16C-806D-4FF6-8851-B3F6922F7982}" type="slidenum">
              <a:rPr lang="en-US" sz="1200">
                <a:latin typeface="Helvetica" pitchFamily="34" charset="0"/>
              </a:rPr>
              <a:pPr algn="r"/>
              <a:t>21</a:t>
            </a:fld>
            <a:endParaRPr lang="en-US" sz="1200">
              <a:latin typeface="Helvetica" pitchFamily="34" charset="0"/>
            </a:endParaRPr>
          </a:p>
        </p:txBody>
      </p:sp>
    </p:spTree>
    <p:extLst>
      <p:ext uri="{BB962C8B-B14F-4D97-AF65-F5344CB8AC3E}">
        <p14:creationId xmlns:p14="http://schemas.microsoft.com/office/powerpoint/2010/main" val="36191887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noFill/>
          <a:ln>
            <a:solidFill>
              <a:srgbClr val="000000"/>
            </a:solidFill>
            <a:miter lim="800000"/>
            <a:headEnd/>
            <a:tailEnd/>
          </a:ln>
        </p:spPr>
      </p:sp>
      <p:sp>
        <p:nvSpPr>
          <p:cNvPr id="7680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buFont typeface="Arial" pitchFamily="34" charset="0"/>
              <a:buChar char="•"/>
            </a:pPr>
            <a:r>
              <a:rPr lang="en-US" dirty="0" smtClean="0"/>
              <a:t>Cleaning accessories are very important during the cleaning process</a:t>
            </a:r>
          </a:p>
          <a:p>
            <a:pPr eaLnBrk="1" hangingPunct="1">
              <a:spcBef>
                <a:spcPct val="0"/>
              </a:spcBef>
              <a:buFont typeface="Arial" pitchFamily="34" charset="0"/>
              <a:buChar char="•"/>
            </a:pPr>
            <a:r>
              <a:rPr lang="en-US" dirty="0" smtClean="0"/>
              <a:t>All staff must be able to replace vital guest supplies like soap and toilet rolls as needed</a:t>
            </a:r>
          </a:p>
          <a:p>
            <a:pPr eaLnBrk="1" hangingPunct="1">
              <a:spcBef>
                <a:spcPct val="0"/>
              </a:spcBef>
              <a:buFont typeface="Arial" pitchFamily="34" charset="0"/>
              <a:buChar char="•"/>
            </a:pPr>
            <a:r>
              <a:rPr lang="en-US" dirty="0" smtClean="0"/>
              <a:t>Collection of rubbish must be done on a regular basis so garbage bags and bin liners are a part of the cleaning process. </a:t>
            </a:r>
          </a:p>
          <a:p>
            <a:pPr eaLnBrk="1" hangingPunct="1">
              <a:spcBef>
                <a:spcPct val="0"/>
              </a:spcBef>
            </a:pPr>
            <a:endParaRPr lang="en-US" dirty="0" smtClean="0"/>
          </a:p>
          <a:p>
            <a:pPr eaLnBrk="1" hangingPunct="1">
              <a:spcBef>
                <a:spcPct val="0"/>
              </a:spcBef>
            </a:pPr>
            <a:r>
              <a:rPr lang="en-US" b="1" dirty="0" smtClean="0"/>
              <a:t>Class  activity 6</a:t>
            </a:r>
          </a:p>
          <a:p>
            <a:pPr eaLnBrk="1" hangingPunct="1">
              <a:spcBef>
                <a:spcPct val="0"/>
              </a:spcBef>
            </a:pPr>
            <a:r>
              <a:rPr lang="en-US" dirty="0" smtClean="0"/>
              <a:t>Suggest the trainer invite a guest speaker from a cleaning accessory company to discuss the wide variety of miscellaneous cleaning equipment and accessories available.</a:t>
            </a:r>
          </a:p>
        </p:txBody>
      </p:sp>
      <p:sp>
        <p:nvSpPr>
          <p:cNvPr id="76804"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7AE39A4A-E33F-4A1D-9219-F493D2117E50}" type="slidenum">
              <a:rPr lang="en-US" sz="1200">
                <a:latin typeface="Helvetica" pitchFamily="34" charset="0"/>
              </a:rPr>
              <a:pPr algn="r"/>
              <a:t>22</a:t>
            </a:fld>
            <a:endParaRPr lang="en-US" sz="1200">
              <a:latin typeface="Helvetica" pitchFamily="34" charset="0"/>
            </a:endParaRPr>
          </a:p>
        </p:txBody>
      </p:sp>
    </p:spTree>
    <p:extLst>
      <p:ext uri="{BB962C8B-B14F-4D97-AF65-F5344CB8AC3E}">
        <p14:creationId xmlns:p14="http://schemas.microsoft.com/office/powerpoint/2010/main" val="21699043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bwMode="auto">
          <a:noFill/>
          <a:ln>
            <a:solidFill>
              <a:srgbClr val="000000"/>
            </a:solidFill>
            <a:miter lim="800000"/>
            <a:headEnd/>
            <a:tailEnd/>
          </a:ln>
        </p:spPr>
      </p:sp>
      <p:sp>
        <p:nvSpPr>
          <p:cNvPr id="7782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b="1" dirty="0" smtClean="0"/>
              <a:t>Class activity 7 </a:t>
            </a:r>
          </a:p>
          <a:p>
            <a:pPr eaLnBrk="1" hangingPunct="1">
              <a:spcBef>
                <a:spcPct val="0"/>
              </a:spcBef>
            </a:pPr>
            <a:endParaRPr lang="en-US" b="1" dirty="0" smtClean="0"/>
          </a:p>
          <a:p>
            <a:pPr eaLnBrk="1" hangingPunct="1">
              <a:spcBef>
                <a:spcPct val="0"/>
              </a:spcBef>
            </a:pPr>
            <a:r>
              <a:rPr lang="en-US" dirty="0" smtClean="0"/>
              <a:t>Trainer to invite a guest speaker from a reputable cleaning chemical supplier to discuss all aspects of  use, selection, storage and safety.</a:t>
            </a:r>
          </a:p>
        </p:txBody>
      </p:sp>
      <p:sp>
        <p:nvSpPr>
          <p:cNvPr id="77828"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FE8EE3E3-EAB8-4B4A-BAD4-FB66D6E72941}" type="slidenum">
              <a:rPr lang="en-US" sz="1200">
                <a:latin typeface="Helvetica" pitchFamily="34" charset="0"/>
              </a:rPr>
              <a:pPr algn="r"/>
              <a:t>23</a:t>
            </a:fld>
            <a:endParaRPr lang="en-US" sz="1200">
              <a:latin typeface="Helvetica" pitchFamily="34" charset="0"/>
            </a:endParaRPr>
          </a:p>
        </p:txBody>
      </p:sp>
    </p:spTree>
    <p:extLst>
      <p:ext uri="{BB962C8B-B14F-4D97-AF65-F5344CB8AC3E}">
        <p14:creationId xmlns:p14="http://schemas.microsoft.com/office/powerpoint/2010/main" val="11633836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p:spPr>
      </p:sp>
      <p:sp>
        <p:nvSpPr>
          <p:cNvPr id="7885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link this slide with the discussions with the chemical supplier representative and slides 25 and 26.</a:t>
            </a:r>
          </a:p>
        </p:txBody>
      </p:sp>
      <p:sp>
        <p:nvSpPr>
          <p:cNvPr id="78852"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90F8E04B-FFA5-41BB-9218-0CDC11F8FB95}" type="slidenum">
              <a:rPr lang="en-US" sz="1200">
                <a:latin typeface="Helvetica" pitchFamily="34" charset="0"/>
              </a:rPr>
              <a:pPr algn="r"/>
              <a:t>24</a:t>
            </a:fld>
            <a:endParaRPr lang="en-US" sz="1200">
              <a:latin typeface="Helvetica" pitchFamily="34" charset="0"/>
            </a:endParaRPr>
          </a:p>
        </p:txBody>
      </p:sp>
    </p:spTree>
    <p:extLst>
      <p:ext uri="{BB962C8B-B14F-4D97-AF65-F5344CB8AC3E}">
        <p14:creationId xmlns:p14="http://schemas.microsoft.com/office/powerpoint/2010/main" val="16883075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noFill/>
          <a:ln>
            <a:solidFill>
              <a:srgbClr val="000000"/>
            </a:solidFill>
            <a:miter lim="800000"/>
            <a:headEnd/>
            <a:tailEnd/>
          </a:ln>
        </p:spPr>
      </p:sp>
      <p:sp>
        <p:nvSpPr>
          <p:cNvPr id="79875" name="Notes Placeholder 2"/>
          <p:cNvSpPr>
            <a:spLocks noGrp="1"/>
          </p:cNvSpPr>
          <p:nvPr>
            <p:ph type="body" idx="1"/>
          </p:nvPr>
        </p:nvSpPr>
        <p:spPr bwMode="auto">
          <a:noFill/>
        </p:spPr>
        <p:txBody>
          <a:bodyPr wrap="square" numCol="1" anchor="t" anchorCtr="0" compatLnSpc="1">
            <a:prstTxWarp prst="textNoShape">
              <a:avLst/>
            </a:prstTxWarp>
          </a:bodyPr>
          <a:lstStyle/>
          <a:p>
            <a:pPr>
              <a:buFont typeface="Arial" pitchFamily="34" charset="0"/>
              <a:buChar char="•"/>
            </a:pPr>
            <a:r>
              <a:rPr lang="en-US" dirty="0" smtClean="0"/>
              <a:t>Water is a necessary addition to most chemicals as it helps the chemical to penetrate the soil</a:t>
            </a:r>
            <a:r>
              <a:rPr lang="en-US" baseline="0" dirty="0" smtClean="0"/>
              <a:t> and </a:t>
            </a:r>
            <a:r>
              <a:rPr lang="en-US" dirty="0" smtClean="0"/>
              <a:t>hold it in suspension so it can be easily rinsed away</a:t>
            </a:r>
          </a:p>
          <a:p>
            <a:pPr>
              <a:buFont typeface="Arial" pitchFamily="34" charset="0"/>
              <a:buChar char="•"/>
            </a:pPr>
            <a:r>
              <a:rPr lang="en-US" dirty="0" smtClean="0"/>
              <a:t>Care must be taken when using water on wood floors as it is can swell the wood. Take care not to over wet carpets</a:t>
            </a:r>
          </a:p>
          <a:p>
            <a:pPr>
              <a:buFont typeface="Arial" pitchFamily="34" charset="0"/>
              <a:buChar char="•"/>
            </a:pPr>
            <a:r>
              <a:rPr lang="en-US" dirty="0" smtClean="0"/>
              <a:t>Water is heavy and can cause damage if not used correctly</a:t>
            </a:r>
          </a:p>
          <a:p>
            <a:pPr>
              <a:buFont typeface="Arial" pitchFamily="34" charset="0"/>
              <a:buChar char="•"/>
            </a:pPr>
            <a:r>
              <a:rPr lang="en-US" dirty="0" smtClean="0"/>
              <a:t>Hot water will increase the activity of most chemicals.</a:t>
            </a:r>
            <a:endParaRPr lang="en-AU" dirty="0" smtClean="0"/>
          </a:p>
        </p:txBody>
      </p:sp>
      <p:sp>
        <p:nvSpPr>
          <p:cNvPr id="7987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A5338383-D3DB-4FD2-88C4-B2EB717B90AB}" type="slidenum">
              <a:rPr lang="en-US"/>
              <a:pPr fontAlgn="base">
                <a:spcBef>
                  <a:spcPct val="0"/>
                </a:spcBef>
                <a:spcAft>
                  <a:spcPct val="0"/>
                </a:spcAft>
              </a:pPr>
              <a:t>25</a:t>
            </a:fld>
            <a:endParaRPr lang="en-US"/>
          </a:p>
        </p:txBody>
      </p:sp>
    </p:spTree>
    <p:extLst>
      <p:ext uri="{BB962C8B-B14F-4D97-AF65-F5344CB8AC3E}">
        <p14:creationId xmlns:p14="http://schemas.microsoft.com/office/powerpoint/2010/main" val="14791848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p:spPr>
      </p:sp>
      <p:sp>
        <p:nvSpPr>
          <p:cNvPr id="8089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smtClean="0"/>
              <a:t>Trainer to stress that chemicals should NEVER be mixed. </a:t>
            </a:r>
          </a:p>
          <a:p>
            <a:pPr>
              <a:buFont typeface="Arial" pitchFamily="34" charset="0"/>
              <a:buChar char="•"/>
            </a:pPr>
            <a:r>
              <a:rPr lang="en-US" dirty="0" smtClean="0"/>
              <a:t>One may render the other inactive but also can cause a chemical reaction which can give off fatal gases</a:t>
            </a:r>
          </a:p>
          <a:p>
            <a:pPr>
              <a:buFont typeface="Arial" pitchFamily="34" charset="0"/>
              <a:buChar char="•"/>
            </a:pPr>
            <a:r>
              <a:rPr lang="en-US" dirty="0" smtClean="0"/>
              <a:t>Always follow the instructions for use and know the purpose of each one</a:t>
            </a:r>
          </a:p>
          <a:p>
            <a:pPr>
              <a:buFont typeface="Arial" pitchFamily="34" charset="0"/>
              <a:buChar char="•"/>
            </a:pPr>
            <a:r>
              <a:rPr lang="en-US" dirty="0" smtClean="0"/>
              <a:t>Refer to the general precautions in the Trainee Manual.</a:t>
            </a:r>
            <a:endParaRPr lang="en-AU" dirty="0" smtClean="0"/>
          </a:p>
        </p:txBody>
      </p:sp>
      <p:sp>
        <p:nvSpPr>
          <p:cNvPr id="809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31CF2929-EEC8-44B9-8098-CE29717A4F85}" type="slidenum">
              <a:rPr lang="en-US"/>
              <a:pPr fontAlgn="base">
                <a:spcBef>
                  <a:spcPct val="0"/>
                </a:spcBef>
                <a:spcAft>
                  <a:spcPct val="0"/>
                </a:spcAft>
              </a:pPr>
              <a:t>26</a:t>
            </a:fld>
            <a:endParaRPr lang="en-US"/>
          </a:p>
        </p:txBody>
      </p:sp>
    </p:spTree>
    <p:extLst>
      <p:ext uri="{BB962C8B-B14F-4D97-AF65-F5344CB8AC3E}">
        <p14:creationId xmlns:p14="http://schemas.microsoft.com/office/powerpoint/2010/main" val="28472957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p:spPr>
      </p:sp>
      <p:sp>
        <p:nvSpPr>
          <p:cNvPr id="8192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hold a general discussion on what to wear and when. </a:t>
            </a:r>
          </a:p>
          <a:p>
            <a:pPr eaLnBrk="1" hangingPunct="1">
              <a:spcBef>
                <a:spcPct val="0"/>
              </a:spcBef>
              <a:buFont typeface="Arial" pitchFamily="34" charset="0"/>
              <a:buChar char="•"/>
            </a:pPr>
            <a:r>
              <a:rPr lang="en-US" dirty="0" smtClean="0"/>
              <a:t>If possible have some examples to show the students.</a:t>
            </a:r>
          </a:p>
        </p:txBody>
      </p:sp>
      <p:sp>
        <p:nvSpPr>
          <p:cNvPr id="81924"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2CE0BACB-3220-40F6-B925-039C18BFDFD8}" type="slidenum">
              <a:rPr lang="en-US" sz="1200">
                <a:latin typeface="Helvetica" pitchFamily="34" charset="0"/>
              </a:rPr>
              <a:pPr algn="r"/>
              <a:t>27</a:t>
            </a:fld>
            <a:endParaRPr lang="en-US" sz="1200">
              <a:latin typeface="Helvetica" pitchFamily="34" charset="0"/>
            </a:endParaRPr>
          </a:p>
        </p:txBody>
      </p:sp>
    </p:spTree>
    <p:extLst>
      <p:ext uri="{BB962C8B-B14F-4D97-AF65-F5344CB8AC3E}">
        <p14:creationId xmlns:p14="http://schemas.microsoft.com/office/powerpoint/2010/main" val="39771538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p:spPr>
      </p:sp>
      <p:sp>
        <p:nvSpPr>
          <p:cNvPr id="8294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explain that good preparation will save time in the long run.</a:t>
            </a:r>
          </a:p>
        </p:txBody>
      </p:sp>
      <p:sp>
        <p:nvSpPr>
          <p:cNvPr id="82948"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37A0F623-ABE7-4344-BDDC-12F2DDD60BAF}" type="slidenum">
              <a:rPr lang="en-US" sz="1200">
                <a:latin typeface="Helvetica" pitchFamily="34" charset="0"/>
              </a:rPr>
              <a:pPr algn="r"/>
              <a:t>28</a:t>
            </a:fld>
            <a:endParaRPr lang="en-US" sz="1200">
              <a:latin typeface="Helvetica" pitchFamily="34" charset="0"/>
            </a:endParaRPr>
          </a:p>
        </p:txBody>
      </p:sp>
    </p:spTree>
    <p:extLst>
      <p:ext uri="{BB962C8B-B14F-4D97-AF65-F5344CB8AC3E}">
        <p14:creationId xmlns:p14="http://schemas.microsoft.com/office/powerpoint/2010/main" val="33975527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p:spPr>
      </p:sp>
      <p:sp>
        <p:nvSpPr>
          <p:cNvPr id="8397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explain that working to a routine will ensure that no tasks are missed and all surfaces will be cleaned.  </a:t>
            </a:r>
          </a:p>
          <a:p>
            <a:pPr eaLnBrk="1" hangingPunct="1">
              <a:spcBef>
                <a:spcPct val="0"/>
              </a:spcBef>
              <a:buFont typeface="Arial" pitchFamily="34" charset="0"/>
              <a:buChar char="•"/>
            </a:pPr>
            <a:r>
              <a:rPr lang="en-US" dirty="0" smtClean="0"/>
              <a:t>A routine will ensure that time is not wasted backwards and forwards changing chemicals and equipment</a:t>
            </a:r>
          </a:p>
          <a:p>
            <a:pPr eaLnBrk="1" hangingPunct="1">
              <a:spcBef>
                <a:spcPct val="0"/>
              </a:spcBef>
              <a:buFont typeface="Arial" pitchFamily="34" charset="0"/>
              <a:buChar char="•"/>
            </a:pPr>
            <a:r>
              <a:rPr lang="en-US" dirty="0" smtClean="0"/>
              <a:t>At the end of the day, the cleaner will also be less tired.</a:t>
            </a:r>
          </a:p>
        </p:txBody>
      </p:sp>
      <p:sp>
        <p:nvSpPr>
          <p:cNvPr id="83972"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C1F76490-F6A3-42E6-A693-39599C352313}" type="slidenum">
              <a:rPr lang="en-US" sz="1200">
                <a:latin typeface="Helvetica" pitchFamily="34" charset="0"/>
              </a:rPr>
              <a:pPr algn="r"/>
              <a:t>29</a:t>
            </a:fld>
            <a:endParaRPr lang="en-US" sz="1200">
              <a:latin typeface="Helvetica" pitchFamily="34" charset="0"/>
            </a:endParaRPr>
          </a:p>
        </p:txBody>
      </p:sp>
    </p:spTree>
    <p:extLst>
      <p:ext uri="{BB962C8B-B14F-4D97-AF65-F5344CB8AC3E}">
        <p14:creationId xmlns:p14="http://schemas.microsoft.com/office/powerpoint/2010/main" val="26280380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p:spPr>
      </p:sp>
      <p:sp>
        <p:nvSpPr>
          <p:cNvPr id="8499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explain that disposal of waste is a very important task. </a:t>
            </a:r>
          </a:p>
          <a:p>
            <a:pPr eaLnBrk="1" hangingPunct="1">
              <a:spcBef>
                <a:spcPct val="0"/>
              </a:spcBef>
              <a:buFont typeface="Arial" pitchFamily="34" charset="0"/>
              <a:buChar char="•"/>
            </a:pPr>
            <a:r>
              <a:rPr lang="en-US" dirty="0" smtClean="0"/>
              <a:t>Explain that f waste is not disposed of correctly, it may attract vermin and pests and generate bad </a:t>
            </a:r>
            <a:r>
              <a:rPr lang="en-US" dirty="0" err="1" smtClean="0"/>
              <a:t>odours</a:t>
            </a:r>
            <a:r>
              <a:rPr lang="en-US" dirty="0" smtClean="0"/>
              <a:t>. </a:t>
            </a:r>
          </a:p>
          <a:p>
            <a:pPr eaLnBrk="1" hangingPunct="1">
              <a:spcBef>
                <a:spcPct val="0"/>
              </a:spcBef>
            </a:pPr>
            <a:endParaRPr lang="en-US" dirty="0" smtClean="0"/>
          </a:p>
          <a:p>
            <a:pPr eaLnBrk="1" hangingPunct="1">
              <a:spcBef>
                <a:spcPct val="0"/>
              </a:spcBef>
            </a:pPr>
            <a:r>
              <a:rPr lang="en-US" b="1" dirty="0" smtClean="0"/>
              <a:t>Class activity 8</a:t>
            </a:r>
            <a:endParaRPr lang="en-US" dirty="0" smtClean="0"/>
          </a:p>
          <a:p>
            <a:pPr eaLnBrk="1" hangingPunct="1">
              <a:spcBef>
                <a:spcPct val="0"/>
              </a:spcBef>
            </a:pPr>
            <a:r>
              <a:rPr lang="en-US" dirty="0" smtClean="0"/>
              <a:t>Suggest trainer arrange a visit to either a waste disposal plant to see how all waste is disposed of or a visit to a recycling plant to create awareness in the students of the need to recycle and reduce costs of general waste disposal.</a:t>
            </a:r>
          </a:p>
        </p:txBody>
      </p:sp>
      <p:sp>
        <p:nvSpPr>
          <p:cNvPr id="84996"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787C7536-2D51-4B68-9BAD-23E8C551F87B}" type="slidenum">
              <a:rPr lang="en-US" sz="1200">
                <a:latin typeface="Helvetica" pitchFamily="34" charset="0"/>
              </a:rPr>
              <a:pPr algn="r"/>
              <a:t>30</a:t>
            </a:fld>
            <a:endParaRPr lang="en-US" sz="1200">
              <a:latin typeface="Helvetica" pitchFamily="34" charset="0"/>
            </a:endParaRPr>
          </a:p>
        </p:txBody>
      </p:sp>
    </p:spTree>
    <p:extLst>
      <p:ext uri="{BB962C8B-B14F-4D97-AF65-F5344CB8AC3E}">
        <p14:creationId xmlns:p14="http://schemas.microsoft.com/office/powerpoint/2010/main" val="23723453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p:spPr>
      </p:sp>
      <p:sp>
        <p:nvSpPr>
          <p:cNvPr id="8601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discuss these issues explaining that good teamwork between cleaners will make their tasks easier for the next day as the cleaners store will be neat and tidy, all equipment in working order and everything in its</a:t>
            </a:r>
            <a:r>
              <a:rPr lang="en-US" baseline="0" dirty="0" smtClean="0"/>
              <a:t> </a:t>
            </a:r>
            <a:r>
              <a:rPr lang="en-US" dirty="0" smtClean="0"/>
              <a:t>place will save time and effort.</a:t>
            </a:r>
          </a:p>
        </p:txBody>
      </p:sp>
      <p:sp>
        <p:nvSpPr>
          <p:cNvPr id="86020"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00186822-94C2-4ED4-91DE-DF129CE28AE1}" type="slidenum">
              <a:rPr lang="en-US" sz="1200">
                <a:latin typeface="Helvetica" pitchFamily="34" charset="0"/>
              </a:rPr>
              <a:pPr algn="r"/>
              <a:t>31</a:t>
            </a:fld>
            <a:endParaRPr lang="en-US" sz="1200">
              <a:latin typeface="Helvetica" pitchFamily="34" charset="0"/>
            </a:endParaRPr>
          </a:p>
        </p:txBody>
      </p:sp>
    </p:spTree>
    <p:extLst>
      <p:ext uri="{BB962C8B-B14F-4D97-AF65-F5344CB8AC3E}">
        <p14:creationId xmlns:p14="http://schemas.microsoft.com/office/powerpoint/2010/main" val="38145949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p:spPr>
      </p:sp>
      <p:sp>
        <p:nvSpPr>
          <p:cNvPr id="87043" name="Notes Placeholder 2"/>
          <p:cNvSpPr>
            <a:spLocks noGrp="1"/>
          </p:cNvSpPr>
          <p:nvPr>
            <p:ph type="body" idx="1"/>
          </p:nvPr>
        </p:nvSpPr>
        <p:spPr bwMode="auto">
          <a:noFill/>
        </p:spPr>
        <p:txBody>
          <a:bodyPr wrap="square" numCol="1" anchor="t" anchorCtr="0" compatLnSpc="1">
            <a:prstTxWarp prst="textNoShape">
              <a:avLst/>
            </a:prstTxWarp>
          </a:bodyPr>
          <a:lstStyle/>
          <a:p>
            <a:pPr>
              <a:buFont typeface="Arial" pitchFamily="34" charset="0"/>
              <a:buChar char="•"/>
            </a:pPr>
            <a:r>
              <a:rPr lang="en-US" dirty="0" smtClean="0"/>
              <a:t>The vacuum cleaner should be well maintained</a:t>
            </a:r>
          </a:p>
          <a:p>
            <a:pPr>
              <a:buFont typeface="Arial" pitchFamily="34" charset="0"/>
              <a:buChar char="•"/>
            </a:pPr>
            <a:r>
              <a:rPr lang="en-US" dirty="0" smtClean="0"/>
              <a:t>Always place the full paper dust bag into a plastic garbage bag to eliminate dust being spread around</a:t>
            </a:r>
          </a:p>
          <a:p>
            <a:pPr>
              <a:buFont typeface="Arial" pitchFamily="34" charset="0"/>
              <a:buChar char="•"/>
            </a:pPr>
            <a:r>
              <a:rPr lang="en-US" dirty="0" smtClean="0"/>
              <a:t>The machine should be checked daily for frayed or damaged wiring</a:t>
            </a:r>
          </a:p>
          <a:p>
            <a:pPr>
              <a:buFont typeface="Arial" pitchFamily="34" charset="0"/>
              <a:buChar char="•"/>
            </a:pPr>
            <a:r>
              <a:rPr lang="en-US" dirty="0" smtClean="0"/>
              <a:t>Report faults as soon as they occur and take a machine out of service if it presents as a hazard</a:t>
            </a:r>
          </a:p>
          <a:p>
            <a:pPr>
              <a:buFont typeface="Arial" pitchFamily="34" charset="0"/>
              <a:buChar char="•"/>
            </a:pPr>
            <a:r>
              <a:rPr lang="en-US" dirty="0" smtClean="0"/>
              <a:t>Squeaky wheels or an overly noisy motor may disturb guests and staff.</a:t>
            </a:r>
            <a:endParaRPr lang="en-AU" dirty="0" smtClean="0"/>
          </a:p>
        </p:txBody>
      </p:sp>
      <p:sp>
        <p:nvSpPr>
          <p:cNvPr id="8704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AF9A2E59-870E-41EE-B4FE-2009C0939FCB}" type="slidenum">
              <a:rPr lang="en-US"/>
              <a:pPr fontAlgn="base">
                <a:spcBef>
                  <a:spcPct val="0"/>
                </a:spcBef>
                <a:spcAft>
                  <a:spcPct val="0"/>
                </a:spcAft>
              </a:pPr>
              <a:t>32</a:t>
            </a:fld>
            <a:endParaRPr lang="en-US"/>
          </a:p>
        </p:txBody>
      </p:sp>
    </p:spTree>
    <p:extLst>
      <p:ext uri="{BB962C8B-B14F-4D97-AF65-F5344CB8AC3E}">
        <p14:creationId xmlns:p14="http://schemas.microsoft.com/office/powerpoint/2010/main" val="15302257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p:spPr>
      </p:sp>
      <p:sp>
        <p:nvSpPr>
          <p:cNvPr id="8806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discuss different wet tasks and the equipment and chemicals that would be needed for each. </a:t>
            </a:r>
          </a:p>
          <a:p>
            <a:pPr eaLnBrk="1" hangingPunct="1">
              <a:spcBef>
                <a:spcPct val="0"/>
              </a:spcBef>
            </a:pPr>
            <a:r>
              <a:rPr lang="en-US" dirty="0" smtClean="0"/>
              <a:t>Trainer </a:t>
            </a:r>
            <a:r>
              <a:rPr lang="en-US" b="0" dirty="0" smtClean="0"/>
              <a:t>to</a:t>
            </a:r>
            <a:r>
              <a:rPr lang="en-US" b="1" dirty="0" smtClean="0"/>
              <a:t> demonstrate </a:t>
            </a:r>
            <a:r>
              <a:rPr lang="en-US" dirty="0" smtClean="0"/>
              <a:t>the correct cleaning of a) a toilet and b) a wash basin and point out all the details that determine if these areas are clean or not (tops of lid and seat, underneath of the lid and seat, around the pan and underneath, the throat of the toilet and under the rim, any pipes behind and the flush buttons or handles). </a:t>
            </a:r>
          </a:p>
          <a:p>
            <a:pPr eaLnBrk="1" hangingPunct="1">
              <a:spcBef>
                <a:spcPct val="0"/>
              </a:spcBef>
              <a:buFont typeface="Arial" pitchFamily="34" charset="0"/>
              <a:buChar char="•"/>
            </a:pPr>
            <a:r>
              <a:rPr lang="en-US" dirty="0" smtClean="0"/>
              <a:t>Dry and polish - for a washbasin around the taps</a:t>
            </a:r>
            <a:r>
              <a:rPr lang="en-US" baseline="0" dirty="0" smtClean="0"/>
              <a:t> and </a:t>
            </a:r>
            <a:r>
              <a:rPr lang="en-US" dirty="0" smtClean="0"/>
              <a:t>plug, no hairs or cigarette butts, overflow outlet, pipes underneath, the underneath of the basin. </a:t>
            </a:r>
          </a:p>
        </p:txBody>
      </p:sp>
      <p:sp>
        <p:nvSpPr>
          <p:cNvPr id="88068"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941B9F49-E1D2-4289-8DF9-F3503F385D22}" type="slidenum">
              <a:rPr lang="en-US" sz="1200">
                <a:latin typeface="Helvetica" pitchFamily="34" charset="0"/>
              </a:rPr>
              <a:pPr algn="r"/>
              <a:t>33</a:t>
            </a:fld>
            <a:endParaRPr lang="en-US" sz="1200">
              <a:latin typeface="Helvetica" pitchFamily="34" charset="0"/>
            </a:endParaRPr>
          </a:p>
        </p:txBody>
      </p:sp>
    </p:spTree>
    <p:extLst>
      <p:ext uri="{BB962C8B-B14F-4D97-AF65-F5344CB8AC3E}">
        <p14:creationId xmlns:p14="http://schemas.microsoft.com/office/powerpoint/2010/main" val="34436635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p:spPr>
      </p:sp>
      <p:sp>
        <p:nvSpPr>
          <p:cNvPr id="8909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b="1" dirty="0" smtClean="0"/>
              <a:t>Trainer should demonstrate </a:t>
            </a:r>
            <a:r>
              <a:rPr lang="en-US" dirty="0" smtClean="0"/>
              <a:t>the correct standing position when vacuuming (keep back straight and let the machine do the work - do not “scrub” the carpet with the machine. </a:t>
            </a:r>
          </a:p>
          <a:p>
            <a:pPr eaLnBrk="1" hangingPunct="1">
              <a:spcBef>
                <a:spcPct val="0"/>
              </a:spcBef>
              <a:buFont typeface="Arial" pitchFamily="34" charset="0"/>
              <a:buChar char="•"/>
            </a:pPr>
            <a:r>
              <a:rPr lang="en-US" dirty="0" smtClean="0"/>
              <a:t>When dusting dampen the rag and spray the polish or all purpose cleaner on to the rag. This will be enough and economical.</a:t>
            </a:r>
          </a:p>
          <a:p>
            <a:pPr eaLnBrk="1" hangingPunct="1">
              <a:spcBef>
                <a:spcPct val="0"/>
              </a:spcBef>
              <a:buFont typeface="Arial" pitchFamily="34" charset="0"/>
              <a:buChar char="•"/>
            </a:pPr>
            <a:r>
              <a:rPr lang="en-US" dirty="0" smtClean="0"/>
              <a:t>Demonstrate the figure 8 of dust mopping an area without lifting the mop off the floor.</a:t>
            </a:r>
          </a:p>
        </p:txBody>
      </p:sp>
      <p:sp>
        <p:nvSpPr>
          <p:cNvPr id="89092"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78C97A5E-0C77-46B5-876B-79E9F6CCBC28}" type="slidenum">
              <a:rPr lang="en-US" sz="1200">
                <a:latin typeface="Helvetica" pitchFamily="34" charset="0"/>
              </a:rPr>
              <a:pPr algn="r"/>
              <a:t>34</a:t>
            </a:fld>
            <a:endParaRPr lang="en-US" sz="1200">
              <a:latin typeface="Helvetica" pitchFamily="34" charset="0"/>
            </a:endParaRPr>
          </a:p>
        </p:txBody>
      </p:sp>
    </p:spTree>
    <p:extLst>
      <p:ext uri="{BB962C8B-B14F-4D97-AF65-F5344CB8AC3E}">
        <p14:creationId xmlns:p14="http://schemas.microsoft.com/office/powerpoint/2010/main" val="927730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headEnd/>
            <a:tailEnd/>
          </a:ln>
        </p:spPr>
      </p:sp>
      <p:sp>
        <p:nvSpPr>
          <p:cNvPr id="9011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discuss. </a:t>
            </a:r>
          </a:p>
          <a:p>
            <a:pPr eaLnBrk="1" hangingPunct="1">
              <a:spcBef>
                <a:spcPct val="0"/>
              </a:spcBef>
              <a:buFont typeface="Arial" pitchFamily="34" charset="0"/>
              <a:buChar char="•"/>
            </a:pPr>
            <a:r>
              <a:rPr lang="en-US" dirty="0" smtClean="0"/>
              <a:t>All maintenance tasks need to be </a:t>
            </a:r>
            <a:r>
              <a:rPr lang="en-US" dirty="0" err="1" smtClean="0"/>
              <a:t>prioritised</a:t>
            </a:r>
            <a:r>
              <a:rPr lang="en-US" dirty="0" smtClean="0"/>
              <a:t> in order of urgency</a:t>
            </a:r>
          </a:p>
          <a:p>
            <a:pPr eaLnBrk="1" hangingPunct="1">
              <a:spcBef>
                <a:spcPct val="0"/>
              </a:spcBef>
              <a:buFont typeface="Arial" pitchFamily="34" charset="0"/>
              <a:buChar char="•"/>
            </a:pPr>
            <a:r>
              <a:rPr lang="en-US" dirty="0" smtClean="0"/>
              <a:t>Preventative is designed to prevent breakdowns and planned is usually larger tasks that need more time to be done at unusual times. </a:t>
            </a:r>
          </a:p>
          <a:p>
            <a:pPr eaLnBrk="1" hangingPunct="1">
              <a:spcBef>
                <a:spcPct val="0"/>
              </a:spcBef>
            </a:pPr>
            <a:endParaRPr lang="en-US" dirty="0" smtClean="0"/>
          </a:p>
          <a:p>
            <a:pPr eaLnBrk="1" hangingPunct="1">
              <a:spcBef>
                <a:spcPct val="0"/>
              </a:spcBef>
            </a:pPr>
            <a:r>
              <a:rPr lang="en-US" b="1" dirty="0" smtClean="0"/>
              <a:t>Class activity 9</a:t>
            </a:r>
            <a:r>
              <a:rPr lang="en-US" dirty="0" smtClean="0"/>
              <a:t> </a:t>
            </a:r>
          </a:p>
          <a:p>
            <a:pPr eaLnBrk="1" hangingPunct="1">
              <a:spcBef>
                <a:spcPct val="0"/>
              </a:spcBef>
            </a:pPr>
            <a:r>
              <a:rPr lang="en-US" dirty="0" smtClean="0"/>
              <a:t>Select an area and have the students identify all items that would need preventative maintenance by an electrician.</a:t>
            </a:r>
          </a:p>
        </p:txBody>
      </p:sp>
      <p:sp>
        <p:nvSpPr>
          <p:cNvPr id="90116"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07AA4C4E-2A5E-4B4C-84D8-709B529A25D4}" type="slidenum">
              <a:rPr lang="en-US" sz="1200">
                <a:latin typeface="Helvetica" pitchFamily="34" charset="0"/>
              </a:rPr>
              <a:pPr algn="r"/>
              <a:t>35</a:t>
            </a:fld>
            <a:endParaRPr lang="en-US" sz="1200">
              <a:latin typeface="Helvetica" pitchFamily="34" charset="0"/>
            </a:endParaRPr>
          </a:p>
        </p:txBody>
      </p:sp>
    </p:spTree>
    <p:extLst>
      <p:ext uri="{BB962C8B-B14F-4D97-AF65-F5344CB8AC3E}">
        <p14:creationId xmlns:p14="http://schemas.microsoft.com/office/powerpoint/2010/main" val="15403226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bwMode="auto">
          <a:noFill/>
          <a:ln>
            <a:solidFill>
              <a:srgbClr val="000000"/>
            </a:solidFill>
            <a:miter lim="800000"/>
            <a:headEnd/>
            <a:tailEnd/>
          </a:ln>
        </p:spPr>
      </p:sp>
      <p:sp>
        <p:nvSpPr>
          <p:cNvPr id="9113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discuss the different tasks to be carried out by each.</a:t>
            </a:r>
          </a:p>
        </p:txBody>
      </p:sp>
      <p:sp>
        <p:nvSpPr>
          <p:cNvPr id="91140"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DCDD10CC-AFAC-4672-8CE9-363C0F826FEA}" type="slidenum">
              <a:rPr lang="en-US" sz="1200">
                <a:latin typeface="Helvetica" pitchFamily="34" charset="0"/>
              </a:rPr>
              <a:pPr algn="r"/>
              <a:t>36</a:t>
            </a:fld>
            <a:endParaRPr lang="en-US" sz="1200">
              <a:latin typeface="Helvetica" pitchFamily="34" charset="0"/>
            </a:endParaRPr>
          </a:p>
        </p:txBody>
      </p:sp>
    </p:spTree>
    <p:extLst>
      <p:ext uri="{BB962C8B-B14F-4D97-AF65-F5344CB8AC3E}">
        <p14:creationId xmlns:p14="http://schemas.microsoft.com/office/powerpoint/2010/main" val="29063132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p:spPr>
      </p:sp>
      <p:sp>
        <p:nvSpPr>
          <p:cNvPr id="9216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b="0" dirty="0" smtClean="0"/>
              <a:t>Continue as previous slide.</a:t>
            </a:r>
          </a:p>
        </p:txBody>
      </p:sp>
      <p:sp>
        <p:nvSpPr>
          <p:cNvPr id="92164"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B86AD43C-C3F2-468B-93A4-78C003C81232}" type="slidenum">
              <a:rPr lang="en-US" sz="1200">
                <a:latin typeface="Helvetica" pitchFamily="34" charset="0"/>
              </a:rPr>
              <a:pPr algn="r"/>
              <a:t>37</a:t>
            </a:fld>
            <a:endParaRPr lang="en-US" sz="1200">
              <a:latin typeface="Helvetica" pitchFamily="34" charset="0"/>
            </a:endParaRPr>
          </a:p>
        </p:txBody>
      </p:sp>
    </p:spTree>
    <p:extLst>
      <p:ext uri="{BB962C8B-B14F-4D97-AF65-F5344CB8AC3E}">
        <p14:creationId xmlns:p14="http://schemas.microsoft.com/office/powerpoint/2010/main" val="42431497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bwMode="auto">
          <a:noFill/>
          <a:ln>
            <a:solidFill>
              <a:srgbClr val="000000"/>
            </a:solidFill>
            <a:miter lim="800000"/>
            <a:headEnd/>
            <a:tailEnd/>
          </a:ln>
        </p:spPr>
      </p:sp>
      <p:sp>
        <p:nvSpPr>
          <p:cNvPr id="9318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discuss</a:t>
            </a:r>
            <a:r>
              <a:rPr lang="en-US" baseline="0" dirty="0" smtClean="0"/>
              <a:t> in more detail.</a:t>
            </a:r>
            <a:endParaRPr lang="en-US" dirty="0" smtClean="0"/>
          </a:p>
        </p:txBody>
      </p:sp>
      <p:sp>
        <p:nvSpPr>
          <p:cNvPr id="93188"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C9584048-1806-470E-94F8-A2F8980C89AD}" type="slidenum">
              <a:rPr lang="en-US" sz="1200">
                <a:latin typeface="Helvetica" pitchFamily="34" charset="0"/>
              </a:rPr>
              <a:pPr algn="r"/>
              <a:t>38</a:t>
            </a:fld>
            <a:endParaRPr lang="en-US" sz="1200">
              <a:latin typeface="Helvetica" pitchFamily="34" charset="0"/>
            </a:endParaRPr>
          </a:p>
        </p:txBody>
      </p:sp>
    </p:spTree>
    <p:extLst>
      <p:ext uri="{BB962C8B-B14F-4D97-AF65-F5344CB8AC3E}">
        <p14:creationId xmlns:p14="http://schemas.microsoft.com/office/powerpoint/2010/main" val="29420191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bwMode="auto">
          <a:noFill/>
          <a:ln>
            <a:solidFill>
              <a:srgbClr val="000000"/>
            </a:solidFill>
            <a:miter lim="800000"/>
            <a:headEnd/>
            <a:tailEnd/>
          </a:ln>
        </p:spPr>
      </p:sp>
      <p:sp>
        <p:nvSpPr>
          <p:cNvPr id="9421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discuss. </a:t>
            </a:r>
          </a:p>
          <a:p>
            <a:pPr eaLnBrk="1" hangingPunct="1">
              <a:spcBef>
                <a:spcPct val="0"/>
              </a:spcBef>
              <a:buFont typeface="Arial" pitchFamily="34" charset="0"/>
              <a:buChar char="•"/>
            </a:pPr>
            <a:r>
              <a:rPr lang="en-US" dirty="0" smtClean="0"/>
              <a:t>Certain tasks should be carried out only by qualified people</a:t>
            </a:r>
          </a:p>
          <a:p>
            <a:pPr eaLnBrk="1" hangingPunct="1">
              <a:spcBef>
                <a:spcPct val="0"/>
              </a:spcBef>
              <a:buFont typeface="Arial" pitchFamily="34" charset="0"/>
              <a:buChar char="•"/>
            </a:pPr>
            <a:r>
              <a:rPr lang="en-US" dirty="0" smtClean="0"/>
              <a:t>To attempt to complete tasks you are not trained for may harm you or others or may damage property.</a:t>
            </a:r>
          </a:p>
        </p:txBody>
      </p:sp>
      <p:sp>
        <p:nvSpPr>
          <p:cNvPr id="94212"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205E0B61-BFB4-4584-A17D-2B14BE79BBB7}" type="slidenum">
              <a:rPr lang="en-US" sz="1200">
                <a:latin typeface="Helvetica" pitchFamily="34" charset="0"/>
              </a:rPr>
              <a:pPr algn="r"/>
              <a:t>39</a:t>
            </a:fld>
            <a:endParaRPr lang="en-US" sz="1200">
              <a:latin typeface="Helvetica" pitchFamily="34" charset="0"/>
            </a:endParaRPr>
          </a:p>
        </p:txBody>
      </p:sp>
    </p:spTree>
    <p:extLst>
      <p:ext uri="{BB962C8B-B14F-4D97-AF65-F5344CB8AC3E}">
        <p14:creationId xmlns:p14="http://schemas.microsoft.com/office/powerpoint/2010/main" val="31883826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p:spPr>
      </p:sp>
      <p:sp>
        <p:nvSpPr>
          <p:cNvPr id="9523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explain that maintenance staff have a critical role to play when areas are out of service due to a fault. </a:t>
            </a:r>
          </a:p>
          <a:p>
            <a:pPr eaLnBrk="1" hangingPunct="1">
              <a:spcBef>
                <a:spcPct val="0"/>
              </a:spcBef>
              <a:buFont typeface="Arial" pitchFamily="34" charset="0"/>
              <a:buChar char="•"/>
            </a:pPr>
            <a:r>
              <a:rPr lang="en-US" dirty="0" smtClean="0"/>
              <a:t>It may increase the workload for others but it is vital that there is good communication</a:t>
            </a:r>
            <a:r>
              <a:rPr lang="en-US" baseline="0" dirty="0" smtClean="0"/>
              <a:t> with </a:t>
            </a:r>
            <a:r>
              <a:rPr lang="en-US" dirty="0" smtClean="0"/>
              <a:t>all departments</a:t>
            </a:r>
          </a:p>
          <a:p>
            <a:pPr eaLnBrk="1" hangingPunct="1">
              <a:spcBef>
                <a:spcPct val="0"/>
              </a:spcBef>
              <a:buFont typeface="Arial" pitchFamily="34" charset="0"/>
              <a:buChar char="•"/>
            </a:pPr>
            <a:r>
              <a:rPr lang="en-US" dirty="0" smtClean="0"/>
              <a:t>E.g. if the main dishwasher in the kitchen is not working , it will cause inconvenience to the kitchen staff</a:t>
            </a:r>
          </a:p>
          <a:p>
            <a:pPr eaLnBrk="1" hangingPunct="1">
              <a:spcBef>
                <a:spcPct val="0"/>
              </a:spcBef>
              <a:buFont typeface="Arial" pitchFamily="34" charset="0"/>
              <a:buChar char="•"/>
            </a:pPr>
            <a:r>
              <a:rPr lang="en-US" dirty="0" smtClean="0"/>
              <a:t>If the machine has been fixed but this is not communicated, then there will a backlog of dirty dishes that could have been washed earlier</a:t>
            </a:r>
          </a:p>
          <a:p>
            <a:pPr eaLnBrk="1" hangingPunct="1">
              <a:spcBef>
                <a:spcPct val="0"/>
              </a:spcBef>
              <a:buFont typeface="Arial" pitchFamily="34" charset="0"/>
              <a:buChar char="•"/>
            </a:pPr>
            <a:r>
              <a:rPr lang="en-US" dirty="0" smtClean="0"/>
              <a:t>This may also cause departments to incur</a:t>
            </a:r>
            <a:r>
              <a:rPr lang="en-US" baseline="0" dirty="0" smtClean="0"/>
              <a:t> </a:t>
            </a:r>
            <a:r>
              <a:rPr lang="en-US" dirty="0" smtClean="0"/>
              <a:t>overtime as they need to catch up </a:t>
            </a:r>
          </a:p>
          <a:p>
            <a:pPr eaLnBrk="1" hangingPunct="1">
              <a:spcBef>
                <a:spcPct val="0"/>
              </a:spcBef>
              <a:buFont typeface="Arial" pitchFamily="34" charset="0"/>
              <a:buChar char="•"/>
            </a:pPr>
            <a:r>
              <a:rPr lang="en-US" dirty="0" smtClean="0"/>
              <a:t>Similarly, if Housekeeping is holding a room back because of a blocked toilet and nobody tells them the problem is fixed, the hotel could lose revenue due to the room not being available.</a:t>
            </a:r>
          </a:p>
        </p:txBody>
      </p:sp>
      <p:sp>
        <p:nvSpPr>
          <p:cNvPr id="95236"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7583DEDB-FA72-43C1-82EF-7AE428B2789B}" type="slidenum">
              <a:rPr lang="en-US" sz="1200">
                <a:latin typeface="Helvetica" pitchFamily="34" charset="0"/>
              </a:rPr>
              <a:pPr algn="r"/>
              <a:t>40</a:t>
            </a:fld>
            <a:endParaRPr lang="en-US" sz="1200">
              <a:latin typeface="Helvetica" pitchFamily="34" charset="0"/>
            </a:endParaRPr>
          </a:p>
        </p:txBody>
      </p:sp>
    </p:spTree>
    <p:extLst>
      <p:ext uri="{BB962C8B-B14F-4D97-AF65-F5344CB8AC3E}">
        <p14:creationId xmlns:p14="http://schemas.microsoft.com/office/powerpoint/2010/main" val="22576330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bwMode="auto">
          <a:noFill/>
          <a:ln>
            <a:solidFill>
              <a:srgbClr val="000000"/>
            </a:solidFill>
            <a:miter lim="800000"/>
            <a:headEnd/>
            <a:tailEnd/>
          </a:ln>
        </p:spPr>
      </p:sp>
      <p:sp>
        <p:nvSpPr>
          <p:cNvPr id="962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This is self-explanatory. </a:t>
            </a:r>
          </a:p>
          <a:p>
            <a:pPr eaLnBrk="1" hangingPunct="1">
              <a:spcBef>
                <a:spcPct val="0"/>
              </a:spcBef>
              <a:buFont typeface="Arial" pitchFamily="34" charset="0"/>
              <a:buChar char="•"/>
            </a:pPr>
            <a:r>
              <a:rPr lang="en-US" dirty="0" smtClean="0"/>
              <a:t>Cost to the hotel is enormous if staff do not care for their equipment and it needs to be replaced</a:t>
            </a:r>
          </a:p>
          <a:p>
            <a:pPr eaLnBrk="1" hangingPunct="1">
              <a:spcBef>
                <a:spcPct val="0"/>
              </a:spcBef>
              <a:buFont typeface="Arial" pitchFamily="34" charset="0"/>
              <a:buChar char="•"/>
            </a:pPr>
            <a:r>
              <a:rPr lang="en-US" dirty="0" smtClean="0"/>
              <a:t>If there are not always the consumables needed, the tasks will be delayed and complaints may occur and revenue may be lost.</a:t>
            </a:r>
          </a:p>
        </p:txBody>
      </p:sp>
      <p:sp>
        <p:nvSpPr>
          <p:cNvPr id="96260"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110EBBF6-02E5-401F-AE07-ED885BE2B5A3}" type="slidenum">
              <a:rPr lang="en-US" sz="1200">
                <a:latin typeface="Helvetica" pitchFamily="34" charset="0"/>
              </a:rPr>
              <a:pPr algn="r"/>
              <a:t>41</a:t>
            </a:fld>
            <a:endParaRPr lang="en-US" sz="1200">
              <a:latin typeface="Helvetica" pitchFamily="34" charset="0"/>
            </a:endParaRPr>
          </a:p>
        </p:txBody>
      </p:sp>
    </p:spTree>
    <p:extLst>
      <p:ext uri="{BB962C8B-B14F-4D97-AF65-F5344CB8AC3E}">
        <p14:creationId xmlns:p14="http://schemas.microsoft.com/office/powerpoint/2010/main" val="23619390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bwMode="auto">
          <a:noFill/>
          <a:ln>
            <a:solidFill>
              <a:srgbClr val="000000"/>
            </a:solidFill>
            <a:miter lim="800000"/>
            <a:headEnd/>
            <a:tailEnd/>
          </a:ln>
        </p:spPr>
      </p:sp>
      <p:sp>
        <p:nvSpPr>
          <p:cNvPr id="9728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discuss all points.</a:t>
            </a:r>
          </a:p>
        </p:txBody>
      </p:sp>
      <p:sp>
        <p:nvSpPr>
          <p:cNvPr id="97284"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BEA9922C-0069-4341-9774-15039EFF0D2D}" type="slidenum">
              <a:rPr lang="en-US" sz="1200">
                <a:latin typeface="Helvetica" pitchFamily="34" charset="0"/>
              </a:rPr>
              <a:pPr algn="r"/>
              <a:t>42</a:t>
            </a:fld>
            <a:endParaRPr lang="en-US" sz="1200">
              <a:latin typeface="Helvetica" pitchFamily="34" charset="0"/>
            </a:endParaRPr>
          </a:p>
        </p:txBody>
      </p:sp>
    </p:spTree>
    <p:extLst>
      <p:ext uri="{BB962C8B-B14F-4D97-AF65-F5344CB8AC3E}">
        <p14:creationId xmlns:p14="http://schemas.microsoft.com/office/powerpoint/2010/main" val="146223651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bwMode="auto">
          <a:noFill/>
          <a:ln>
            <a:solidFill>
              <a:srgbClr val="000000"/>
            </a:solidFill>
            <a:miter lim="800000"/>
            <a:headEnd/>
            <a:tailEnd/>
          </a:ln>
        </p:spPr>
      </p:sp>
      <p:sp>
        <p:nvSpPr>
          <p:cNvPr id="9830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discuss all the necessary record keeping.</a:t>
            </a:r>
          </a:p>
        </p:txBody>
      </p:sp>
      <p:sp>
        <p:nvSpPr>
          <p:cNvPr id="98308"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3873620D-9408-4E6C-A97D-628388DC8DD0}" type="slidenum">
              <a:rPr lang="en-US" sz="1200">
                <a:latin typeface="Helvetica" pitchFamily="34" charset="0"/>
              </a:rPr>
              <a:pPr algn="r"/>
              <a:t>43</a:t>
            </a:fld>
            <a:endParaRPr lang="en-US" sz="1200">
              <a:latin typeface="Helvetica" pitchFamily="34" charset="0"/>
            </a:endParaRPr>
          </a:p>
        </p:txBody>
      </p:sp>
    </p:spTree>
    <p:extLst>
      <p:ext uri="{BB962C8B-B14F-4D97-AF65-F5344CB8AC3E}">
        <p14:creationId xmlns:p14="http://schemas.microsoft.com/office/powerpoint/2010/main" val="33230967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bwMode="auto">
          <a:noFill/>
          <a:ln>
            <a:solidFill>
              <a:srgbClr val="000000"/>
            </a:solidFill>
            <a:miter lim="800000"/>
            <a:headEnd/>
            <a:tailEnd/>
          </a:ln>
        </p:spPr>
      </p:sp>
      <p:sp>
        <p:nvSpPr>
          <p:cNvPr id="9933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buFont typeface="Arial" pitchFamily="34" charset="0"/>
              <a:buChar char="•"/>
            </a:pPr>
            <a:r>
              <a:rPr lang="en-US" dirty="0" smtClean="0"/>
              <a:t>Because maintenance</a:t>
            </a:r>
            <a:r>
              <a:rPr lang="en-US" baseline="0" dirty="0" smtClean="0"/>
              <a:t> </a:t>
            </a:r>
            <a:r>
              <a:rPr lang="en-US" dirty="0" smtClean="0"/>
              <a:t>staff know the layout of the building and the location of all plant and equipment, they must be involved with new projects when it involves</a:t>
            </a:r>
            <a:r>
              <a:rPr lang="en-US" baseline="0" dirty="0" smtClean="0"/>
              <a:t> </a:t>
            </a:r>
            <a:r>
              <a:rPr lang="en-US" dirty="0" smtClean="0"/>
              <a:t>upgrades and replacements within the building so that mishaps and accidents do not happen </a:t>
            </a:r>
          </a:p>
          <a:p>
            <a:pPr eaLnBrk="1" hangingPunct="1">
              <a:spcBef>
                <a:spcPct val="0"/>
              </a:spcBef>
              <a:buFont typeface="Arial" pitchFamily="34" charset="0"/>
              <a:buChar char="•"/>
            </a:pPr>
            <a:r>
              <a:rPr lang="en-US" dirty="0" smtClean="0"/>
              <a:t>Long term they will be responsible for the upkeep of any new equipment.</a:t>
            </a:r>
          </a:p>
        </p:txBody>
      </p:sp>
      <p:sp>
        <p:nvSpPr>
          <p:cNvPr id="99332"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7DD838F2-471D-478C-934A-4810D20DCE01}" type="slidenum">
              <a:rPr lang="en-US" sz="1200">
                <a:latin typeface="Helvetica" pitchFamily="34" charset="0"/>
              </a:rPr>
              <a:pPr algn="r"/>
              <a:t>44</a:t>
            </a:fld>
            <a:endParaRPr lang="en-US" sz="1200">
              <a:latin typeface="Helvetica" pitchFamily="34" charset="0"/>
            </a:endParaRPr>
          </a:p>
        </p:txBody>
      </p:sp>
    </p:spTree>
    <p:extLst>
      <p:ext uri="{BB962C8B-B14F-4D97-AF65-F5344CB8AC3E}">
        <p14:creationId xmlns:p14="http://schemas.microsoft.com/office/powerpoint/2010/main" val="5480645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bwMode="auto">
          <a:noFill/>
          <a:ln>
            <a:solidFill>
              <a:srgbClr val="000000"/>
            </a:solidFill>
            <a:miter lim="800000"/>
            <a:headEnd/>
            <a:tailEnd/>
          </a:ln>
        </p:spPr>
      </p:sp>
      <p:sp>
        <p:nvSpPr>
          <p:cNvPr id="10035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buFont typeface="Arial" pitchFamily="34" charset="0"/>
              <a:buChar char="•"/>
            </a:pPr>
            <a:r>
              <a:rPr lang="en-US" dirty="0" smtClean="0"/>
              <a:t>Keep all necessary records of planned maintenance and call outs with reasons and cost</a:t>
            </a:r>
          </a:p>
          <a:p>
            <a:pPr eaLnBrk="1" hangingPunct="1">
              <a:spcBef>
                <a:spcPct val="0"/>
              </a:spcBef>
              <a:buFont typeface="Arial" pitchFamily="34" charset="0"/>
              <a:buChar char="•"/>
            </a:pPr>
            <a:r>
              <a:rPr lang="en-US" dirty="0" smtClean="0"/>
              <a:t>Review all contracts regularly to ensure that the best service for the price is obtained</a:t>
            </a:r>
          </a:p>
          <a:p>
            <a:pPr eaLnBrk="1" hangingPunct="1">
              <a:spcBef>
                <a:spcPct val="0"/>
              </a:spcBef>
              <a:buFont typeface="Arial" pitchFamily="34" charset="0"/>
              <a:buChar char="•"/>
            </a:pPr>
            <a:r>
              <a:rPr lang="en-US" dirty="0" smtClean="0"/>
              <a:t>Discuss advantages and disadvantages of using contractors.</a:t>
            </a:r>
          </a:p>
        </p:txBody>
      </p:sp>
      <p:sp>
        <p:nvSpPr>
          <p:cNvPr id="100356"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ED58E0C9-0E72-4588-9028-B21DF286CFE3}" type="slidenum">
              <a:rPr lang="en-US" sz="1200">
                <a:latin typeface="Helvetica" pitchFamily="34" charset="0"/>
              </a:rPr>
              <a:pPr algn="r"/>
              <a:t>45</a:t>
            </a:fld>
            <a:endParaRPr lang="en-US" sz="1200">
              <a:latin typeface="Helvetica" pitchFamily="34" charset="0"/>
            </a:endParaRPr>
          </a:p>
        </p:txBody>
      </p:sp>
    </p:spTree>
    <p:extLst>
      <p:ext uri="{BB962C8B-B14F-4D97-AF65-F5344CB8AC3E}">
        <p14:creationId xmlns:p14="http://schemas.microsoft.com/office/powerpoint/2010/main" val="11876268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bwMode="auto">
          <a:noFill/>
          <a:ln>
            <a:solidFill>
              <a:srgbClr val="000000"/>
            </a:solidFill>
            <a:miter lim="800000"/>
            <a:headEnd/>
            <a:tailEnd/>
          </a:ln>
        </p:spPr>
      </p:sp>
      <p:sp>
        <p:nvSpPr>
          <p:cNvPr id="10137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smtClean="0"/>
              <a:t>Trainer to ask students if they have other contracts in their workplace.</a:t>
            </a:r>
          </a:p>
        </p:txBody>
      </p:sp>
      <p:sp>
        <p:nvSpPr>
          <p:cNvPr id="101380" name="Slide Number Placeholder 3"/>
          <p:cNvSpPr txBox="1">
            <a:spLocks noGrp="1"/>
          </p:cNvSpPr>
          <p:nvPr/>
        </p:nvSpPr>
        <p:spPr bwMode="auto">
          <a:xfrm>
            <a:off x="4021138" y="9721850"/>
            <a:ext cx="3076575" cy="511175"/>
          </a:xfrm>
          <a:prstGeom prst="rect">
            <a:avLst/>
          </a:prstGeom>
          <a:noFill/>
          <a:ln w="9525">
            <a:noFill/>
            <a:miter lim="800000"/>
            <a:headEnd/>
            <a:tailEnd/>
          </a:ln>
        </p:spPr>
        <p:txBody>
          <a:bodyPr lIns="94759" tIns="47380" rIns="94759" bIns="47380" anchor="b"/>
          <a:lstStyle/>
          <a:p>
            <a:pPr algn="r"/>
            <a:fld id="{87DB161C-0763-48BB-8E98-5900DED7AD6F}" type="slidenum">
              <a:rPr lang="en-US" sz="1200">
                <a:latin typeface="Helvetica" pitchFamily="34" charset="0"/>
              </a:rPr>
              <a:pPr algn="r"/>
              <a:t>46</a:t>
            </a:fld>
            <a:endParaRPr lang="en-US" sz="1200">
              <a:latin typeface="Helvetica" pitchFamily="34" charset="0"/>
            </a:endParaRPr>
          </a:p>
        </p:txBody>
      </p:sp>
    </p:spTree>
    <p:extLst>
      <p:ext uri="{BB962C8B-B14F-4D97-AF65-F5344CB8AC3E}">
        <p14:creationId xmlns:p14="http://schemas.microsoft.com/office/powerpoint/2010/main" val="1802196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AU"/>
          </a:p>
        </p:txBody>
      </p:sp>
      <p:sp>
        <p:nvSpPr>
          <p:cNvPr id="4" name="Date Placeholder 9"/>
          <p:cNvSpPr>
            <a:spLocks noGrp="1"/>
          </p:cNvSpPr>
          <p:nvPr>
            <p:ph type="dt" sz="half" idx="10"/>
          </p:nvPr>
        </p:nvSpPr>
        <p:spPr/>
        <p:txBody>
          <a:bodyPr/>
          <a:lstStyle>
            <a:lvl1pPr>
              <a:defRPr/>
            </a:lvl1pPr>
          </a:lstStyle>
          <a:p>
            <a:pPr>
              <a:defRPr/>
            </a:pPr>
            <a:fld id="{82684C0B-CA44-4EA1-8214-9C4FC17D610F}" type="datetime1">
              <a:rPr lang="en-US"/>
              <a:pPr>
                <a:defRPr/>
              </a:pPr>
              <a:t>3/12/2015</a:t>
            </a:fld>
            <a:endParaRPr lang="en-US" dirty="0"/>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6EC35824-10E4-448D-AE17-986DC8D1AEAA}"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9"/>
          <p:cNvSpPr>
            <a:spLocks noGrp="1"/>
          </p:cNvSpPr>
          <p:nvPr>
            <p:ph type="dt" sz="half" idx="10"/>
          </p:nvPr>
        </p:nvSpPr>
        <p:spPr/>
        <p:txBody>
          <a:bodyPr/>
          <a:lstStyle>
            <a:lvl1pPr>
              <a:defRPr/>
            </a:lvl1pPr>
          </a:lstStyle>
          <a:p>
            <a:pPr>
              <a:defRPr/>
            </a:pPr>
            <a:fld id="{328145F0-D204-44F5-98EB-C2CEC97C3D44}" type="datetime1">
              <a:rPr lang="en-US"/>
              <a:pPr>
                <a:defRPr/>
              </a:pPr>
              <a:t>3/12/2015</a:t>
            </a:fld>
            <a:endParaRPr lang="en-US" dirty="0"/>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462B6A63-51F7-4FA4-8722-0A0378CB7841}"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9"/>
          <p:cNvSpPr>
            <a:spLocks noGrp="1"/>
          </p:cNvSpPr>
          <p:nvPr>
            <p:ph type="dt" sz="half" idx="10"/>
          </p:nvPr>
        </p:nvSpPr>
        <p:spPr/>
        <p:txBody>
          <a:bodyPr/>
          <a:lstStyle>
            <a:lvl1pPr>
              <a:defRPr/>
            </a:lvl1pPr>
          </a:lstStyle>
          <a:p>
            <a:pPr>
              <a:defRPr/>
            </a:pPr>
            <a:fld id="{E23C1640-BBFB-4DA9-B32D-C48AA81BED51}" type="datetime1">
              <a:rPr lang="en-US"/>
              <a:pPr>
                <a:defRPr/>
              </a:pPr>
              <a:t>3/12/2015</a:t>
            </a:fld>
            <a:endParaRPr lang="en-US" dirty="0"/>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522A4AD7-17A9-44ED-A85E-F0BBD682DCE5}"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26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9"/>
          <p:cNvSpPr>
            <a:spLocks noGrp="1"/>
          </p:cNvSpPr>
          <p:nvPr>
            <p:ph type="dt" sz="half" idx="10"/>
          </p:nvPr>
        </p:nvSpPr>
        <p:spPr/>
        <p:txBody>
          <a:bodyPr/>
          <a:lstStyle>
            <a:lvl1pPr>
              <a:defRPr/>
            </a:lvl1pPr>
          </a:lstStyle>
          <a:p>
            <a:pPr>
              <a:defRPr/>
            </a:pPr>
            <a:fld id="{3372EFE6-7F2C-42B7-9048-1216AA867FF0}" type="datetime1">
              <a:rPr lang="en-US"/>
              <a:pPr>
                <a:defRPr/>
              </a:pPr>
              <a:t>3/12/2015</a:t>
            </a:fld>
            <a:endParaRPr lang="en-US" dirty="0"/>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35924383-56C7-4246-819C-B1AA69D6FA53}"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9"/>
          <p:cNvSpPr>
            <a:spLocks noGrp="1"/>
          </p:cNvSpPr>
          <p:nvPr>
            <p:ph type="dt" sz="half" idx="10"/>
          </p:nvPr>
        </p:nvSpPr>
        <p:spPr/>
        <p:txBody>
          <a:bodyPr/>
          <a:lstStyle>
            <a:lvl1pPr>
              <a:defRPr/>
            </a:lvl1pPr>
          </a:lstStyle>
          <a:p>
            <a:pPr>
              <a:defRPr/>
            </a:pPr>
            <a:fld id="{09A0DBC5-ED10-4392-8F1E-D989A75BE6EC}" type="datetime1">
              <a:rPr lang="en-US"/>
              <a:pPr>
                <a:defRPr/>
              </a:pPr>
              <a:t>3/12/2015</a:t>
            </a:fld>
            <a:endParaRPr lang="en-US" dirty="0"/>
          </a:p>
        </p:txBody>
      </p:sp>
      <p:sp>
        <p:nvSpPr>
          <p:cNvPr id="8" name="Footer Placeholder 21"/>
          <p:cNvSpPr>
            <a:spLocks noGrp="1"/>
          </p:cNvSpPr>
          <p:nvPr>
            <p:ph type="ftr" sz="quarter" idx="11"/>
          </p:nvPr>
        </p:nvSpPr>
        <p:spPr/>
        <p:txBody>
          <a:bodyPr/>
          <a:lstStyle>
            <a:lvl1pPr>
              <a:defRPr/>
            </a:lvl1pPr>
          </a:lstStyle>
          <a:p>
            <a:pPr>
              <a:defRPr/>
            </a:pPr>
            <a:endParaRPr lang="en-US"/>
          </a:p>
        </p:txBody>
      </p:sp>
      <p:sp>
        <p:nvSpPr>
          <p:cNvPr id="9" name="Slide Number Placeholder 17"/>
          <p:cNvSpPr>
            <a:spLocks noGrp="1"/>
          </p:cNvSpPr>
          <p:nvPr>
            <p:ph type="sldNum" sz="quarter" idx="12"/>
          </p:nvPr>
        </p:nvSpPr>
        <p:spPr/>
        <p:txBody>
          <a:bodyPr/>
          <a:lstStyle>
            <a:lvl1pPr>
              <a:defRPr/>
            </a:lvl1pPr>
          </a:lstStyle>
          <a:p>
            <a:pPr>
              <a:defRPr/>
            </a:pPr>
            <a:fld id="{B0F36DE2-6C2B-43DC-8CEE-F34702CD1B15}"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9"/>
          <p:cNvSpPr>
            <a:spLocks noGrp="1"/>
          </p:cNvSpPr>
          <p:nvPr>
            <p:ph type="dt" sz="half" idx="10"/>
          </p:nvPr>
        </p:nvSpPr>
        <p:spPr/>
        <p:txBody>
          <a:bodyPr/>
          <a:lstStyle>
            <a:lvl1pPr>
              <a:defRPr/>
            </a:lvl1pPr>
          </a:lstStyle>
          <a:p>
            <a:pPr>
              <a:defRPr/>
            </a:pPr>
            <a:fld id="{57F33510-A2B1-4A2D-938A-DE650A248027}" type="datetime1">
              <a:rPr lang="en-US"/>
              <a:pPr>
                <a:defRPr/>
              </a:pPr>
              <a:t>3/12/2015</a:t>
            </a:fld>
            <a:endParaRPr lang="en-US" dirty="0"/>
          </a:p>
        </p:txBody>
      </p:sp>
      <p:sp>
        <p:nvSpPr>
          <p:cNvPr id="4" name="Footer Placeholder 21"/>
          <p:cNvSpPr>
            <a:spLocks noGrp="1"/>
          </p:cNvSpPr>
          <p:nvPr>
            <p:ph type="ftr" sz="quarter" idx="11"/>
          </p:nvPr>
        </p:nvSpPr>
        <p:spPr/>
        <p:txBody>
          <a:bodyPr/>
          <a:lstStyle>
            <a:lvl1pPr>
              <a:defRPr/>
            </a:lvl1pPr>
          </a:lstStyle>
          <a:p>
            <a:pPr>
              <a:defRPr/>
            </a:pPr>
            <a:endParaRPr lang="en-US"/>
          </a:p>
        </p:txBody>
      </p:sp>
      <p:sp>
        <p:nvSpPr>
          <p:cNvPr id="5" name="Slide Number Placeholder 17"/>
          <p:cNvSpPr>
            <a:spLocks noGrp="1"/>
          </p:cNvSpPr>
          <p:nvPr>
            <p:ph type="sldNum" sz="quarter" idx="12"/>
          </p:nvPr>
        </p:nvSpPr>
        <p:spPr/>
        <p:txBody>
          <a:bodyPr/>
          <a:lstStyle>
            <a:lvl1pPr>
              <a:defRPr/>
            </a:lvl1pPr>
          </a:lstStyle>
          <a:p>
            <a:pPr>
              <a:defRPr/>
            </a:pPr>
            <a:fld id="{B41988E8-57D8-4243-A04E-BB3313BD00A8}"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15440148-2406-449E-817E-FBF7AA973CD6}" type="datetime1">
              <a:rPr lang="en-US"/>
              <a:pPr>
                <a:defRPr/>
              </a:pPr>
              <a:t>3/12/2015</a:t>
            </a:fld>
            <a:endParaRPr lang="en-US" dirty="0"/>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pPr>
              <a:defRPr/>
            </a:pPr>
            <a:fld id="{F6907127-1CAB-49D7-AC16-F28EBF24423C}"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9"/>
          <p:cNvSpPr>
            <a:spLocks noGrp="1"/>
          </p:cNvSpPr>
          <p:nvPr>
            <p:ph type="dt" sz="half" idx="10"/>
          </p:nvPr>
        </p:nvSpPr>
        <p:spPr/>
        <p:txBody>
          <a:bodyPr/>
          <a:lstStyle>
            <a:lvl1pPr>
              <a:defRPr/>
            </a:lvl1pPr>
          </a:lstStyle>
          <a:p>
            <a:pPr>
              <a:defRPr/>
            </a:pPr>
            <a:fld id="{E69A5915-0ADA-4585-92B4-988387F2832C}" type="datetime1">
              <a:rPr lang="en-US"/>
              <a:pPr>
                <a:defRPr/>
              </a:pPr>
              <a:t>3/12/2015</a:t>
            </a:fld>
            <a:endParaRPr lang="en-US" dirty="0"/>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9AA1BA15-8E65-4654-A40F-0D035B457AC4}"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9"/>
          <p:cNvSpPr>
            <a:spLocks noGrp="1"/>
          </p:cNvSpPr>
          <p:nvPr>
            <p:ph type="dt" sz="half" idx="10"/>
          </p:nvPr>
        </p:nvSpPr>
        <p:spPr/>
        <p:txBody>
          <a:bodyPr/>
          <a:lstStyle>
            <a:lvl1pPr>
              <a:defRPr/>
            </a:lvl1pPr>
          </a:lstStyle>
          <a:p>
            <a:pPr>
              <a:defRPr/>
            </a:pPr>
            <a:fld id="{F61E132E-416B-4715-AF9C-3105D799753A}" type="datetime1">
              <a:rPr lang="en-US"/>
              <a:pPr>
                <a:defRPr/>
              </a:pPr>
              <a:t>3/12/2015</a:t>
            </a:fld>
            <a:endParaRPr lang="en-US" dirty="0"/>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33C1D67E-80D6-4026-B34E-079762B47FCD}"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9"/>
          <p:cNvSpPr>
            <a:spLocks noGrp="1"/>
          </p:cNvSpPr>
          <p:nvPr>
            <p:ph type="dt" sz="half" idx="10"/>
          </p:nvPr>
        </p:nvSpPr>
        <p:spPr/>
        <p:txBody>
          <a:bodyPr/>
          <a:lstStyle>
            <a:lvl1pPr>
              <a:defRPr/>
            </a:lvl1pPr>
          </a:lstStyle>
          <a:p>
            <a:pPr>
              <a:defRPr/>
            </a:pPr>
            <a:fld id="{746408AF-B089-4F44-9E90-5B31530079BB}" type="datetime1">
              <a:rPr lang="en-US"/>
              <a:pPr>
                <a:defRPr/>
              </a:pPr>
              <a:t>3/12/2015</a:t>
            </a:fld>
            <a:endParaRPr lang="en-US" dirty="0"/>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334C7946-6271-478F-9A60-3EC9C753B061}"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57900" y="274638"/>
            <a:ext cx="18669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54483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9"/>
          <p:cNvSpPr>
            <a:spLocks noGrp="1"/>
          </p:cNvSpPr>
          <p:nvPr>
            <p:ph type="dt" sz="half" idx="10"/>
          </p:nvPr>
        </p:nvSpPr>
        <p:spPr/>
        <p:txBody>
          <a:bodyPr/>
          <a:lstStyle>
            <a:lvl1pPr>
              <a:defRPr/>
            </a:lvl1pPr>
          </a:lstStyle>
          <a:p>
            <a:pPr>
              <a:defRPr/>
            </a:pPr>
            <a:fld id="{E357FC11-85CF-467F-8B28-146F1EDE7291}" type="datetime1">
              <a:rPr lang="en-US"/>
              <a:pPr>
                <a:defRPr/>
              </a:pPr>
              <a:t>3/12/2015</a:t>
            </a:fld>
            <a:endParaRPr lang="en-US" dirty="0"/>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98238CE6-1664-48AF-B182-4C6B01844FCD}"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lang="en-US" smtClean="0"/>
              <a:t>Click to edit Master title style</a:t>
            </a:r>
            <a:endParaRPr lang="en-AU"/>
          </a:p>
        </p:txBody>
      </p:sp>
      <p:sp>
        <p:nvSpPr>
          <p:cNvPr id="3" name="ClipArt Placeholder 2"/>
          <p:cNvSpPr>
            <a:spLocks noGrp="1"/>
          </p:cNvSpPr>
          <p:nvPr>
            <p:ph type="clipArt" sz="half" idx="1"/>
          </p:nvPr>
        </p:nvSpPr>
        <p:spPr>
          <a:xfrm>
            <a:off x="457200" y="1600200"/>
            <a:ext cx="3657600" cy="4525963"/>
          </a:xfrm>
        </p:spPr>
        <p:txBody>
          <a:bodyPr/>
          <a:lstStyle/>
          <a:p>
            <a:pPr lvl="0"/>
            <a:endParaRPr lang="en-AU" noProof="0" smtClean="0"/>
          </a:p>
        </p:txBody>
      </p:sp>
      <p:sp>
        <p:nvSpPr>
          <p:cNvPr id="4" name="Text Placeholder 3"/>
          <p:cNvSpPr>
            <a:spLocks noGrp="1"/>
          </p:cNvSpPr>
          <p:nvPr>
            <p:ph type="body" sz="half" idx="2"/>
          </p:nvPr>
        </p:nvSpPr>
        <p:spPr>
          <a:xfrm>
            <a:off x="4267200" y="1600200"/>
            <a:ext cx="3657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9"/>
          <p:cNvSpPr>
            <a:spLocks noGrp="1"/>
          </p:cNvSpPr>
          <p:nvPr>
            <p:ph type="dt" sz="half" idx="10"/>
          </p:nvPr>
        </p:nvSpPr>
        <p:spPr/>
        <p:txBody>
          <a:bodyPr/>
          <a:lstStyle>
            <a:lvl1pPr>
              <a:defRPr/>
            </a:lvl1pPr>
          </a:lstStyle>
          <a:p>
            <a:pPr>
              <a:defRPr/>
            </a:pPr>
            <a:fld id="{9B53F064-7026-4003-8A84-CD6BCD046B78}" type="datetime1">
              <a:rPr lang="en-US"/>
              <a:pPr>
                <a:defRPr/>
              </a:pPr>
              <a:t>3/12/2015</a:t>
            </a:fld>
            <a:endParaRPr lang="en-US" dirty="0"/>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2430DF46-EA3B-4E1D-BF07-599AC189B673}" type="slidenum">
              <a:rPr lang="en-US"/>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lang="en-US" smtClean="0"/>
              <a:t>Click to edit Master title style</a:t>
            </a:r>
            <a:endParaRPr lang="en-AU"/>
          </a:p>
        </p:txBody>
      </p:sp>
      <p:sp>
        <p:nvSpPr>
          <p:cNvPr id="3" name="SmartArt Placeholder 2"/>
          <p:cNvSpPr>
            <a:spLocks noGrp="1"/>
          </p:cNvSpPr>
          <p:nvPr>
            <p:ph type="dgm" idx="1"/>
          </p:nvPr>
        </p:nvSpPr>
        <p:spPr>
          <a:xfrm>
            <a:off x="457200" y="1600200"/>
            <a:ext cx="7467600" cy="4525963"/>
          </a:xfrm>
        </p:spPr>
        <p:txBody>
          <a:bodyPr/>
          <a:lstStyle/>
          <a:p>
            <a:pPr lvl="0"/>
            <a:endParaRPr lang="en-AU" noProof="0" smtClean="0"/>
          </a:p>
        </p:txBody>
      </p:sp>
      <p:sp>
        <p:nvSpPr>
          <p:cNvPr id="4" name="Date Placeholder 9"/>
          <p:cNvSpPr>
            <a:spLocks noGrp="1"/>
          </p:cNvSpPr>
          <p:nvPr>
            <p:ph type="dt" sz="half" idx="10"/>
          </p:nvPr>
        </p:nvSpPr>
        <p:spPr/>
        <p:txBody>
          <a:bodyPr/>
          <a:lstStyle>
            <a:lvl1pPr>
              <a:defRPr/>
            </a:lvl1pPr>
          </a:lstStyle>
          <a:p>
            <a:pPr>
              <a:defRPr/>
            </a:pPr>
            <a:fld id="{29422881-0B69-418A-A90B-1D209FC03E27}" type="datetime1">
              <a:rPr lang="en-US"/>
              <a:pPr>
                <a:defRPr/>
              </a:pPr>
              <a:t>3/12/2015</a:t>
            </a:fld>
            <a:endParaRPr lang="en-US" dirty="0"/>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23E36A8F-5BBC-47D0-909A-DB383DC3B043}" type="slidenum">
              <a:rPr lang="en-US"/>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AU"/>
          </a:p>
        </p:txBody>
      </p:sp>
      <p:sp>
        <p:nvSpPr>
          <p:cNvPr id="4" name="Date Placeholder 29"/>
          <p:cNvSpPr>
            <a:spLocks noGrp="1"/>
          </p:cNvSpPr>
          <p:nvPr>
            <p:ph type="dt" sz="half" idx="10"/>
          </p:nvPr>
        </p:nvSpPr>
        <p:spPr/>
        <p:txBody>
          <a:bodyPr/>
          <a:lstStyle>
            <a:lvl1pPr>
              <a:defRPr/>
            </a:lvl1pPr>
          </a:lstStyle>
          <a:p>
            <a:pPr>
              <a:defRPr/>
            </a:pPr>
            <a:fld id="{7FED43C2-46B7-4884-B3B9-04E69D2EEC82}" type="datetime1">
              <a:rPr lang="en-US"/>
              <a:pPr>
                <a:defRPr/>
              </a:pPr>
              <a:t>3/12/2015</a:t>
            </a:fld>
            <a:endParaRPr lang="en-US" dirty="0"/>
          </a:p>
        </p:txBody>
      </p:sp>
      <p:sp>
        <p:nvSpPr>
          <p:cNvPr id="5" name="Footer Placeholder 18"/>
          <p:cNvSpPr>
            <a:spLocks noGrp="1"/>
          </p:cNvSpPr>
          <p:nvPr>
            <p:ph type="ftr" sz="quarter" idx="11"/>
          </p:nvPr>
        </p:nvSpPr>
        <p:spPr/>
        <p:txBody>
          <a:bodyPr/>
          <a:lstStyle>
            <a:lvl1pPr>
              <a:defRPr/>
            </a:lvl1pPr>
          </a:lstStyle>
          <a:p>
            <a:pPr>
              <a:defRPr/>
            </a:pPr>
            <a:endParaRPr lang="en-US"/>
          </a:p>
        </p:txBody>
      </p:sp>
      <p:sp>
        <p:nvSpPr>
          <p:cNvPr id="6" name="Slide Number Placeholder 26"/>
          <p:cNvSpPr>
            <a:spLocks noGrp="1"/>
          </p:cNvSpPr>
          <p:nvPr>
            <p:ph type="sldNum" sz="quarter" idx="12"/>
          </p:nvPr>
        </p:nvSpPr>
        <p:spPr/>
        <p:txBody>
          <a:bodyPr/>
          <a:lstStyle>
            <a:lvl1pPr>
              <a:defRPr/>
            </a:lvl1pPr>
          </a:lstStyle>
          <a:p>
            <a:pPr>
              <a:defRPr/>
            </a:pPr>
            <a:fld id="{4A35093F-8190-4066-B908-C2C9E5DA4BBD}" type="slidenum">
              <a:rPr lang="en-US"/>
              <a:pPr>
                <a:defRPr/>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29"/>
          <p:cNvSpPr>
            <a:spLocks noGrp="1"/>
          </p:cNvSpPr>
          <p:nvPr>
            <p:ph type="dt" sz="half" idx="10"/>
          </p:nvPr>
        </p:nvSpPr>
        <p:spPr/>
        <p:txBody>
          <a:bodyPr/>
          <a:lstStyle>
            <a:lvl1pPr>
              <a:defRPr/>
            </a:lvl1pPr>
          </a:lstStyle>
          <a:p>
            <a:pPr>
              <a:defRPr/>
            </a:pPr>
            <a:fld id="{C6C1E37D-B9F3-4529-A2DB-61C5F35DB8D5}" type="datetime1">
              <a:rPr lang="en-US"/>
              <a:pPr>
                <a:defRPr/>
              </a:pPr>
              <a:t>3/12/2015</a:t>
            </a:fld>
            <a:endParaRPr lang="en-US" dirty="0"/>
          </a:p>
        </p:txBody>
      </p:sp>
      <p:sp>
        <p:nvSpPr>
          <p:cNvPr id="5" name="Footer Placeholder 18"/>
          <p:cNvSpPr>
            <a:spLocks noGrp="1"/>
          </p:cNvSpPr>
          <p:nvPr>
            <p:ph type="ftr" sz="quarter" idx="11"/>
          </p:nvPr>
        </p:nvSpPr>
        <p:spPr/>
        <p:txBody>
          <a:bodyPr/>
          <a:lstStyle>
            <a:lvl1pPr>
              <a:defRPr/>
            </a:lvl1pPr>
          </a:lstStyle>
          <a:p>
            <a:pPr>
              <a:defRPr/>
            </a:pPr>
            <a:endParaRPr lang="en-US"/>
          </a:p>
        </p:txBody>
      </p:sp>
      <p:sp>
        <p:nvSpPr>
          <p:cNvPr id="6" name="Slide Number Placeholder 26"/>
          <p:cNvSpPr>
            <a:spLocks noGrp="1"/>
          </p:cNvSpPr>
          <p:nvPr>
            <p:ph type="sldNum" sz="quarter" idx="12"/>
          </p:nvPr>
        </p:nvSpPr>
        <p:spPr/>
        <p:txBody>
          <a:bodyPr/>
          <a:lstStyle>
            <a:lvl1pPr>
              <a:defRPr/>
            </a:lvl1pPr>
          </a:lstStyle>
          <a:p>
            <a:pPr>
              <a:defRPr/>
            </a:pPr>
            <a:fld id="{EB4CB581-5EA3-458A-95E3-67DB15849EE5}" type="slidenum">
              <a:rPr lang="en-US"/>
              <a:pPr>
                <a:defRPr/>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29"/>
          <p:cNvSpPr>
            <a:spLocks noGrp="1"/>
          </p:cNvSpPr>
          <p:nvPr>
            <p:ph type="dt" sz="half" idx="10"/>
          </p:nvPr>
        </p:nvSpPr>
        <p:spPr/>
        <p:txBody>
          <a:bodyPr/>
          <a:lstStyle>
            <a:lvl1pPr>
              <a:defRPr/>
            </a:lvl1pPr>
          </a:lstStyle>
          <a:p>
            <a:pPr>
              <a:defRPr/>
            </a:pPr>
            <a:fld id="{4C853184-A3DF-436F-A337-A2EC20793287}" type="datetime1">
              <a:rPr lang="en-US"/>
              <a:pPr>
                <a:defRPr/>
              </a:pPr>
              <a:t>3/12/2015</a:t>
            </a:fld>
            <a:endParaRPr lang="en-US" dirty="0"/>
          </a:p>
        </p:txBody>
      </p:sp>
      <p:sp>
        <p:nvSpPr>
          <p:cNvPr id="5" name="Footer Placeholder 18"/>
          <p:cNvSpPr>
            <a:spLocks noGrp="1"/>
          </p:cNvSpPr>
          <p:nvPr>
            <p:ph type="ftr" sz="quarter" idx="11"/>
          </p:nvPr>
        </p:nvSpPr>
        <p:spPr/>
        <p:txBody>
          <a:bodyPr/>
          <a:lstStyle>
            <a:lvl1pPr>
              <a:defRPr/>
            </a:lvl1pPr>
          </a:lstStyle>
          <a:p>
            <a:pPr>
              <a:defRPr/>
            </a:pPr>
            <a:endParaRPr lang="en-US"/>
          </a:p>
        </p:txBody>
      </p:sp>
      <p:sp>
        <p:nvSpPr>
          <p:cNvPr id="6" name="Slide Number Placeholder 26"/>
          <p:cNvSpPr>
            <a:spLocks noGrp="1"/>
          </p:cNvSpPr>
          <p:nvPr>
            <p:ph type="sldNum" sz="quarter" idx="12"/>
          </p:nvPr>
        </p:nvSpPr>
        <p:spPr/>
        <p:txBody>
          <a:bodyPr/>
          <a:lstStyle>
            <a:lvl1pPr>
              <a:defRPr/>
            </a:lvl1pPr>
          </a:lstStyle>
          <a:p>
            <a:pPr>
              <a:defRPr/>
            </a:pPr>
            <a:fld id="{3EB9D60A-72E1-478F-977D-A731691738A4}" type="slidenum">
              <a:rPr lang="en-US"/>
              <a:pPr>
                <a:defRPr/>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26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29"/>
          <p:cNvSpPr>
            <a:spLocks noGrp="1"/>
          </p:cNvSpPr>
          <p:nvPr>
            <p:ph type="dt" sz="half" idx="10"/>
          </p:nvPr>
        </p:nvSpPr>
        <p:spPr/>
        <p:txBody>
          <a:bodyPr/>
          <a:lstStyle>
            <a:lvl1pPr>
              <a:defRPr/>
            </a:lvl1pPr>
          </a:lstStyle>
          <a:p>
            <a:pPr>
              <a:defRPr/>
            </a:pPr>
            <a:fld id="{E89B3EF8-3662-400C-9D79-46F0115A6379}" type="datetime1">
              <a:rPr lang="en-US"/>
              <a:pPr>
                <a:defRPr/>
              </a:pPr>
              <a:t>3/12/2015</a:t>
            </a:fld>
            <a:endParaRPr lang="en-US" dirty="0"/>
          </a:p>
        </p:txBody>
      </p:sp>
      <p:sp>
        <p:nvSpPr>
          <p:cNvPr id="6" name="Footer Placeholder 18"/>
          <p:cNvSpPr>
            <a:spLocks noGrp="1"/>
          </p:cNvSpPr>
          <p:nvPr>
            <p:ph type="ftr" sz="quarter" idx="11"/>
          </p:nvPr>
        </p:nvSpPr>
        <p:spPr/>
        <p:txBody>
          <a:bodyPr/>
          <a:lstStyle>
            <a:lvl1pPr>
              <a:defRPr/>
            </a:lvl1pPr>
          </a:lstStyle>
          <a:p>
            <a:pPr>
              <a:defRPr/>
            </a:pPr>
            <a:endParaRPr lang="en-US"/>
          </a:p>
        </p:txBody>
      </p:sp>
      <p:sp>
        <p:nvSpPr>
          <p:cNvPr id="7" name="Slide Number Placeholder 26"/>
          <p:cNvSpPr>
            <a:spLocks noGrp="1"/>
          </p:cNvSpPr>
          <p:nvPr>
            <p:ph type="sldNum" sz="quarter" idx="12"/>
          </p:nvPr>
        </p:nvSpPr>
        <p:spPr/>
        <p:txBody>
          <a:bodyPr/>
          <a:lstStyle>
            <a:lvl1pPr>
              <a:defRPr/>
            </a:lvl1pPr>
          </a:lstStyle>
          <a:p>
            <a:pPr>
              <a:defRPr/>
            </a:pPr>
            <a:fld id="{6F5FEE51-8361-4605-AE84-0F415F739C71}" type="slidenum">
              <a:rPr lang="en-US"/>
              <a:pPr>
                <a:defRPr/>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29"/>
          <p:cNvSpPr>
            <a:spLocks noGrp="1"/>
          </p:cNvSpPr>
          <p:nvPr>
            <p:ph type="dt" sz="half" idx="10"/>
          </p:nvPr>
        </p:nvSpPr>
        <p:spPr/>
        <p:txBody>
          <a:bodyPr/>
          <a:lstStyle>
            <a:lvl1pPr>
              <a:defRPr/>
            </a:lvl1pPr>
          </a:lstStyle>
          <a:p>
            <a:pPr>
              <a:defRPr/>
            </a:pPr>
            <a:fld id="{7E9F2ED0-5C1E-44B5-ABCE-7C368709E43C}" type="datetime1">
              <a:rPr lang="en-US"/>
              <a:pPr>
                <a:defRPr/>
              </a:pPr>
              <a:t>3/12/2015</a:t>
            </a:fld>
            <a:endParaRPr lang="en-US" dirty="0"/>
          </a:p>
        </p:txBody>
      </p:sp>
      <p:sp>
        <p:nvSpPr>
          <p:cNvPr id="8" name="Footer Placeholder 18"/>
          <p:cNvSpPr>
            <a:spLocks noGrp="1"/>
          </p:cNvSpPr>
          <p:nvPr>
            <p:ph type="ftr" sz="quarter" idx="11"/>
          </p:nvPr>
        </p:nvSpPr>
        <p:spPr/>
        <p:txBody>
          <a:bodyPr/>
          <a:lstStyle>
            <a:lvl1pPr>
              <a:defRPr/>
            </a:lvl1pPr>
          </a:lstStyle>
          <a:p>
            <a:pPr>
              <a:defRPr/>
            </a:pPr>
            <a:endParaRPr lang="en-US"/>
          </a:p>
        </p:txBody>
      </p:sp>
      <p:sp>
        <p:nvSpPr>
          <p:cNvPr id="9" name="Slide Number Placeholder 26"/>
          <p:cNvSpPr>
            <a:spLocks noGrp="1"/>
          </p:cNvSpPr>
          <p:nvPr>
            <p:ph type="sldNum" sz="quarter" idx="12"/>
          </p:nvPr>
        </p:nvSpPr>
        <p:spPr/>
        <p:txBody>
          <a:bodyPr/>
          <a:lstStyle>
            <a:lvl1pPr>
              <a:defRPr/>
            </a:lvl1pPr>
          </a:lstStyle>
          <a:p>
            <a:pPr>
              <a:defRPr/>
            </a:pPr>
            <a:fld id="{4DDC201E-7EED-4CCE-BF9E-871370B1BFF3}" type="slidenum">
              <a:rPr lang="en-US"/>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9"/>
          <p:cNvSpPr>
            <a:spLocks noGrp="1"/>
          </p:cNvSpPr>
          <p:nvPr>
            <p:ph type="dt" sz="half" idx="10"/>
          </p:nvPr>
        </p:nvSpPr>
        <p:spPr/>
        <p:txBody>
          <a:bodyPr/>
          <a:lstStyle>
            <a:lvl1pPr>
              <a:defRPr/>
            </a:lvl1pPr>
          </a:lstStyle>
          <a:p>
            <a:pPr>
              <a:defRPr/>
            </a:pPr>
            <a:fld id="{61CA3752-8558-4699-9743-BD6636C12373}" type="datetime1">
              <a:rPr lang="en-US"/>
              <a:pPr>
                <a:defRPr/>
              </a:pPr>
              <a:t>3/12/2015</a:t>
            </a:fld>
            <a:endParaRPr lang="en-US" dirty="0"/>
          </a:p>
        </p:txBody>
      </p:sp>
      <p:sp>
        <p:nvSpPr>
          <p:cNvPr id="4" name="Footer Placeholder 18"/>
          <p:cNvSpPr>
            <a:spLocks noGrp="1"/>
          </p:cNvSpPr>
          <p:nvPr>
            <p:ph type="ftr" sz="quarter" idx="11"/>
          </p:nvPr>
        </p:nvSpPr>
        <p:spPr/>
        <p:txBody>
          <a:bodyPr/>
          <a:lstStyle>
            <a:lvl1pPr>
              <a:defRPr/>
            </a:lvl1pPr>
          </a:lstStyle>
          <a:p>
            <a:pPr>
              <a:defRPr/>
            </a:pPr>
            <a:endParaRPr lang="en-US"/>
          </a:p>
        </p:txBody>
      </p:sp>
      <p:sp>
        <p:nvSpPr>
          <p:cNvPr id="5" name="Slide Number Placeholder 26"/>
          <p:cNvSpPr>
            <a:spLocks noGrp="1"/>
          </p:cNvSpPr>
          <p:nvPr>
            <p:ph type="sldNum" sz="quarter" idx="12"/>
          </p:nvPr>
        </p:nvSpPr>
        <p:spPr/>
        <p:txBody>
          <a:bodyPr/>
          <a:lstStyle>
            <a:lvl1pPr>
              <a:defRPr/>
            </a:lvl1pPr>
          </a:lstStyle>
          <a:p>
            <a:pPr>
              <a:defRPr/>
            </a:pPr>
            <a:fld id="{E271AA36-502C-4A0E-9A60-D2DF2F9718E1}" type="slidenum">
              <a:rPr lang="en-US"/>
              <a:pPr>
                <a:defRPr/>
              </a:pPr>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29"/>
          <p:cNvSpPr>
            <a:spLocks noGrp="1"/>
          </p:cNvSpPr>
          <p:nvPr>
            <p:ph type="dt" sz="half" idx="10"/>
          </p:nvPr>
        </p:nvSpPr>
        <p:spPr/>
        <p:txBody>
          <a:bodyPr/>
          <a:lstStyle>
            <a:lvl1pPr>
              <a:defRPr/>
            </a:lvl1pPr>
          </a:lstStyle>
          <a:p>
            <a:pPr>
              <a:defRPr/>
            </a:pPr>
            <a:fld id="{B508F3BF-386C-4E71-A8EC-4C6C4AFAFC34}" type="datetime1">
              <a:rPr lang="en-US"/>
              <a:pPr>
                <a:defRPr/>
              </a:pPr>
              <a:t>3/12/2015</a:t>
            </a:fld>
            <a:endParaRPr lang="en-US" dirty="0"/>
          </a:p>
        </p:txBody>
      </p:sp>
      <p:sp>
        <p:nvSpPr>
          <p:cNvPr id="3" name="Footer Placeholder 18"/>
          <p:cNvSpPr>
            <a:spLocks noGrp="1"/>
          </p:cNvSpPr>
          <p:nvPr>
            <p:ph type="ftr" sz="quarter" idx="11"/>
          </p:nvPr>
        </p:nvSpPr>
        <p:spPr/>
        <p:txBody>
          <a:bodyPr/>
          <a:lstStyle>
            <a:lvl1pPr>
              <a:defRPr/>
            </a:lvl1pPr>
          </a:lstStyle>
          <a:p>
            <a:pPr>
              <a:defRPr/>
            </a:pPr>
            <a:endParaRPr lang="en-US"/>
          </a:p>
        </p:txBody>
      </p:sp>
      <p:sp>
        <p:nvSpPr>
          <p:cNvPr id="4" name="Slide Number Placeholder 26"/>
          <p:cNvSpPr>
            <a:spLocks noGrp="1"/>
          </p:cNvSpPr>
          <p:nvPr>
            <p:ph type="sldNum" sz="quarter" idx="12"/>
          </p:nvPr>
        </p:nvSpPr>
        <p:spPr/>
        <p:txBody>
          <a:bodyPr/>
          <a:lstStyle>
            <a:lvl1pPr>
              <a:defRPr/>
            </a:lvl1pPr>
          </a:lstStyle>
          <a:p>
            <a:pPr>
              <a:defRPr/>
            </a:pPr>
            <a:fld id="{4B45CC0B-A30B-4368-B012-A7E36BD13174}" type="slidenum">
              <a:rPr lang="en-US"/>
              <a:pPr>
                <a:defRPr/>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29"/>
          <p:cNvSpPr>
            <a:spLocks noGrp="1"/>
          </p:cNvSpPr>
          <p:nvPr>
            <p:ph type="dt" sz="half" idx="10"/>
          </p:nvPr>
        </p:nvSpPr>
        <p:spPr/>
        <p:txBody>
          <a:bodyPr/>
          <a:lstStyle>
            <a:lvl1pPr>
              <a:defRPr/>
            </a:lvl1pPr>
          </a:lstStyle>
          <a:p>
            <a:pPr>
              <a:defRPr/>
            </a:pPr>
            <a:fld id="{594FAC9C-0CB7-4073-8D1E-439D6C068AB2}" type="datetime1">
              <a:rPr lang="en-US"/>
              <a:pPr>
                <a:defRPr/>
              </a:pPr>
              <a:t>3/12/2015</a:t>
            </a:fld>
            <a:endParaRPr lang="en-US" dirty="0"/>
          </a:p>
        </p:txBody>
      </p:sp>
      <p:sp>
        <p:nvSpPr>
          <p:cNvPr id="6" name="Footer Placeholder 18"/>
          <p:cNvSpPr>
            <a:spLocks noGrp="1"/>
          </p:cNvSpPr>
          <p:nvPr>
            <p:ph type="ftr" sz="quarter" idx="11"/>
          </p:nvPr>
        </p:nvSpPr>
        <p:spPr/>
        <p:txBody>
          <a:bodyPr/>
          <a:lstStyle>
            <a:lvl1pPr>
              <a:defRPr/>
            </a:lvl1pPr>
          </a:lstStyle>
          <a:p>
            <a:pPr>
              <a:defRPr/>
            </a:pPr>
            <a:endParaRPr lang="en-US"/>
          </a:p>
        </p:txBody>
      </p:sp>
      <p:sp>
        <p:nvSpPr>
          <p:cNvPr id="7" name="Slide Number Placeholder 26"/>
          <p:cNvSpPr>
            <a:spLocks noGrp="1"/>
          </p:cNvSpPr>
          <p:nvPr>
            <p:ph type="sldNum" sz="quarter" idx="12"/>
          </p:nvPr>
        </p:nvSpPr>
        <p:spPr/>
        <p:txBody>
          <a:bodyPr/>
          <a:lstStyle>
            <a:lvl1pPr>
              <a:defRPr/>
            </a:lvl1pPr>
          </a:lstStyle>
          <a:p>
            <a:pPr>
              <a:defRPr/>
            </a:pPr>
            <a:fld id="{FEDE66FD-7602-4078-B712-0203B9283205}" type="slidenum">
              <a:rPr lang="en-US"/>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29"/>
          <p:cNvSpPr>
            <a:spLocks noGrp="1"/>
          </p:cNvSpPr>
          <p:nvPr>
            <p:ph type="dt" sz="half" idx="10"/>
          </p:nvPr>
        </p:nvSpPr>
        <p:spPr/>
        <p:txBody>
          <a:bodyPr/>
          <a:lstStyle>
            <a:lvl1pPr>
              <a:defRPr/>
            </a:lvl1pPr>
          </a:lstStyle>
          <a:p>
            <a:pPr>
              <a:defRPr/>
            </a:pPr>
            <a:fld id="{F889EFD3-1E0A-43E1-B1AC-026D18056203}" type="datetime1">
              <a:rPr lang="en-US"/>
              <a:pPr>
                <a:defRPr/>
              </a:pPr>
              <a:t>3/12/2015</a:t>
            </a:fld>
            <a:endParaRPr lang="en-US" dirty="0"/>
          </a:p>
        </p:txBody>
      </p:sp>
      <p:sp>
        <p:nvSpPr>
          <p:cNvPr id="6" name="Footer Placeholder 18"/>
          <p:cNvSpPr>
            <a:spLocks noGrp="1"/>
          </p:cNvSpPr>
          <p:nvPr>
            <p:ph type="ftr" sz="quarter" idx="11"/>
          </p:nvPr>
        </p:nvSpPr>
        <p:spPr/>
        <p:txBody>
          <a:bodyPr/>
          <a:lstStyle>
            <a:lvl1pPr>
              <a:defRPr/>
            </a:lvl1pPr>
          </a:lstStyle>
          <a:p>
            <a:pPr>
              <a:defRPr/>
            </a:pPr>
            <a:endParaRPr lang="en-US"/>
          </a:p>
        </p:txBody>
      </p:sp>
      <p:sp>
        <p:nvSpPr>
          <p:cNvPr id="7" name="Slide Number Placeholder 26"/>
          <p:cNvSpPr>
            <a:spLocks noGrp="1"/>
          </p:cNvSpPr>
          <p:nvPr>
            <p:ph type="sldNum" sz="quarter" idx="12"/>
          </p:nvPr>
        </p:nvSpPr>
        <p:spPr/>
        <p:txBody>
          <a:bodyPr/>
          <a:lstStyle>
            <a:lvl1pPr>
              <a:defRPr/>
            </a:lvl1pPr>
          </a:lstStyle>
          <a:p>
            <a:pPr>
              <a:defRPr/>
            </a:pPr>
            <a:fld id="{65FBBF35-F6D4-47E7-8DAD-89C3167CA1AE}" type="slidenum">
              <a:rPr lang="en-US"/>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29"/>
          <p:cNvSpPr>
            <a:spLocks noGrp="1"/>
          </p:cNvSpPr>
          <p:nvPr>
            <p:ph type="dt" sz="half" idx="10"/>
          </p:nvPr>
        </p:nvSpPr>
        <p:spPr/>
        <p:txBody>
          <a:bodyPr/>
          <a:lstStyle>
            <a:lvl1pPr>
              <a:defRPr/>
            </a:lvl1pPr>
          </a:lstStyle>
          <a:p>
            <a:pPr>
              <a:defRPr/>
            </a:pPr>
            <a:fld id="{A42C8D34-8BBC-461D-AE21-A37E0ADA9FD9}" type="datetime1">
              <a:rPr lang="en-US"/>
              <a:pPr>
                <a:defRPr/>
              </a:pPr>
              <a:t>3/12/2015</a:t>
            </a:fld>
            <a:endParaRPr lang="en-US" dirty="0"/>
          </a:p>
        </p:txBody>
      </p:sp>
      <p:sp>
        <p:nvSpPr>
          <p:cNvPr id="5" name="Footer Placeholder 18"/>
          <p:cNvSpPr>
            <a:spLocks noGrp="1"/>
          </p:cNvSpPr>
          <p:nvPr>
            <p:ph type="ftr" sz="quarter" idx="11"/>
          </p:nvPr>
        </p:nvSpPr>
        <p:spPr/>
        <p:txBody>
          <a:bodyPr/>
          <a:lstStyle>
            <a:lvl1pPr>
              <a:defRPr/>
            </a:lvl1pPr>
          </a:lstStyle>
          <a:p>
            <a:pPr>
              <a:defRPr/>
            </a:pPr>
            <a:endParaRPr lang="en-US"/>
          </a:p>
        </p:txBody>
      </p:sp>
      <p:sp>
        <p:nvSpPr>
          <p:cNvPr id="6" name="Slide Number Placeholder 26"/>
          <p:cNvSpPr>
            <a:spLocks noGrp="1"/>
          </p:cNvSpPr>
          <p:nvPr>
            <p:ph type="sldNum" sz="quarter" idx="12"/>
          </p:nvPr>
        </p:nvSpPr>
        <p:spPr/>
        <p:txBody>
          <a:bodyPr/>
          <a:lstStyle>
            <a:lvl1pPr>
              <a:defRPr/>
            </a:lvl1pPr>
          </a:lstStyle>
          <a:p>
            <a:pPr>
              <a:defRPr/>
            </a:pPr>
            <a:fld id="{FF8BFF2C-4A8B-4128-9414-E99615918651}" type="slidenum">
              <a:rPr lang="en-US"/>
              <a:pPr>
                <a:defRPr/>
              </a:pPr>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57900" y="274638"/>
            <a:ext cx="18669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54483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29"/>
          <p:cNvSpPr>
            <a:spLocks noGrp="1"/>
          </p:cNvSpPr>
          <p:nvPr>
            <p:ph type="dt" sz="half" idx="10"/>
          </p:nvPr>
        </p:nvSpPr>
        <p:spPr/>
        <p:txBody>
          <a:bodyPr/>
          <a:lstStyle>
            <a:lvl1pPr>
              <a:defRPr/>
            </a:lvl1pPr>
          </a:lstStyle>
          <a:p>
            <a:pPr>
              <a:defRPr/>
            </a:pPr>
            <a:fld id="{5EFC2C29-F245-42D4-9984-BABD2F78F2A3}" type="datetime1">
              <a:rPr lang="en-US"/>
              <a:pPr>
                <a:defRPr/>
              </a:pPr>
              <a:t>3/12/2015</a:t>
            </a:fld>
            <a:endParaRPr lang="en-US" dirty="0"/>
          </a:p>
        </p:txBody>
      </p:sp>
      <p:sp>
        <p:nvSpPr>
          <p:cNvPr id="5" name="Footer Placeholder 18"/>
          <p:cNvSpPr>
            <a:spLocks noGrp="1"/>
          </p:cNvSpPr>
          <p:nvPr>
            <p:ph type="ftr" sz="quarter" idx="11"/>
          </p:nvPr>
        </p:nvSpPr>
        <p:spPr/>
        <p:txBody>
          <a:bodyPr/>
          <a:lstStyle>
            <a:lvl1pPr>
              <a:defRPr/>
            </a:lvl1pPr>
          </a:lstStyle>
          <a:p>
            <a:pPr>
              <a:defRPr/>
            </a:pPr>
            <a:endParaRPr lang="en-US"/>
          </a:p>
        </p:txBody>
      </p:sp>
      <p:sp>
        <p:nvSpPr>
          <p:cNvPr id="6" name="Slide Number Placeholder 26"/>
          <p:cNvSpPr>
            <a:spLocks noGrp="1"/>
          </p:cNvSpPr>
          <p:nvPr>
            <p:ph type="sldNum" sz="quarter" idx="12"/>
          </p:nvPr>
        </p:nvSpPr>
        <p:spPr/>
        <p:txBody>
          <a:bodyPr/>
          <a:lstStyle>
            <a:lvl1pPr>
              <a:defRPr/>
            </a:lvl1pPr>
          </a:lstStyle>
          <a:p>
            <a:pPr>
              <a:defRPr/>
            </a:pPr>
            <a:fld id="{D5F64587-FF61-41BA-BCAC-86491B863107}" type="slidenum">
              <a:rPr lang="en-US"/>
              <a:pPr>
                <a:defRPr/>
              </a:pPr>
              <a:t>‹#›</a:t>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lvl1pPr>
              <a:defRPr/>
            </a:lvl1pPr>
          </a:lstStyle>
          <a:p>
            <a:pPr>
              <a:defRPr/>
            </a:pPr>
            <a:fld id="{3FD68F4E-49CE-4A17-B176-0B3F145287A4}" type="datetime1">
              <a:rPr lang="en-US"/>
              <a:pPr>
                <a:defRPr/>
              </a:pPr>
              <a:t>3/12/2015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BAB10CE-3BD3-402B-8D7A-78C3D6E5BBF9}" type="slidenum">
              <a:rPr lang="en-US"/>
              <a:pPr>
                <a:defRPr/>
              </a:pPr>
              <a:t>‹#›</a:t>
            </a:fld>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pPr>
              <a:defRPr/>
            </a:pPr>
            <a:fld id="{305A1EC3-AC20-4021-B348-34A37334555B}" type="datetime1">
              <a:rPr lang="en-US"/>
              <a:pPr>
                <a:defRPr/>
              </a:pPr>
              <a:t>3/12/2015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3470938-4A90-42EB-B4B7-BAE95DA3375E}" type="slidenum">
              <a:rPr lang="en-US"/>
              <a:pPr>
                <a:defRPr/>
              </a:pPr>
              <a:t>‹#›</a:t>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7530ADE-8D02-4DC0-97E4-B11AD5FA93C0}" type="datetime1">
              <a:rPr lang="en-US"/>
              <a:pPr>
                <a:defRPr/>
              </a:pPr>
              <a:t>3/12/2015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1123C1C-ECC3-417D-BE15-FDA52D69D506}" type="slidenum">
              <a:rPr lang="en-US"/>
              <a:pPr>
                <a:defRPr/>
              </a:pPr>
              <a:t>‹#›</a:t>
            </a:fld>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26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3"/>
          <p:cNvSpPr>
            <a:spLocks noGrp="1"/>
          </p:cNvSpPr>
          <p:nvPr>
            <p:ph type="dt" sz="half" idx="10"/>
          </p:nvPr>
        </p:nvSpPr>
        <p:spPr/>
        <p:txBody>
          <a:bodyPr/>
          <a:lstStyle>
            <a:lvl1pPr>
              <a:defRPr/>
            </a:lvl1pPr>
          </a:lstStyle>
          <a:p>
            <a:pPr>
              <a:defRPr/>
            </a:pPr>
            <a:fld id="{FE68F606-1780-468A-B8AF-9A19325FA4D7}" type="datetime1">
              <a:rPr lang="en-US"/>
              <a:pPr>
                <a:defRPr/>
              </a:pPr>
              <a:t>3/12/2015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3EC0801-8424-412E-98B2-E267551E8D04}" type="slidenum">
              <a:rPr lang="en-US"/>
              <a:pPr>
                <a:defRPr/>
              </a:pPr>
              <a:t>‹#›</a:t>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3"/>
          <p:cNvSpPr>
            <a:spLocks noGrp="1"/>
          </p:cNvSpPr>
          <p:nvPr>
            <p:ph type="dt" sz="half" idx="10"/>
          </p:nvPr>
        </p:nvSpPr>
        <p:spPr/>
        <p:txBody>
          <a:bodyPr/>
          <a:lstStyle>
            <a:lvl1pPr>
              <a:defRPr/>
            </a:lvl1pPr>
          </a:lstStyle>
          <a:p>
            <a:pPr>
              <a:defRPr/>
            </a:pPr>
            <a:fld id="{E30B80FF-BF33-4DF0-8F0F-DEF4929225BA}" type="datetime1">
              <a:rPr lang="en-US"/>
              <a:pPr>
                <a:defRPr/>
              </a:pPr>
              <a:t>3/12/2015</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7F241F8A-32AD-4CBB-ABF0-9208D77C734A}" type="slidenum">
              <a:rPr lang="en-US"/>
              <a:pPr>
                <a:defRPr/>
              </a:pPr>
              <a:t>‹#›</a:t>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3"/>
          <p:cNvSpPr>
            <a:spLocks noGrp="1"/>
          </p:cNvSpPr>
          <p:nvPr>
            <p:ph type="dt" sz="half" idx="10"/>
          </p:nvPr>
        </p:nvSpPr>
        <p:spPr/>
        <p:txBody>
          <a:bodyPr/>
          <a:lstStyle>
            <a:lvl1pPr>
              <a:defRPr/>
            </a:lvl1pPr>
          </a:lstStyle>
          <a:p>
            <a:pPr>
              <a:defRPr/>
            </a:pPr>
            <a:fld id="{D2167640-0154-46FA-80CD-5A52239C122C}" type="datetime1">
              <a:rPr lang="en-US"/>
              <a:pPr>
                <a:defRPr/>
              </a:pPr>
              <a:t>3/12/2015</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457CA142-B5B1-4627-816C-66900841149E}" type="slidenum">
              <a:rPr lang="en-US"/>
              <a:pPr>
                <a:defRPr/>
              </a:pPr>
              <a:t>‹#›</a:t>
            </a:fld>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24E1CFC-3FF7-4DA9-BAE5-DB5B6B771D11}" type="datetime1">
              <a:rPr lang="en-US"/>
              <a:pPr>
                <a:defRPr/>
              </a:pPr>
              <a:t>3/12/2015</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0228F7A7-D51C-4C83-83CF-44FC4C4A3A0A}" type="slidenum">
              <a:rPr lang="en-US"/>
              <a:pPr>
                <a:defRPr/>
              </a:pPr>
              <a:t>‹#›</a:t>
            </a:fld>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39435701-01E3-440F-9FF5-C67342197666}" type="datetime1">
              <a:rPr lang="en-US"/>
              <a:pPr>
                <a:defRPr/>
              </a:pPr>
              <a:t>3/12/2015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0E0BDAE-86F3-4A3D-81BC-35161D929BAC}" type="slidenum">
              <a:rPr lang="en-US"/>
              <a:pPr>
                <a:defRPr/>
              </a:pPr>
              <a:t>‹#›</a:t>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8CA65204-6A70-4BEB-A629-44A709F8F7E6}" type="datetime1">
              <a:rPr lang="en-US"/>
              <a:pPr>
                <a:defRPr/>
              </a:pPr>
              <a:t>3/12/2015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6364F36-D820-4FC3-BCA5-77A17C450E78}" type="slidenum">
              <a:rPr lang="en-US"/>
              <a:pPr>
                <a:defRPr/>
              </a:pPr>
              <a:t>‹#›</a:t>
            </a:fld>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pPr>
              <a:defRPr/>
            </a:pPr>
            <a:fld id="{8BCC168B-8AFE-4B69-8F7A-BAE9C9883EF3}" type="datetime1">
              <a:rPr lang="en-US"/>
              <a:pPr>
                <a:defRPr/>
              </a:pPr>
              <a:t>3/12/2015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663EC25-7B83-4782-A87A-C626D2D3533F}" type="slidenum">
              <a:rPr lang="en-US"/>
              <a:pPr>
                <a:defRPr/>
              </a:pPr>
              <a:t>‹#›</a:t>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57900" y="274638"/>
            <a:ext cx="18669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54483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pPr>
              <a:defRPr/>
            </a:pPr>
            <a:fld id="{86EE752E-ED71-4EEC-986E-9761E1B15B6D}" type="datetime1">
              <a:rPr lang="en-US"/>
              <a:pPr>
                <a:defRPr/>
              </a:pPr>
              <a:t>3/12/2015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BFA1694-0E53-427C-82B0-4B76901AF84C}" type="slidenum">
              <a:rPr lang="en-US"/>
              <a:pPr>
                <a:defRPr/>
              </a:pPr>
              <a:t>‹#›</a:t>
            </a:fld>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AU"/>
          </a:p>
        </p:txBody>
      </p:sp>
      <p:sp>
        <p:nvSpPr>
          <p:cNvPr id="4" name="Date Placeholder 6"/>
          <p:cNvSpPr>
            <a:spLocks noGrp="1"/>
          </p:cNvSpPr>
          <p:nvPr>
            <p:ph type="dt" sz="half" idx="10"/>
          </p:nvPr>
        </p:nvSpPr>
        <p:spPr/>
        <p:txBody>
          <a:bodyPr/>
          <a:lstStyle>
            <a:lvl1pPr>
              <a:defRPr/>
            </a:lvl1pPr>
          </a:lstStyle>
          <a:p>
            <a:pPr>
              <a:defRPr/>
            </a:pPr>
            <a:fld id="{171C5979-0C5E-428E-AEBF-A0C6BC0F7E4F}" type="datetime1">
              <a:rPr lang="en-US"/>
              <a:pPr>
                <a:defRPr/>
              </a:pPr>
              <a:t>3/12/2015</a:t>
            </a:fld>
            <a:endParaRPr lang="en-US" dirty="0"/>
          </a:p>
        </p:txBody>
      </p:sp>
      <p:sp>
        <p:nvSpPr>
          <p:cNvPr id="5" name="Footer Placeholder 7"/>
          <p:cNvSpPr>
            <a:spLocks noGrp="1"/>
          </p:cNvSpPr>
          <p:nvPr>
            <p:ph type="ftr" sz="quarter" idx="11"/>
          </p:nvPr>
        </p:nvSpPr>
        <p:spPr/>
        <p:txBody>
          <a:bodyPr/>
          <a:lstStyle>
            <a:lvl1pPr>
              <a:defRPr/>
            </a:lvl1pPr>
          </a:lstStyle>
          <a:p>
            <a:pPr>
              <a:defRPr/>
            </a:pPr>
            <a:endParaRPr lang="en-US"/>
          </a:p>
        </p:txBody>
      </p:sp>
      <p:sp>
        <p:nvSpPr>
          <p:cNvPr id="6" name="Slide Number Placeholder 8"/>
          <p:cNvSpPr>
            <a:spLocks noGrp="1"/>
          </p:cNvSpPr>
          <p:nvPr>
            <p:ph type="sldNum" sz="quarter" idx="12"/>
          </p:nvPr>
        </p:nvSpPr>
        <p:spPr/>
        <p:txBody>
          <a:bodyPr/>
          <a:lstStyle>
            <a:lvl1pPr>
              <a:defRPr/>
            </a:lvl1pPr>
          </a:lstStyle>
          <a:p>
            <a:pPr>
              <a:defRPr/>
            </a:pPr>
            <a:fld id="{FB096DE9-5640-4B95-BFA1-3FEF6696BB13}" type="slidenum">
              <a:rPr lang="en-US"/>
              <a:pPr>
                <a:defRPr/>
              </a:pPr>
              <a:t>‹#›</a:t>
            </a:fld>
            <a:endParaRPr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6"/>
          <p:cNvSpPr>
            <a:spLocks noGrp="1"/>
          </p:cNvSpPr>
          <p:nvPr>
            <p:ph type="dt" sz="half" idx="10"/>
          </p:nvPr>
        </p:nvSpPr>
        <p:spPr/>
        <p:txBody>
          <a:bodyPr/>
          <a:lstStyle>
            <a:lvl1pPr>
              <a:defRPr/>
            </a:lvl1pPr>
          </a:lstStyle>
          <a:p>
            <a:pPr>
              <a:defRPr/>
            </a:pPr>
            <a:fld id="{7AEAAE3E-D571-4755-AD54-7D7496C4085F}" type="datetime1">
              <a:rPr lang="en-US"/>
              <a:pPr>
                <a:defRPr/>
              </a:pPr>
              <a:t>3/12/2015</a:t>
            </a:fld>
            <a:endParaRPr lang="en-US" dirty="0"/>
          </a:p>
        </p:txBody>
      </p:sp>
      <p:sp>
        <p:nvSpPr>
          <p:cNvPr id="5" name="Footer Placeholder 7"/>
          <p:cNvSpPr>
            <a:spLocks noGrp="1"/>
          </p:cNvSpPr>
          <p:nvPr>
            <p:ph type="ftr" sz="quarter" idx="11"/>
          </p:nvPr>
        </p:nvSpPr>
        <p:spPr/>
        <p:txBody>
          <a:bodyPr/>
          <a:lstStyle>
            <a:lvl1pPr>
              <a:defRPr/>
            </a:lvl1pPr>
          </a:lstStyle>
          <a:p>
            <a:pPr>
              <a:defRPr/>
            </a:pPr>
            <a:endParaRPr lang="en-US"/>
          </a:p>
        </p:txBody>
      </p:sp>
      <p:sp>
        <p:nvSpPr>
          <p:cNvPr id="6" name="Slide Number Placeholder 8"/>
          <p:cNvSpPr>
            <a:spLocks noGrp="1"/>
          </p:cNvSpPr>
          <p:nvPr>
            <p:ph type="sldNum" sz="quarter" idx="12"/>
          </p:nvPr>
        </p:nvSpPr>
        <p:spPr/>
        <p:txBody>
          <a:bodyPr/>
          <a:lstStyle>
            <a:lvl1pPr>
              <a:defRPr/>
            </a:lvl1pPr>
          </a:lstStyle>
          <a:p>
            <a:pPr>
              <a:defRPr/>
            </a:pPr>
            <a:fld id="{2388B5F7-FD16-4CA6-ABD9-F633981ECF9C}" type="slidenum">
              <a:rPr lang="en-US"/>
              <a:pPr>
                <a:defRPr/>
              </a:pPr>
              <a:t>‹#›</a:t>
            </a:fld>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6"/>
          <p:cNvSpPr>
            <a:spLocks noGrp="1"/>
          </p:cNvSpPr>
          <p:nvPr>
            <p:ph type="dt" sz="half" idx="10"/>
          </p:nvPr>
        </p:nvSpPr>
        <p:spPr/>
        <p:txBody>
          <a:bodyPr/>
          <a:lstStyle>
            <a:lvl1pPr>
              <a:defRPr/>
            </a:lvl1pPr>
          </a:lstStyle>
          <a:p>
            <a:pPr>
              <a:defRPr/>
            </a:pPr>
            <a:fld id="{B3412D0E-269F-44DC-941C-261FC2ACF14D}" type="datetime1">
              <a:rPr lang="en-US"/>
              <a:pPr>
                <a:defRPr/>
              </a:pPr>
              <a:t>3/12/2015</a:t>
            </a:fld>
            <a:endParaRPr lang="en-US" dirty="0"/>
          </a:p>
        </p:txBody>
      </p:sp>
      <p:sp>
        <p:nvSpPr>
          <p:cNvPr id="5" name="Footer Placeholder 7"/>
          <p:cNvSpPr>
            <a:spLocks noGrp="1"/>
          </p:cNvSpPr>
          <p:nvPr>
            <p:ph type="ftr" sz="quarter" idx="11"/>
          </p:nvPr>
        </p:nvSpPr>
        <p:spPr/>
        <p:txBody>
          <a:bodyPr/>
          <a:lstStyle>
            <a:lvl1pPr>
              <a:defRPr/>
            </a:lvl1pPr>
          </a:lstStyle>
          <a:p>
            <a:pPr>
              <a:defRPr/>
            </a:pPr>
            <a:endParaRPr lang="en-US"/>
          </a:p>
        </p:txBody>
      </p:sp>
      <p:sp>
        <p:nvSpPr>
          <p:cNvPr id="6" name="Slide Number Placeholder 8"/>
          <p:cNvSpPr>
            <a:spLocks noGrp="1"/>
          </p:cNvSpPr>
          <p:nvPr>
            <p:ph type="sldNum" sz="quarter" idx="12"/>
          </p:nvPr>
        </p:nvSpPr>
        <p:spPr/>
        <p:txBody>
          <a:bodyPr/>
          <a:lstStyle>
            <a:lvl1pPr>
              <a:defRPr/>
            </a:lvl1pPr>
          </a:lstStyle>
          <a:p>
            <a:pPr>
              <a:defRPr/>
            </a:pPr>
            <a:fld id="{3F936EA5-9480-4718-A560-D2DFC4F54CDE}" type="slidenum">
              <a:rPr lang="en-US"/>
              <a:pPr>
                <a:defRPr/>
              </a:pPr>
              <a:t>‹#›</a:t>
            </a:fld>
            <a:endParaRPr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26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6"/>
          <p:cNvSpPr>
            <a:spLocks noGrp="1"/>
          </p:cNvSpPr>
          <p:nvPr>
            <p:ph type="dt" sz="half" idx="10"/>
          </p:nvPr>
        </p:nvSpPr>
        <p:spPr/>
        <p:txBody>
          <a:bodyPr/>
          <a:lstStyle>
            <a:lvl1pPr>
              <a:defRPr/>
            </a:lvl1pPr>
          </a:lstStyle>
          <a:p>
            <a:pPr>
              <a:defRPr/>
            </a:pPr>
            <a:fld id="{22458292-27AA-4385-BB64-6823523ACA1B}" type="datetime1">
              <a:rPr lang="en-US"/>
              <a:pPr>
                <a:defRPr/>
              </a:pPr>
              <a:t>3/12/2015</a:t>
            </a:fld>
            <a:endParaRPr lang="en-US" dirty="0"/>
          </a:p>
        </p:txBody>
      </p:sp>
      <p:sp>
        <p:nvSpPr>
          <p:cNvPr id="6" name="Footer Placeholder 7"/>
          <p:cNvSpPr>
            <a:spLocks noGrp="1"/>
          </p:cNvSpPr>
          <p:nvPr>
            <p:ph type="ftr" sz="quarter" idx="11"/>
          </p:nvPr>
        </p:nvSpPr>
        <p:spPr/>
        <p:txBody>
          <a:bodyPr/>
          <a:lstStyle>
            <a:lvl1pPr>
              <a:defRPr/>
            </a:lvl1pPr>
          </a:lstStyle>
          <a:p>
            <a:pPr>
              <a:defRPr/>
            </a:pPr>
            <a:endParaRPr lang="en-US"/>
          </a:p>
        </p:txBody>
      </p:sp>
      <p:sp>
        <p:nvSpPr>
          <p:cNvPr id="7" name="Slide Number Placeholder 8"/>
          <p:cNvSpPr>
            <a:spLocks noGrp="1"/>
          </p:cNvSpPr>
          <p:nvPr>
            <p:ph type="sldNum" sz="quarter" idx="12"/>
          </p:nvPr>
        </p:nvSpPr>
        <p:spPr/>
        <p:txBody>
          <a:bodyPr/>
          <a:lstStyle>
            <a:lvl1pPr>
              <a:defRPr/>
            </a:lvl1pPr>
          </a:lstStyle>
          <a:p>
            <a:pPr>
              <a:defRPr/>
            </a:pPr>
            <a:fld id="{8E794BF9-4BE5-45BD-8474-F33D21855281}" type="slidenum">
              <a:rPr lang="en-US"/>
              <a:pPr>
                <a:defRPr/>
              </a:pPr>
              <a:t>‹#›</a:t>
            </a:fld>
            <a:endParaRPr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lvl1pPr>
              <a:defRPr/>
            </a:lvl1pPr>
          </a:lstStyle>
          <a:p>
            <a:pPr>
              <a:defRPr/>
            </a:pPr>
            <a:fld id="{F73462B8-B1E5-4BB5-9AF7-2801BBBE63F1}" type="datetime1">
              <a:rPr lang="en-US"/>
              <a:pPr>
                <a:defRPr/>
              </a:pPr>
              <a:t>3/12/2015</a:t>
            </a:fld>
            <a:endParaRPr lang="en-US" dirty="0"/>
          </a:p>
        </p:txBody>
      </p:sp>
      <p:sp>
        <p:nvSpPr>
          <p:cNvPr id="8" name="Footer Placeholder 7"/>
          <p:cNvSpPr>
            <a:spLocks noGrp="1"/>
          </p:cNvSpPr>
          <p:nvPr>
            <p:ph type="ftr" sz="quarter" idx="11"/>
          </p:nvPr>
        </p:nvSpPr>
        <p:spPr/>
        <p:txBody>
          <a:bodyPr/>
          <a:lstStyle>
            <a:lvl1pPr>
              <a:defRPr/>
            </a:lvl1pPr>
          </a:lstStyle>
          <a:p>
            <a:pPr>
              <a:defRPr/>
            </a:pPr>
            <a:endParaRPr lang="en-US"/>
          </a:p>
        </p:txBody>
      </p:sp>
      <p:sp>
        <p:nvSpPr>
          <p:cNvPr id="9" name="Slide Number Placeholder 8"/>
          <p:cNvSpPr>
            <a:spLocks noGrp="1"/>
          </p:cNvSpPr>
          <p:nvPr>
            <p:ph type="sldNum" sz="quarter" idx="12"/>
          </p:nvPr>
        </p:nvSpPr>
        <p:spPr/>
        <p:txBody>
          <a:bodyPr/>
          <a:lstStyle>
            <a:lvl1pPr>
              <a:defRPr/>
            </a:lvl1pPr>
          </a:lstStyle>
          <a:p>
            <a:pPr>
              <a:defRPr/>
            </a:pPr>
            <a:fld id="{91A0FAE7-EF53-4B3B-94F0-D7AE6A177513}" type="slidenum">
              <a:rPr lang="en-US"/>
              <a:pPr>
                <a:defRPr/>
              </a:pPr>
              <a:t>‹#›</a:t>
            </a:fld>
            <a:endParaRPr 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6"/>
          <p:cNvSpPr>
            <a:spLocks noGrp="1"/>
          </p:cNvSpPr>
          <p:nvPr>
            <p:ph type="dt" sz="half" idx="10"/>
          </p:nvPr>
        </p:nvSpPr>
        <p:spPr/>
        <p:txBody>
          <a:bodyPr/>
          <a:lstStyle>
            <a:lvl1pPr>
              <a:defRPr/>
            </a:lvl1pPr>
          </a:lstStyle>
          <a:p>
            <a:pPr>
              <a:defRPr/>
            </a:pPr>
            <a:fld id="{30DB3188-031D-4D7F-90A9-BEB5A2614035}" type="datetime1">
              <a:rPr lang="en-US"/>
              <a:pPr>
                <a:defRPr/>
              </a:pPr>
              <a:t>3/12/2015</a:t>
            </a:fld>
            <a:endParaRPr lang="en-US" dirty="0"/>
          </a:p>
        </p:txBody>
      </p:sp>
      <p:sp>
        <p:nvSpPr>
          <p:cNvPr id="4" name="Footer Placeholder 7"/>
          <p:cNvSpPr>
            <a:spLocks noGrp="1"/>
          </p:cNvSpPr>
          <p:nvPr>
            <p:ph type="ftr" sz="quarter" idx="11"/>
          </p:nvPr>
        </p:nvSpPr>
        <p:spPr/>
        <p:txBody>
          <a:bodyPr/>
          <a:lstStyle>
            <a:lvl1pPr>
              <a:defRPr/>
            </a:lvl1pPr>
          </a:lstStyle>
          <a:p>
            <a:pPr>
              <a:defRPr/>
            </a:pPr>
            <a:endParaRPr lang="en-US"/>
          </a:p>
        </p:txBody>
      </p:sp>
      <p:sp>
        <p:nvSpPr>
          <p:cNvPr id="5" name="Slide Number Placeholder 8"/>
          <p:cNvSpPr>
            <a:spLocks noGrp="1"/>
          </p:cNvSpPr>
          <p:nvPr>
            <p:ph type="sldNum" sz="quarter" idx="12"/>
          </p:nvPr>
        </p:nvSpPr>
        <p:spPr/>
        <p:txBody>
          <a:bodyPr/>
          <a:lstStyle>
            <a:lvl1pPr>
              <a:defRPr/>
            </a:lvl1pPr>
          </a:lstStyle>
          <a:p>
            <a:pPr>
              <a:defRPr/>
            </a:pPr>
            <a:fld id="{D593EFF1-645C-44C8-8ECB-3BCC90BCEA87}" type="slidenum">
              <a:rPr lang="en-US"/>
              <a:pPr>
                <a:defRPr/>
              </a:pPr>
              <a:t>‹#›</a:t>
            </a:fld>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6"/>
          <p:cNvSpPr>
            <a:spLocks noGrp="1"/>
          </p:cNvSpPr>
          <p:nvPr>
            <p:ph type="dt" sz="half" idx="10"/>
          </p:nvPr>
        </p:nvSpPr>
        <p:spPr/>
        <p:txBody>
          <a:bodyPr/>
          <a:lstStyle>
            <a:lvl1pPr>
              <a:defRPr/>
            </a:lvl1pPr>
          </a:lstStyle>
          <a:p>
            <a:pPr>
              <a:defRPr/>
            </a:pPr>
            <a:fld id="{1FFE9324-079D-4B21-A885-4FBEABA38E61}" type="datetime1">
              <a:rPr lang="en-US"/>
              <a:pPr>
                <a:defRPr/>
              </a:pPr>
              <a:t>3/12/2015</a:t>
            </a:fld>
            <a:endParaRPr lang="en-US" dirty="0"/>
          </a:p>
        </p:txBody>
      </p:sp>
      <p:sp>
        <p:nvSpPr>
          <p:cNvPr id="3" name="Footer Placeholder 7"/>
          <p:cNvSpPr>
            <a:spLocks noGrp="1"/>
          </p:cNvSpPr>
          <p:nvPr>
            <p:ph type="ftr" sz="quarter" idx="11"/>
          </p:nvPr>
        </p:nvSpPr>
        <p:spPr/>
        <p:txBody>
          <a:bodyPr/>
          <a:lstStyle>
            <a:lvl1pPr>
              <a:defRPr/>
            </a:lvl1pPr>
          </a:lstStyle>
          <a:p>
            <a:pPr>
              <a:defRPr/>
            </a:pPr>
            <a:endParaRPr lang="en-US"/>
          </a:p>
        </p:txBody>
      </p:sp>
      <p:sp>
        <p:nvSpPr>
          <p:cNvPr id="4" name="Slide Number Placeholder 8"/>
          <p:cNvSpPr>
            <a:spLocks noGrp="1"/>
          </p:cNvSpPr>
          <p:nvPr>
            <p:ph type="sldNum" sz="quarter" idx="12"/>
          </p:nvPr>
        </p:nvSpPr>
        <p:spPr/>
        <p:txBody>
          <a:bodyPr/>
          <a:lstStyle>
            <a:lvl1pPr>
              <a:defRPr/>
            </a:lvl1pPr>
          </a:lstStyle>
          <a:p>
            <a:pPr>
              <a:defRPr/>
            </a:pPr>
            <a:fld id="{1D14B54C-F93E-4D37-866E-DBCE99EA6EFC}" type="slidenum">
              <a:rPr lang="en-US"/>
              <a:pPr>
                <a:defRPr/>
              </a:pPr>
              <a:t>‹#›</a:t>
            </a:fld>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6"/>
          <p:cNvSpPr>
            <a:spLocks noGrp="1"/>
          </p:cNvSpPr>
          <p:nvPr>
            <p:ph type="dt" sz="half" idx="10"/>
          </p:nvPr>
        </p:nvSpPr>
        <p:spPr/>
        <p:txBody>
          <a:bodyPr/>
          <a:lstStyle>
            <a:lvl1pPr>
              <a:defRPr/>
            </a:lvl1pPr>
          </a:lstStyle>
          <a:p>
            <a:pPr>
              <a:defRPr/>
            </a:pPr>
            <a:fld id="{4E577E44-BBD5-4302-B31D-53D6EB4AC6E6}" type="datetime1">
              <a:rPr lang="en-US"/>
              <a:pPr>
                <a:defRPr/>
              </a:pPr>
              <a:t>3/12/2015</a:t>
            </a:fld>
            <a:endParaRPr lang="en-US" dirty="0"/>
          </a:p>
        </p:txBody>
      </p:sp>
      <p:sp>
        <p:nvSpPr>
          <p:cNvPr id="6" name="Footer Placeholder 7"/>
          <p:cNvSpPr>
            <a:spLocks noGrp="1"/>
          </p:cNvSpPr>
          <p:nvPr>
            <p:ph type="ftr" sz="quarter" idx="11"/>
          </p:nvPr>
        </p:nvSpPr>
        <p:spPr/>
        <p:txBody>
          <a:bodyPr/>
          <a:lstStyle>
            <a:lvl1pPr>
              <a:defRPr/>
            </a:lvl1pPr>
          </a:lstStyle>
          <a:p>
            <a:pPr>
              <a:defRPr/>
            </a:pPr>
            <a:endParaRPr lang="en-US"/>
          </a:p>
        </p:txBody>
      </p:sp>
      <p:sp>
        <p:nvSpPr>
          <p:cNvPr id="7" name="Slide Number Placeholder 8"/>
          <p:cNvSpPr>
            <a:spLocks noGrp="1"/>
          </p:cNvSpPr>
          <p:nvPr>
            <p:ph type="sldNum" sz="quarter" idx="12"/>
          </p:nvPr>
        </p:nvSpPr>
        <p:spPr/>
        <p:txBody>
          <a:bodyPr/>
          <a:lstStyle>
            <a:lvl1pPr>
              <a:defRPr/>
            </a:lvl1pPr>
          </a:lstStyle>
          <a:p>
            <a:pPr>
              <a:defRPr/>
            </a:pPr>
            <a:fld id="{8F2AA9A3-B4FA-412E-AFB0-BD6540573B5D}" type="slidenum">
              <a:rPr lang="en-US"/>
              <a:pPr>
                <a:defRPr/>
              </a:pPr>
              <a:t>‹#›</a:t>
            </a:fld>
            <a:endParaRPr 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6"/>
          <p:cNvSpPr>
            <a:spLocks noGrp="1"/>
          </p:cNvSpPr>
          <p:nvPr>
            <p:ph type="dt" sz="half" idx="10"/>
          </p:nvPr>
        </p:nvSpPr>
        <p:spPr/>
        <p:txBody>
          <a:bodyPr/>
          <a:lstStyle>
            <a:lvl1pPr>
              <a:defRPr/>
            </a:lvl1pPr>
          </a:lstStyle>
          <a:p>
            <a:pPr>
              <a:defRPr/>
            </a:pPr>
            <a:fld id="{6E60E1DC-17F8-4CD5-9D4E-1EB3086808FF}" type="datetime1">
              <a:rPr lang="en-US"/>
              <a:pPr>
                <a:defRPr/>
              </a:pPr>
              <a:t>3/12/2015</a:t>
            </a:fld>
            <a:endParaRPr lang="en-US" dirty="0"/>
          </a:p>
        </p:txBody>
      </p:sp>
      <p:sp>
        <p:nvSpPr>
          <p:cNvPr id="6" name="Footer Placeholder 7"/>
          <p:cNvSpPr>
            <a:spLocks noGrp="1"/>
          </p:cNvSpPr>
          <p:nvPr>
            <p:ph type="ftr" sz="quarter" idx="11"/>
          </p:nvPr>
        </p:nvSpPr>
        <p:spPr/>
        <p:txBody>
          <a:bodyPr/>
          <a:lstStyle>
            <a:lvl1pPr>
              <a:defRPr/>
            </a:lvl1pPr>
          </a:lstStyle>
          <a:p>
            <a:pPr>
              <a:defRPr/>
            </a:pPr>
            <a:endParaRPr lang="en-US"/>
          </a:p>
        </p:txBody>
      </p:sp>
      <p:sp>
        <p:nvSpPr>
          <p:cNvPr id="7" name="Slide Number Placeholder 8"/>
          <p:cNvSpPr>
            <a:spLocks noGrp="1"/>
          </p:cNvSpPr>
          <p:nvPr>
            <p:ph type="sldNum" sz="quarter" idx="12"/>
          </p:nvPr>
        </p:nvSpPr>
        <p:spPr/>
        <p:txBody>
          <a:bodyPr/>
          <a:lstStyle>
            <a:lvl1pPr>
              <a:defRPr/>
            </a:lvl1pPr>
          </a:lstStyle>
          <a:p>
            <a:pPr>
              <a:defRPr/>
            </a:pPr>
            <a:fld id="{2AFB0E37-0A97-4E3D-BC59-8BEF6D59F45D}" type="slidenum">
              <a:rPr lang="en-US"/>
              <a:pPr>
                <a:defRPr/>
              </a:pPr>
              <a:t>‹#›</a:t>
            </a:fld>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6"/>
          <p:cNvSpPr>
            <a:spLocks noGrp="1"/>
          </p:cNvSpPr>
          <p:nvPr>
            <p:ph type="dt" sz="half" idx="10"/>
          </p:nvPr>
        </p:nvSpPr>
        <p:spPr/>
        <p:txBody>
          <a:bodyPr/>
          <a:lstStyle>
            <a:lvl1pPr>
              <a:defRPr/>
            </a:lvl1pPr>
          </a:lstStyle>
          <a:p>
            <a:pPr>
              <a:defRPr/>
            </a:pPr>
            <a:fld id="{D07C2DFC-8C0B-4C9F-A21F-3FD23C343987}" type="datetime1">
              <a:rPr lang="en-US"/>
              <a:pPr>
                <a:defRPr/>
              </a:pPr>
              <a:t>3/12/2015</a:t>
            </a:fld>
            <a:endParaRPr lang="en-US" dirty="0"/>
          </a:p>
        </p:txBody>
      </p:sp>
      <p:sp>
        <p:nvSpPr>
          <p:cNvPr id="5" name="Footer Placeholder 7"/>
          <p:cNvSpPr>
            <a:spLocks noGrp="1"/>
          </p:cNvSpPr>
          <p:nvPr>
            <p:ph type="ftr" sz="quarter" idx="11"/>
          </p:nvPr>
        </p:nvSpPr>
        <p:spPr/>
        <p:txBody>
          <a:bodyPr/>
          <a:lstStyle>
            <a:lvl1pPr>
              <a:defRPr/>
            </a:lvl1pPr>
          </a:lstStyle>
          <a:p>
            <a:pPr>
              <a:defRPr/>
            </a:pPr>
            <a:endParaRPr lang="en-US"/>
          </a:p>
        </p:txBody>
      </p:sp>
      <p:sp>
        <p:nvSpPr>
          <p:cNvPr id="6" name="Slide Number Placeholder 8"/>
          <p:cNvSpPr>
            <a:spLocks noGrp="1"/>
          </p:cNvSpPr>
          <p:nvPr>
            <p:ph type="sldNum" sz="quarter" idx="12"/>
          </p:nvPr>
        </p:nvSpPr>
        <p:spPr/>
        <p:txBody>
          <a:bodyPr/>
          <a:lstStyle>
            <a:lvl1pPr>
              <a:defRPr/>
            </a:lvl1pPr>
          </a:lstStyle>
          <a:p>
            <a:pPr>
              <a:defRPr/>
            </a:pPr>
            <a:fld id="{2C04F482-EDD7-4C98-B58D-023E139DB86E}" type="slidenum">
              <a:rPr lang="en-US"/>
              <a:pPr>
                <a:defRPr/>
              </a:pPr>
              <a:t>‹#›</a:t>
            </a:fld>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57900" y="274638"/>
            <a:ext cx="18669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54483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6"/>
          <p:cNvSpPr>
            <a:spLocks noGrp="1"/>
          </p:cNvSpPr>
          <p:nvPr>
            <p:ph type="dt" sz="half" idx="10"/>
          </p:nvPr>
        </p:nvSpPr>
        <p:spPr/>
        <p:txBody>
          <a:bodyPr/>
          <a:lstStyle>
            <a:lvl1pPr>
              <a:defRPr/>
            </a:lvl1pPr>
          </a:lstStyle>
          <a:p>
            <a:pPr>
              <a:defRPr/>
            </a:pPr>
            <a:fld id="{FCB803EE-242B-4BB9-94BF-4E6F81DC133A}" type="datetime1">
              <a:rPr lang="en-US"/>
              <a:pPr>
                <a:defRPr/>
              </a:pPr>
              <a:t>3/12/2015</a:t>
            </a:fld>
            <a:endParaRPr lang="en-US" dirty="0"/>
          </a:p>
        </p:txBody>
      </p:sp>
      <p:sp>
        <p:nvSpPr>
          <p:cNvPr id="5" name="Footer Placeholder 7"/>
          <p:cNvSpPr>
            <a:spLocks noGrp="1"/>
          </p:cNvSpPr>
          <p:nvPr>
            <p:ph type="ftr" sz="quarter" idx="11"/>
          </p:nvPr>
        </p:nvSpPr>
        <p:spPr/>
        <p:txBody>
          <a:bodyPr/>
          <a:lstStyle>
            <a:lvl1pPr>
              <a:defRPr/>
            </a:lvl1pPr>
          </a:lstStyle>
          <a:p>
            <a:pPr>
              <a:defRPr/>
            </a:pPr>
            <a:endParaRPr lang="en-US"/>
          </a:p>
        </p:txBody>
      </p:sp>
      <p:sp>
        <p:nvSpPr>
          <p:cNvPr id="6" name="Slide Number Placeholder 8"/>
          <p:cNvSpPr>
            <a:spLocks noGrp="1"/>
          </p:cNvSpPr>
          <p:nvPr>
            <p:ph type="sldNum" sz="quarter" idx="12"/>
          </p:nvPr>
        </p:nvSpPr>
        <p:spPr/>
        <p:txBody>
          <a:bodyPr/>
          <a:lstStyle>
            <a:lvl1pPr>
              <a:defRPr/>
            </a:lvl1pPr>
          </a:lstStyle>
          <a:p>
            <a:pPr>
              <a:defRPr/>
            </a:pPr>
            <a:fld id="{F7C7C0FB-E9AF-40DA-A380-73BEC77AE89A}" type="slidenum">
              <a:rPr lang="en-US"/>
              <a:pPr>
                <a:defRPr/>
              </a:pPr>
              <a:t>‹#›</a:t>
            </a:fld>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AU"/>
          </a:p>
        </p:txBody>
      </p:sp>
      <p:sp>
        <p:nvSpPr>
          <p:cNvPr id="4" name="Date Placeholder 4"/>
          <p:cNvSpPr>
            <a:spLocks noGrp="1"/>
          </p:cNvSpPr>
          <p:nvPr>
            <p:ph type="dt" sz="half" idx="10"/>
          </p:nvPr>
        </p:nvSpPr>
        <p:spPr/>
        <p:txBody>
          <a:bodyPr/>
          <a:lstStyle>
            <a:lvl1pPr>
              <a:defRPr/>
            </a:lvl1pPr>
          </a:lstStyle>
          <a:p>
            <a:pPr>
              <a:defRPr/>
            </a:pPr>
            <a:fld id="{04CE8974-B724-4514-A292-C0E3FC08BCD8}" type="datetime1">
              <a:rPr lang="en-US"/>
              <a:pPr>
                <a:defRPr/>
              </a:pPr>
              <a:t>3/12/2015</a:t>
            </a:fld>
            <a:endParaRPr lang="en-US" dirty="0"/>
          </a:p>
        </p:txBody>
      </p:sp>
      <p:sp>
        <p:nvSpPr>
          <p:cNvPr id="5" name="Footer Placeholder 5"/>
          <p:cNvSpPr>
            <a:spLocks noGrp="1"/>
          </p:cNvSpPr>
          <p:nvPr>
            <p:ph type="ftr" sz="quarter" idx="11"/>
          </p:nvPr>
        </p:nvSpPr>
        <p:spPr/>
        <p:txBody>
          <a:bodyPr/>
          <a:lstStyle>
            <a:lvl1pPr>
              <a:defRPr/>
            </a:lvl1pPr>
          </a:lstStyle>
          <a:p>
            <a:pPr>
              <a:defRPr/>
            </a:pPr>
            <a:endParaRPr lang="en-US"/>
          </a:p>
        </p:txBody>
      </p:sp>
      <p:sp>
        <p:nvSpPr>
          <p:cNvPr id="6" name="Slide Number Placeholder 6"/>
          <p:cNvSpPr>
            <a:spLocks noGrp="1"/>
          </p:cNvSpPr>
          <p:nvPr>
            <p:ph type="sldNum" sz="quarter" idx="12"/>
          </p:nvPr>
        </p:nvSpPr>
        <p:spPr/>
        <p:txBody>
          <a:bodyPr/>
          <a:lstStyle>
            <a:lvl1pPr>
              <a:defRPr/>
            </a:lvl1pPr>
          </a:lstStyle>
          <a:p>
            <a:pPr>
              <a:defRPr/>
            </a:pPr>
            <a:fld id="{EE111E5F-0503-4F0A-80C6-7D72400944AF}" type="slidenum">
              <a:rPr lang="en-US"/>
              <a:pPr>
                <a:defRPr/>
              </a:pPr>
              <a:t>‹#›</a:t>
            </a:fld>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4"/>
          <p:cNvSpPr>
            <a:spLocks noGrp="1"/>
          </p:cNvSpPr>
          <p:nvPr>
            <p:ph type="dt" sz="half" idx="10"/>
          </p:nvPr>
        </p:nvSpPr>
        <p:spPr/>
        <p:txBody>
          <a:bodyPr/>
          <a:lstStyle>
            <a:lvl1pPr>
              <a:defRPr/>
            </a:lvl1pPr>
          </a:lstStyle>
          <a:p>
            <a:pPr>
              <a:defRPr/>
            </a:pPr>
            <a:fld id="{2D5D1A20-3277-4503-A753-5FAF01911EF2}" type="datetime1">
              <a:rPr lang="en-US"/>
              <a:pPr>
                <a:defRPr/>
              </a:pPr>
              <a:t>3/12/2015</a:t>
            </a:fld>
            <a:endParaRPr lang="en-US" dirty="0"/>
          </a:p>
        </p:txBody>
      </p:sp>
      <p:sp>
        <p:nvSpPr>
          <p:cNvPr id="5" name="Footer Placeholder 5"/>
          <p:cNvSpPr>
            <a:spLocks noGrp="1"/>
          </p:cNvSpPr>
          <p:nvPr>
            <p:ph type="ftr" sz="quarter" idx="11"/>
          </p:nvPr>
        </p:nvSpPr>
        <p:spPr/>
        <p:txBody>
          <a:bodyPr/>
          <a:lstStyle>
            <a:lvl1pPr>
              <a:defRPr/>
            </a:lvl1pPr>
          </a:lstStyle>
          <a:p>
            <a:pPr>
              <a:defRPr/>
            </a:pPr>
            <a:endParaRPr lang="en-US"/>
          </a:p>
        </p:txBody>
      </p:sp>
      <p:sp>
        <p:nvSpPr>
          <p:cNvPr id="6" name="Slide Number Placeholder 6"/>
          <p:cNvSpPr>
            <a:spLocks noGrp="1"/>
          </p:cNvSpPr>
          <p:nvPr>
            <p:ph type="sldNum" sz="quarter" idx="12"/>
          </p:nvPr>
        </p:nvSpPr>
        <p:spPr/>
        <p:txBody>
          <a:bodyPr/>
          <a:lstStyle>
            <a:lvl1pPr>
              <a:defRPr/>
            </a:lvl1pPr>
          </a:lstStyle>
          <a:p>
            <a:pPr>
              <a:defRPr/>
            </a:pPr>
            <a:fld id="{3CEF3B2D-729C-4DA2-BB99-C9CC902E8D3F}" type="slidenum">
              <a:rPr lang="en-US"/>
              <a:pPr>
                <a:defRPr/>
              </a:pPr>
              <a:t>‹#›</a:t>
            </a:fld>
            <a:endParaRPr 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4"/>
          <p:cNvSpPr>
            <a:spLocks noGrp="1"/>
          </p:cNvSpPr>
          <p:nvPr>
            <p:ph type="dt" sz="half" idx="10"/>
          </p:nvPr>
        </p:nvSpPr>
        <p:spPr/>
        <p:txBody>
          <a:bodyPr/>
          <a:lstStyle>
            <a:lvl1pPr>
              <a:defRPr/>
            </a:lvl1pPr>
          </a:lstStyle>
          <a:p>
            <a:pPr>
              <a:defRPr/>
            </a:pPr>
            <a:fld id="{1AC3EBCE-5A37-4084-B5F3-3BD65400AA35}" type="datetime1">
              <a:rPr lang="en-US"/>
              <a:pPr>
                <a:defRPr/>
              </a:pPr>
              <a:t>3/12/2015</a:t>
            </a:fld>
            <a:endParaRPr lang="en-US" dirty="0"/>
          </a:p>
        </p:txBody>
      </p:sp>
      <p:sp>
        <p:nvSpPr>
          <p:cNvPr id="5" name="Footer Placeholder 5"/>
          <p:cNvSpPr>
            <a:spLocks noGrp="1"/>
          </p:cNvSpPr>
          <p:nvPr>
            <p:ph type="ftr" sz="quarter" idx="11"/>
          </p:nvPr>
        </p:nvSpPr>
        <p:spPr/>
        <p:txBody>
          <a:bodyPr/>
          <a:lstStyle>
            <a:lvl1pPr>
              <a:defRPr/>
            </a:lvl1pPr>
          </a:lstStyle>
          <a:p>
            <a:pPr>
              <a:defRPr/>
            </a:pPr>
            <a:endParaRPr lang="en-US"/>
          </a:p>
        </p:txBody>
      </p:sp>
      <p:sp>
        <p:nvSpPr>
          <p:cNvPr id="6" name="Slide Number Placeholder 6"/>
          <p:cNvSpPr>
            <a:spLocks noGrp="1"/>
          </p:cNvSpPr>
          <p:nvPr>
            <p:ph type="sldNum" sz="quarter" idx="12"/>
          </p:nvPr>
        </p:nvSpPr>
        <p:spPr/>
        <p:txBody>
          <a:bodyPr/>
          <a:lstStyle>
            <a:lvl1pPr>
              <a:defRPr/>
            </a:lvl1pPr>
          </a:lstStyle>
          <a:p>
            <a:pPr>
              <a:defRPr/>
            </a:pPr>
            <a:fld id="{EF4BA317-C266-4716-8FA5-DDF13B29B992}" type="slidenum">
              <a:rPr lang="en-US"/>
              <a:pPr>
                <a:defRPr/>
              </a:pPr>
              <a:t>‹#›</a:t>
            </a:fld>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26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lvl1pPr>
              <a:defRPr/>
            </a:lvl1pPr>
          </a:lstStyle>
          <a:p>
            <a:pPr>
              <a:defRPr/>
            </a:pPr>
            <a:fld id="{294BF193-0ECB-4BFC-89AF-B62A8C2908EE}" type="datetime1">
              <a:rPr lang="en-US"/>
              <a:pPr>
                <a:defRPr/>
              </a:pPr>
              <a:t>3/12/2015</a:t>
            </a:fld>
            <a:endParaRPr lang="en-US" dirty="0"/>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562B7BC8-AD8B-468F-AD16-9CE34CC00027}" type="slidenum">
              <a:rPr lang="en-US"/>
              <a:pPr>
                <a:defRPr/>
              </a:pPr>
              <a:t>‹#›</a:t>
            </a:fld>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4"/>
          <p:cNvSpPr>
            <a:spLocks noGrp="1"/>
          </p:cNvSpPr>
          <p:nvPr>
            <p:ph type="dt" sz="half" idx="10"/>
          </p:nvPr>
        </p:nvSpPr>
        <p:spPr/>
        <p:txBody>
          <a:bodyPr/>
          <a:lstStyle>
            <a:lvl1pPr>
              <a:defRPr/>
            </a:lvl1pPr>
          </a:lstStyle>
          <a:p>
            <a:pPr>
              <a:defRPr/>
            </a:pPr>
            <a:fld id="{0DB313BC-DCC9-4F1A-AB3E-693231E9ADAA}" type="datetime1">
              <a:rPr lang="en-US"/>
              <a:pPr>
                <a:defRPr/>
              </a:pPr>
              <a:t>3/12/2015</a:t>
            </a:fld>
            <a:endParaRPr lang="en-US" dirty="0"/>
          </a:p>
        </p:txBody>
      </p:sp>
      <p:sp>
        <p:nvSpPr>
          <p:cNvPr id="8" name="Footer Placeholder 5"/>
          <p:cNvSpPr>
            <a:spLocks noGrp="1"/>
          </p:cNvSpPr>
          <p:nvPr>
            <p:ph type="ftr" sz="quarter" idx="11"/>
          </p:nvPr>
        </p:nvSpPr>
        <p:spPr/>
        <p:txBody>
          <a:bodyPr/>
          <a:lstStyle>
            <a:lvl1pPr>
              <a:defRPr/>
            </a:lvl1pPr>
          </a:lstStyle>
          <a:p>
            <a:pPr>
              <a:defRPr/>
            </a:pPr>
            <a:endParaRPr lang="en-US"/>
          </a:p>
        </p:txBody>
      </p:sp>
      <p:sp>
        <p:nvSpPr>
          <p:cNvPr id="9" name="Slide Number Placeholder 6"/>
          <p:cNvSpPr>
            <a:spLocks noGrp="1"/>
          </p:cNvSpPr>
          <p:nvPr>
            <p:ph type="sldNum" sz="quarter" idx="12"/>
          </p:nvPr>
        </p:nvSpPr>
        <p:spPr/>
        <p:txBody>
          <a:bodyPr/>
          <a:lstStyle>
            <a:lvl1pPr>
              <a:defRPr/>
            </a:lvl1pPr>
          </a:lstStyle>
          <a:p>
            <a:pPr>
              <a:defRPr/>
            </a:pPr>
            <a:fld id="{9F6DFF80-B597-4DB4-8944-8103EEFCADDB}" type="slidenum">
              <a:rPr lang="en-US"/>
              <a:pPr>
                <a:defRPr/>
              </a:pPr>
              <a:t>‹#›</a:t>
            </a:fld>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4"/>
          <p:cNvSpPr>
            <a:spLocks noGrp="1"/>
          </p:cNvSpPr>
          <p:nvPr>
            <p:ph type="dt" sz="half" idx="10"/>
          </p:nvPr>
        </p:nvSpPr>
        <p:spPr/>
        <p:txBody>
          <a:bodyPr/>
          <a:lstStyle>
            <a:lvl1pPr>
              <a:defRPr/>
            </a:lvl1pPr>
          </a:lstStyle>
          <a:p>
            <a:pPr>
              <a:defRPr/>
            </a:pPr>
            <a:fld id="{2E377F4B-753F-4F46-995B-4235956573C7}" type="datetime1">
              <a:rPr lang="en-US"/>
              <a:pPr>
                <a:defRPr/>
              </a:pPr>
              <a:t>3/12/2015</a:t>
            </a:fld>
            <a:endParaRPr lang="en-US" dirty="0"/>
          </a:p>
        </p:txBody>
      </p:sp>
      <p:sp>
        <p:nvSpPr>
          <p:cNvPr id="4" name="Footer Placeholder 5"/>
          <p:cNvSpPr>
            <a:spLocks noGrp="1"/>
          </p:cNvSpPr>
          <p:nvPr>
            <p:ph type="ftr" sz="quarter" idx="11"/>
          </p:nvPr>
        </p:nvSpPr>
        <p:spPr/>
        <p:txBody>
          <a:bodyPr/>
          <a:lstStyle>
            <a:lvl1pPr>
              <a:defRPr/>
            </a:lvl1pPr>
          </a:lstStyle>
          <a:p>
            <a:pPr>
              <a:defRPr/>
            </a:pPr>
            <a:endParaRPr lang="en-US"/>
          </a:p>
        </p:txBody>
      </p:sp>
      <p:sp>
        <p:nvSpPr>
          <p:cNvPr id="5" name="Slide Number Placeholder 6"/>
          <p:cNvSpPr>
            <a:spLocks noGrp="1"/>
          </p:cNvSpPr>
          <p:nvPr>
            <p:ph type="sldNum" sz="quarter" idx="12"/>
          </p:nvPr>
        </p:nvSpPr>
        <p:spPr/>
        <p:txBody>
          <a:bodyPr/>
          <a:lstStyle>
            <a:lvl1pPr>
              <a:defRPr/>
            </a:lvl1pPr>
          </a:lstStyle>
          <a:p>
            <a:pPr>
              <a:defRPr/>
            </a:pPr>
            <a:fld id="{D09FEE77-1EDA-4EC5-9AE5-47BB61461B1A}" type="slidenum">
              <a:rPr lang="en-US"/>
              <a:pPr>
                <a:defRPr/>
              </a:pPr>
              <a:t>‹#›</a:t>
            </a:fld>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p:cNvSpPr>
          <p:nvPr>
            <p:ph type="dt" sz="half" idx="10"/>
          </p:nvPr>
        </p:nvSpPr>
        <p:spPr/>
        <p:txBody>
          <a:bodyPr/>
          <a:lstStyle>
            <a:lvl1pPr>
              <a:defRPr/>
            </a:lvl1pPr>
          </a:lstStyle>
          <a:p>
            <a:pPr>
              <a:defRPr/>
            </a:pPr>
            <a:fld id="{02F06285-A44E-43CF-A186-C52229F28B70}" type="datetime1">
              <a:rPr lang="en-US"/>
              <a:pPr>
                <a:defRPr/>
              </a:pPr>
              <a:t>3/12/2015</a:t>
            </a:fld>
            <a:endParaRPr lang="en-US" dirty="0"/>
          </a:p>
        </p:txBody>
      </p:sp>
      <p:sp>
        <p:nvSpPr>
          <p:cNvPr id="3" name="Footer Placeholder 5"/>
          <p:cNvSpPr>
            <a:spLocks noGrp="1"/>
          </p:cNvSpPr>
          <p:nvPr>
            <p:ph type="ftr" sz="quarter" idx="11"/>
          </p:nvPr>
        </p:nvSpPr>
        <p:spPr/>
        <p:txBody>
          <a:bodyPr/>
          <a:lstStyle>
            <a:lvl1pPr>
              <a:defRPr/>
            </a:lvl1pPr>
          </a:lstStyle>
          <a:p>
            <a:pPr>
              <a:defRPr/>
            </a:pPr>
            <a:endParaRPr lang="en-US"/>
          </a:p>
        </p:txBody>
      </p:sp>
      <p:sp>
        <p:nvSpPr>
          <p:cNvPr id="4" name="Slide Number Placeholder 6"/>
          <p:cNvSpPr>
            <a:spLocks noGrp="1"/>
          </p:cNvSpPr>
          <p:nvPr>
            <p:ph type="sldNum" sz="quarter" idx="12"/>
          </p:nvPr>
        </p:nvSpPr>
        <p:spPr/>
        <p:txBody>
          <a:bodyPr/>
          <a:lstStyle>
            <a:lvl1pPr>
              <a:defRPr/>
            </a:lvl1pPr>
          </a:lstStyle>
          <a:p>
            <a:pPr>
              <a:defRPr/>
            </a:pPr>
            <a:fld id="{88BAE811-477C-4CEB-8276-4E01785F5E57}" type="slidenum">
              <a:rPr lang="en-US"/>
              <a:pPr>
                <a:defRPr/>
              </a:pPr>
              <a:t>‹#›</a:t>
            </a:fld>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fld id="{A5159EC4-2E40-41B4-8593-1FC380310548}" type="datetime1">
              <a:rPr lang="en-US"/>
              <a:pPr>
                <a:defRPr/>
              </a:pPr>
              <a:t>3/12/2015</a:t>
            </a:fld>
            <a:endParaRPr lang="en-US" dirty="0"/>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15BE49CF-E071-4145-AA2F-0071820A1539}" type="slidenum">
              <a:rPr lang="en-US"/>
              <a:pPr>
                <a:defRPr/>
              </a:pPr>
              <a:t>‹#›</a:t>
            </a:fld>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fld id="{037C797E-8A14-4982-8027-A7F0C9863704}" type="datetime1">
              <a:rPr lang="en-US"/>
              <a:pPr>
                <a:defRPr/>
              </a:pPr>
              <a:t>3/12/2015</a:t>
            </a:fld>
            <a:endParaRPr lang="en-US" dirty="0"/>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E2849946-0784-4F84-9F7D-8F44D269BA11}" type="slidenum">
              <a:rPr lang="en-US"/>
              <a:pPr>
                <a:defRPr/>
              </a:pPr>
              <a:t>‹#›</a:t>
            </a:fld>
            <a:endParaRPr 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4"/>
          <p:cNvSpPr>
            <a:spLocks noGrp="1"/>
          </p:cNvSpPr>
          <p:nvPr>
            <p:ph type="dt" sz="half" idx="10"/>
          </p:nvPr>
        </p:nvSpPr>
        <p:spPr/>
        <p:txBody>
          <a:bodyPr/>
          <a:lstStyle>
            <a:lvl1pPr>
              <a:defRPr/>
            </a:lvl1pPr>
          </a:lstStyle>
          <a:p>
            <a:pPr>
              <a:defRPr/>
            </a:pPr>
            <a:fld id="{5C096BFE-7C62-4A8A-A4D4-63D56B20FDEC}" type="datetime1">
              <a:rPr lang="en-US"/>
              <a:pPr>
                <a:defRPr/>
              </a:pPr>
              <a:t>3/12/2015</a:t>
            </a:fld>
            <a:endParaRPr lang="en-US" dirty="0"/>
          </a:p>
        </p:txBody>
      </p:sp>
      <p:sp>
        <p:nvSpPr>
          <p:cNvPr id="5" name="Footer Placeholder 5"/>
          <p:cNvSpPr>
            <a:spLocks noGrp="1"/>
          </p:cNvSpPr>
          <p:nvPr>
            <p:ph type="ftr" sz="quarter" idx="11"/>
          </p:nvPr>
        </p:nvSpPr>
        <p:spPr/>
        <p:txBody>
          <a:bodyPr/>
          <a:lstStyle>
            <a:lvl1pPr>
              <a:defRPr/>
            </a:lvl1pPr>
          </a:lstStyle>
          <a:p>
            <a:pPr>
              <a:defRPr/>
            </a:pPr>
            <a:endParaRPr lang="en-US"/>
          </a:p>
        </p:txBody>
      </p:sp>
      <p:sp>
        <p:nvSpPr>
          <p:cNvPr id="6" name="Slide Number Placeholder 6"/>
          <p:cNvSpPr>
            <a:spLocks noGrp="1"/>
          </p:cNvSpPr>
          <p:nvPr>
            <p:ph type="sldNum" sz="quarter" idx="12"/>
          </p:nvPr>
        </p:nvSpPr>
        <p:spPr/>
        <p:txBody>
          <a:bodyPr/>
          <a:lstStyle>
            <a:lvl1pPr>
              <a:defRPr/>
            </a:lvl1pPr>
          </a:lstStyle>
          <a:p>
            <a:pPr>
              <a:defRPr/>
            </a:pPr>
            <a:fld id="{5F801B43-82F2-4069-A6E7-78C342409207}" type="slidenum">
              <a:rPr lang="en-US"/>
              <a:pPr>
                <a:defRPr/>
              </a:pPr>
              <a:t>‹#›</a:t>
            </a:fld>
            <a:endParaRPr 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57900" y="274638"/>
            <a:ext cx="18669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54483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4"/>
          <p:cNvSpPr>
            <a:spLocks noGrp="1"/>
          </p:cNvSpPr>
          <p:nvPr>
            <p:ph type="dt" sz="half" idx="10"/>
          </p:nvPr>
        </p:nvSpPr>
        <p:spPr/>
        <p:txBody>
          <a:bodyPr/>
          <a:lstStyle>
            <a:lvl1pPr>
              <a:defRPr/>
            </a:lvl1pPr>
          </a:lstStyle>
          <a:p>
            <a:pPr>
              <a:defRPr/>
            </a:pPr>
            <a:fld id="{AAAD3900-45A4-4517-A4D7-D4B850A647D6}" type="datetime1">
              <a:rPr lang="en-US"/>
              <a:pPr>
                <a:defRPr/>
              </a:pPr>
              <a:t>3/12/2015</a:t>
            </a:fld>
            <a:endParaRPr lang="en-US" dirty="0"/>
          </a:p>
        </p:txBody>
      </p:sp>
      <p:sp>
        <p:nvSpPr>
          <p:cNvPr id="5" name="Footer Placeholder 5"/>
          <p:cNvSpPr>
            <a:spLocks noGrp="1"/>
          </p:cNvSpPr>
          <p:nvPr>
            <p:ph type="ftr" sz="quarter" idx="11"/>
          </p:nvPr>
        </p:nvSpPr>
        <p:spPr/>
        <p:txBody>
          <a:bodyPr/>
          <a:lstStyle>
            <a:lvl1pPr>
              <a:defRPr/>
            </a:lvl1pPr>
          </a:lstStyle>
          <a:p>
            <a:pPr>
              <a:defRPr/>
            </a:pPr>
            <a:endParaRPr lang="en-US"/>
          </a:p>
        </p:txBody>
      </p:sp>
      <p:sp>
        <p:nvSpPr>
          <p:cNvPr id="6" name="Slide Number Placeholder 6"/>
          <p:cNvSpPr>
            <a:spLocks noGrp="1"/>
          </p:cNvSpPr>
          <p:nvPr>
            <p:ph type="sldNum" sz="quarter" idx="12"/>
          </p:nvPr>
        </p:nvSpPr>
        <p:spPr/>
        <p:txBody>
          <a:bodyPr/>
          <a:lstStyle>
            <a:lvl1pPr>
              <a:defRPr/>
            </a:lvl1pPr>
          </a:lstStyle>
          <a:p>
            <a:pPr>
              <a:defRPr/>
            </a:pPr>
            <a:fld id="{605DA175-76B6-4D3E-A21F-56363E9BE63C}" type="slidenum">
              <a:rPr lang="en-US"/>
              <a:pPr>
                <a:defRPr/>
              </a:pPr>
              <a:t>‹#›</a:t>
            </a:fld>
            <a:endParaRPr lang="en-US"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AU"/>
          </a:p>
        </p:txBody>
      </p:sp>
      <p:sp>
        <p:nvSpPr>
          <p:cNvPr id="4" name="Date Placeholder 4"/>
          <p:cNvSpPr>
            <a:spLocks noGrp="1"/>
          </p:cNvSpPr>
          <p:nvPr>
            <p:ph type="dt" sz="half" idx="10"/>
          </p:nvPr>
        </p:nvSpPr>
        <p:spPr/>
        <p:txBody>
          <a:bodyPr/>
          <a:lstStyle>
            <a:lvl1pPr>
              <a:defRPr/>
            </a:lvl1pPr>
          </a:lstStyle>
          <a:p>
            <a:pPr>
              <a:defRPr/>
            </a:pPr>
            <a:fld id="{AEA5F0E4-FDE3-4592-A7A5-BF643F5A6EC3}" type="datetime1">
              <a:rPr lang="en-US"/>
              <a:pPr>
                <a:defRPr/>
              </a:pPr>
              <a:t>3/12/2015</a:t>
            </a:fld>
            <a:endParaRPr lang="en-US" dirty="0"/>
          </a:p>
        </p:txBody>
      </p:sp>
      <p:sp>
        <p:nvSpPr>
          <p:cNvPr id="5" name="Footer Placeholder 5"/>
          <p:cNvSpPr>
            <a:spLocks noGrp="1"/>
          </p:cNvSpPr>
          <p:nvPr>
            <p:ph type="ftr" sz="quarter" idx="11"/>
          </p:nvPr>
        </p:nvSpPr>
        <p:spPr/>
        <p:txBody>
          <a:bodyPr/>
          <a:lstStyle>
            <a:lvl1pPr>
              <a:defRPr/>
            </a:lvl1pPr>
          </a:lstStyle>
          <a:p>
            <a:pPr>
              <a:defRPr/>
            </a:pPr>
            <a:endParaRPr lang="en-US"/>
          </a:p>
        </p:txBody>
      </p:sp>
      <p:sp>
        <p:nvSpPr>
          <p:cNvPr id="6" name="Slide Number Placeholder 6"/>
          <p:cNvSpPr>
            <a:spLocks noGrp="1"/>
          </p:cNvSpPr>
          <p:nvPr>
            <p:ph type="sldNum" sz="quarter" idx="12"/>
          </p:nvPr>
        </p:nvSpPr>
        <p:spPr/>
        <p:txBody>
          <a:bodyPr/>
          <a:lstStyle>
            <a:lvl1pPr>
              <a:defRPr/>
            </a:lvl1pPr>
          </a:lstStyle>
          <a:p>
            <a:pPr>
              <a:defRPr/>
            </a:pPr>
            <a:fld id="{711BAC79-7FCD-45C0-9218-C2B87BB5390D}" type="slidenum">
              <a:rPr lang="en-US"/>
              <a:pPr>
                <a:defRPr/>
              </a:pPr>
              <a:t>‹#›</a:t>
            </a:fld>
            <a:endParaRPr lang="en-US"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4"/>
          <p:cNvSpPr>
            <a:spLocks noGrp="1"/>
          </p:cNvSpPr>
          <p:nvPr>
            <p:ph type="dt" sz="half" idx="10"/>
          </p:nvPr>
        </p:nvSpPr>
        <p:spPr/>
        <p:txBody>
          <a:bodyPr/>
          <a:lstStyle>
            <a:lvl1pPr>
              <a:defRPr/>
            </a:lvl1pPr>
          </a:lstStyle>
          <a:p>
            <a:pPr>
              <a:defRPr/>
            </a:pPr>
            <a:fld id="{F4FF11C5-B0D4-473E-9000-C1C331308500}" type="datetime1">
              <a:rPr lang="en-US"/>
              <a:pPr>
                <a:defRPr/>
              </a:pPr>
              <a:t>3/12/2015</a:t>
            </a:fld>
            <a:endParaRPr lang="en-US" dirty="0"/>
          </a:p>
        </p:txBody>
      </p:sp>
      <p:sp>
        <p:nvSpPr>
          <p:cNvPr id="5" name="Footer Placeholder 5"/>
          <p:cNvSpPr>
            <a:spLocks noGrp="1"/>
          </p:cNvSpPr>
          <p:nvPr>
            <p:ph type="ftr" sz="quarter" idx="11"/>
          </p:nvPr>
        </p:nvSpPr>
        <p:spPr/>
        <p:txBody>
          <a:bodyPr/>
          <a:lstStyle>
            <a:lvl1pPr>
              <a:defRPr/>
            </a:lvl1pPr>
          </a:lstStyle>
          <a:p>
            <a:pPr>
              <a:defRPr/>
            </a:pPr>
            <a:endParaRPr lang="en-US"/>
          </a:p>
        </p:txBody>
      </p:sp>
      <p:sp>
        <p:nvSpPr>
          <p:cNvPr id="6" name="Slide Number Placeholder 6"/>
          <p:cNvSpPr>
            <a:spLocks noGrp="1"/>
          </p:cNvSpPr>
          <p:nvPr>
            <p:ph type="sldNum" sz="quarter" idx="12"/>
          </p:nvPr>
        </p:nvSpPr>
        <p:spPr/>
        <p:txBody>
          <a:bodyPr/>
          <a:lstStyle>
            <a:lvl1pPr>
              <a:defRPr/>
            </a:lvl1pPr>
          </a:lstStyle>
          <a:p>
            <a:pPr>
              <a:defRPr/>
            </a:pPr>
            <a:fld id="{7899BAD0-4480-4582-A663-E838F153404E}" type="slidenum">
              <a:rPr lang="en-US"/>
              <a:pPr>
                <a:defRPr/>
              </a:pPr>
              <a:t>‹#›</a:t>
            </a:fld>
            <a:endParaRPr lang="en-US"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4"/>
          <p:cNvSpPr>
            <a:spLocks noGrp="1"/>
          </p:cNvSpPr>
          <p:nvPr>
            <p:ph type="dt" sz="half" idx="10"/>
          </p:nvPr>
        </p:nvSpPr>
        <p:spPr/>
        <p:txBody>
          <a:bodyPr/>
          <a:lstStyle>
            <a:lvl1pPr>
              <a:defRPr/>
            </a:lvl1pPr>
          </a:lstStyle>
          <a:p>
            <a:pPr>
              <a:defRPr/>
            </a:pPr>
            <a:fld id="{615C2898-D7FB-4429-B1AE-FBEFC195C6E6}" type="datetime1">
              <a:rPr lang="en-US"/>
              <a:pPr>
                <a:defRPr/>
              </a:pPr>
              <a:t>3/12/2015</a:t>
            </a:fld>
            <a:endParaRPr lang="en-US" dirty="0"/>
          </a:p>
        </p:txBody>
      </p:sp>
      <p:sp>
        <p:nvSpPr>
          <p:cNvPr id="5" name="Footer Placeholder 5"/>
          <p:cNvSpPr>
            <a:spLocks noGrp="1"/>
          </p:cNvSpPr>
          <p:nvPr>
            <p:ph type="ftr" sz="quarter" idx="11"/>
          </p:nvPr>
        </p:nvSpPr>
        <p:spPr/>
        <p:txBody>
          <a:bodyPr/>
          <a:lstStyle>
            <a:lvl1pPr>
              <a:defRPr/>
            </a:lvl1pPr>
          </a:lstStyle>
          <a:p>
            <a:pPr>
              <a:defRPr/>
            </a:pPr>
            <a:endParaRPr lang="en-US"/>
          </a:p>
        </p:txBody>
      </p:sp>
      <p:sp>
        <p:nvSpPr>
          <p:cNvPr id="6" name="Slide Number Placeholder 6"/>
          <p:cNvSpPr>
            <a:spLocks noGrp="1"/>
          </p:cNvSpPr>
          <p:nvPr>
            <p:ph type="sldNum" sz="quarter" idx="12"/>
          </p:nvPr>
        </p:nvSpPr>
        <p:spPr/>
        <p:txBody>
          <a:bodyPr/>
          <a:lstStyle>
            <a:lvl1pPr>
              <a:defRPr/>
            </a:lvl1pPr>
          </a:lstStyle>
          <a:p>
            <a:pPr>
              <a:defRPr/>
            </a:pPr>
            <a:fld id="{E6A52E5A-F4A5-4A41-97F4-83AE4EF78A5E}" type="slidenum">
              <a:rPr lang="en-US"/>
              <a:pPr>
                <a:defRPr/>
              </a:pPr>
              <a:t>‹#›</a:t>
            </a:fld>
            <a:endParaRPr lang="en-US"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267200" y="1600200"/>
            <a:ext cx="3657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lvl1pPr>
              <a:defRPr/>
            </a:lvl1pPr>
          </a:lstStyle>
          <a:p>
            <a:pPr>
              <a:defRPr/>
            </a:pPr>
            <a:fld id="{41063C28-01D8-4BCC-88E7-C963183BF65A}" type="datetime1">
              <a:rPr lang="en-US"/>
              <a:pPr>
                <a:defRPr/>
              </a:pPr>
              <a:t>3/12/2015</a:t>
            </a:fld>
            <a:endParaRPr lang="en-US" dirty="0"/>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EF5C9701-916F-4512-AD7D-0E33CABFAAD2}" type="slidenum">
              <a:rPr lang="en-US"/>
              <a:pPr>
                <a:defRPr/>
              </a:pPr>
              <a:t>‹#›</a:t>
            </a:fld>
            <a:endParaRPr lang="en-US"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4"/>
          <p:cNvSpPr>
            <a:spLocks noGrp="1"/>
          </p:cNvSpPr>
          <p:nvPr>
            <p:ph type="dt" sz="half" idx="10"/>
          </p:nvPr>
        </p:nvSpPr>
        <p:spPr/>
        <p:txBody>
          <a:bodyPr/>
          <a:lstStyle>
            <a:lvl1pPr>
              <a:defRPr/>
            </a:lvl1pPr>
          </a:lstStyle>
          <a:p>
            <a:pPr>
              <a:defRPr/>
            </a:pPr>
            <a:fld id="{E62F1ECB-83E4-44A0-9965-462FEFB92F64}" type="datetime1">
              <a:rPr lang="en-US"/>
              <a:pPr>
                <a:defRPr/>
              </a:pPr>
              <a:t>3/12/2015</a:t>
            </a:fld>
            <a:endParaRPr lang="en-US" dirty="0"/>
          </a:p>
        </p:txBody>
      </p:sp>
      <p:sp>
        <p:nvSpPr>
          <p:cNvPr id="8" name="Footer Placeholder 5"/>
          <p:cNvSpPr>
            <a:spLocks noGrp="1"/>
          </p:cNvSpPr>
          <p:nvPr>
            <p:ph type="ftr" sz="quarter" idx="11"/>
          </p:nvPr>
        </p:nvSpPr>
        <p:spPr/>
        <p:txBody>
          <a:bodyPr/>
          <a:lstStyle>
            <a:lvl1pPr>
              <a:defRPr/>
            </a:lvl1pPr>
          </a:lstStyle>
          <a:p>
            <a:pPr>
              <a:defRPr/>
            </a:pPr>
            <a:endParaRPr lang="en-US"/>
          </a:p>
        </p:txBody>
      </p:sp>
      <p:sp>
        <p:nvSpPr>
          <p:cNvPr id="9" name="Slide Number Placeholder 6"/>
          <p:cNvSpPr>
            <a:spLocks noGrp="1"/>
          </p:cNvSpPr>
          <p:nvPr>
            <p:ph type="sldNum" sz="quarter" idx="12"/>
          </p:nvPr>
        </p:nvSpPr>
        <p:spPr/>
        <p:txBody>
          <a:bodyPr/>
          <a:lstStyle>
            <a:lvl1pPr>
              <a:defRPr/>
            </a:lvl1pPr>
          </a:lstStyle>
          <a:p>
            <a:pPr>
              <a:defRPr/>
            </a:pPr>
            <a:fld id="{305AC130-0156-4E7C-AD45-8FF941873918}" type="slidenum">
              <a:rPr lang="en-US"/>
              <a:pPr>
                <a:defRPr/>
              </a:pPr>
              <a:t>‹#›</a:t>
            </a:fld>
            <a:endParaRPr lang="en-US"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4"/>
          <p:cNvSpPr>
            <a:spLocks noGrp="1"/>
          </p:cNvSpPr>
          <p:nvPr>
            <p:ph type="dt" sz="half" idx="10"/>
          </p:nvPr>
        </p:nvSpPr>
        <p:spPr/>
        <p:txBody>
          <a:bodyPr/>
          <a:lstStyle>
            <a:lvl1pPr>
              <a:defRPr/>
            </a:lvl1pPr>
          </a:lstStyle>
          <a:p>
            <a:pPr>
              <a:defRPr/>
            </a:pPr>
            <a:fld id="{8973FBFE-8428-42F6-8F75-711479561A18}" type="datetime1">
              <a:rPr lang="en-US"/>
              <a:pPr>
                <a:defRPr/>
              </a:pPr>
              <a:t>3/12/2015</a:t>
            </a:fld>
            <a:endParaRPr lang="en-US" dirty="0"/>
          </a:p>
        </p:txBody>
      </p:sp>
      <p:sp>
        <p:nvSpPr>
          <p:cNvPr id="4" name="Footer Placeholder 5"/>
          <p:cNvSpPr>
            <a:spLocks noGrp="1"/>
          </p:cNvSpPr>
          <p:nvPr>
            <p:ph type="ftr" sz="quarter" idx="11"/>
          </p:nvPr>
        </p:nvSpPr>
        <p:spPr/>
        <p:txBody>
          <a:bodyPr/>
          <a:lstStyle>
            <a:lvl1pPr>
              <a:defRPr/>
            </a:lvl1pPr>
          </a:lstStyle>
          <a:p>
            <a:pPr>
              <a:defRPr/>
            </a:pPr>
            <a:endParaRPr lang="en-US"/>
          </a:p>
        </p:txBody>
      </p:sp>
      <p:sp>
        <p:nvSpPr>
          <p:cNvPr id="5" name="Slide Number Placeholder 6"/>
          <p:cNvSpPr>
            <a:spLocks noGrp="1"/>
          </p:cNvSpPr>
          <p:nvPr>
            <p:ph type="sldNum" sz="quarter" idx="12"/>
          </p:nvPr>
        </p:nvSpPr>
        <p:spPr/>
        <p:txBody>
          <a:bodyPr/>
          <a:lstStyle>
            <a:lvl1pPr>
              <a:defRPr/>
            </a:lvl1pPr>
          </a:lstStyle>
          <a:p>
            <a:pPr>
              <a:defRPr/>
            </a:pPr>
            <a:fld id="{D2291154-CB0A-45DE-82A5-087AECDA310B}" type="slidenum">
              <a:rPr lang="en-US"/>
              <a:pPr>
                <a:defRPr/>
              </a:pPr>
              <a:t>‹#›</a:t>
            </a:fld>
            <a:endParaRPr lang="en-US" dirty="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p:cNvSpPr>
          <p:nvPr>
            <p:ph type="dt" sz="half" idx="10"/>
          </p:nvPr>
        </p:nvSpPr>
        <p:spPr/>
        <p:txBody>
          <a:bodyPr/>
          <a:lstStyle>
            <a:lvl1pPr>
              <a:defRPr/>
            </a:lvl1pPr>
          </a:lstStyle>
          <a:p>
            <a:pPr>
              <a:defRPr/>
            </a:pPr>
            <a:fld id="{74335639-5CEA-49F0-9A0C-8DE238D3DF55}" type="datetime1">
              <a:rPr lang="en-US"/>
              <a:pPr>
                <a:defRPr/>
              </a:pPr>
              <a:t>3/12/2015</a:t>
            </a:fld>
            <a:endParaRPr lang="en-US" dirty="0"/>
          </a:p>
        </p:txBody>
      </p:sp>
      <p:sp>
        <p:nvSpPr>
          <p:cNvPr id="3" name="Footer Placeholder 5"/>
          <p:cNvSpPr>
            <a:spLocks noGrp="1"/>
          </p:cNvSpPr>
          <p:nvPr>
            <p:ph type="ftr" sz="quarter" idx="11"/>
          </p:nvPr>
        </p:nvSpPr>
        <p:spPr/>
        <p:txBody>
          <a:bodyPr/>
          <a:lstStyle>
            <a:lvl1pPr>
              <a:defRPr/>
            </a:lvl1pPr>
          </a:lstStyle>
          <a:p>
            <a:pPr>
              <a:defRPr/>
            </a:pPr>
            <a:endParaRPr lang="en-US"/>
          </a:p>
        </p:txBody>
      </p:sp>
      <p:sp>
        <p:nvSpPr>
          <p:cNvPr id="4" name="Slide Number Placeholder 6"/>
          <p:cNvSpPr>
            <a:spLocks noGrp="1"/>
          </p:cNvSpPr>
          <p:nvPr>
            <p:ph type="sldNum" sz="quarter" idx="12"/>
          </p:nvPr>
        </p:nvSpPr>
        <p:spPr/>
        <p:txBody>
          <a:bodyPr/>
          <a:lstStyle>
            <a:lvl1pPr>
              <a:defRPr/>
            </a:lvl1pPr>
          </a:lstStyle>
          <a:p>
            <a:pPr>
              <a:defRPr/>
            </a:pPr>
            <a:fld id="{9FA8227C-F6B7-4E63-AE09-5A51CDEF4170}" type="slidenum">
              <a:rPr lang="en-US"/>
              <a:pPr>
                <a:defRPr/>
              </a:pPr>
              <a:t>‹#›</a:t>
            </a:fld>
            <a:endParaRPr lang="en-US" dirty="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fld id="{D81EFCFD-7955-4D59-A66E-67658A790778}" type="datetime1">
              <a:rPr lang="en-US"/>
              <a:pPr>
                <a:defRPr/>
              </a:pPr>
              <a:t>3/12/2015</a:t>
            </a:fld>
            <a:endParaRPr lang="en-US" dirty="0"/>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BA6C2FE3-3D39-49B4-9138-C593DFD13025}" type="slidenum">
              <a:rPr lang="en-US"/>
              <a:pPr>
                <a:defRPr/>
              </a:pPr>
              <a:t>‹#›</a:t>
            </a:fld>
            <a:endParaRPr lang="en-US" dirty="0"/>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pPr>
              <a:defRPr/>
            </a:pPr>
            <a:fld id="{14F0C0A5-788D-46E6-A716-8991F17E29C3}" type="datetime1">
              <a:rPr lang="en-US"/>
              <a:pPr>
                <a:defRPr/>
              </a:pPr>
              <a:t>3/12/2015</a:t>
            </a:fld>
            <a:endParaRPr lang="en-US" dirty="0"/>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B3E82A40-3EA4-43A4-8233-2BA82BC55A96}" type="slidenum">
              <a:rPr lang="en-US"/>
              <a:pPr>
                <a:defRPr/>
              </a:pPr>
              <a:t>‹#›</a:t>
            </a:fld>
            <a:endParaRPr lang="en-US" dirty="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4"/>
          <p:cNvSpPr>
            <a:spLocks noGrp="1"/>
          </p:cNvSpPr>
          <p:nvPr>
            <p:ph type="dt" sz="half" idx="10"/>
          </p:nvPr>
        </p:nvSpPr>
        <p:spPr/>
        <p:txBody>
          <a:bodyPr/>
          <a:lstStyle>
            <a:lvl1pPr>
              <a:defRPr/>
            </a:lvl1pPr>
          </a:lstStyle>
          <a:p>
            <a:pPr>
              <a:defRPr/>
            </a:pPr>
            <a:fld id="{23770517-693D-40BA-8EB6-7880796F7CFC}" type="datetime1">
              <a:rPr lang="en-US"/>
              <a:pPr>
                <a:defRPr/>
              </a:pPr>
              <a:t>3/12/2015</a:t>
            </a:fld>
            <a:endParaRPr lang="en-US" dirty="0"/>
          </a:p>
        </p:txBody>
      </p:sp>
      <p:sp>
        <p:nvSpPr>
          <p:cNvPr id="5" name="Footer Placeholder 5"/>
          <p:cNvSpPr>
            <a:spLocks noGrp="1"/>
          </p:cNvSpPr>
          <p:nvPr>
            <p:ph type="ftr" sz="quarter" idx="11"/>
          </p:nvPr>
        </p:nvSpPr>
        <p:spPr/>
        <p:txBody>
          <a:bodyPr/>
          <a:lstStyle>
            <a:lvl1pPr>
              <a:defRPr/>
            </a:lvl1pPr>
          </a:lstStyle>
          <a:p>
            <a:pPr>
              <a:defRPr/>
            </a:pPr>
            <a:endParaRPr lang="en-US"/>
          </a:p>
        </p:txBody>
      </p:sp>
      <p:sp>
        <p:nvSpPr>
          <p:cNvPr id="6" name="Slide Number Placeholder 6"/>
          <p:cNvSpPr>
            <a:spLocks noGrp="1"/>
          </p:cNvSpPr>
          <p:nvPr>
            <p:ph type="sldNum" sz="quarter" idx="12"/>
          </p:nvPr>
        </p:nvSpPr>
        <p:spPr/>
        <p:txBody>
          <a:bodyPr/>
          <a:lstStyle>
            <a:lvl1pPr>
              <a:defRPr/>
            </a:lvl1pPr>
          </a:lstStyle>
          <a:p>
            <a:pPr>
              <a:defRPr/>
            </a:pPr>
            <a:fld id="{C1F68902-133C-4313-87D9-5A17DCA0A9A6}" type="slidenum">
              <a:rPr lang="en-US"/>
              <a:pPr>
                <a:defRPr/>
              </a:pPr>
              <a:t>‹#›</a:t>
            </a:fld>
            <a:endParaRPr lang="en-US" dirty="0"/>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57900" y="274638"/>
            <a:ext cx="18669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54483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4"/>
          <p:cNvSpPr>
            <a:spLocks noGrp="1"/>
          </p:cNvSpPr>
          <p:nvPr>
            <p:ph type="dt" sz="half" idx="10"/>
          </p:nvPr>
        </p:nvSpPr>
        <p:spPr/>
        <p:txBody>
          <a:bodyPr/>
          <a:lstStyle>
            <a:lvl1pPr>
              <a:defRPr/>
            </a:lvl1pPr>
          </a:lstStyle>
          <a:p>
            <a:pPr>
              <a:defRPr/>
            </a:pPr>
            <a:fld id="{055C6A0A-F534-424E-AF4A-38F9049545C8}" type="datetime1">
              <a:rPr lang="en-US"/>
              <a:pPr>
                <a:defRPr/>
              </a:pPr>
              <a:t>3/12/2015</a:t>
            </a:fld>
            <a:endParaRPr lang="en-US" dirty="0"/>
          </a:p>
        </p:txBody>
      </p:sp>
      <p:sp>
        <p:nvSpPr>
          <p:cNvPr id="5" name="Footer Placeholder 5"/>
          <p:cNvSpPr>
            <a:spLocks noGrp="1"/>
          </p:cNvSpPr>
          <p:nvPr>
            <p:ph type="ftr" sz="quarter" idx="11"/>
          </p:nvPr>
        </p:nvSpPr>
        <p:spPr/>
        <p:txBody>
          <a:bodyPr/>
          <a:lstStyle>
            <a:lvl1pPr>
              <a:defRPr/>
            </a:lvl1pPr>
          </a:lstStyle>
          <a:p>
            <a:pPr>
              <a:defRPr/>
            </a:pPr>
            <a:endParaRPr lang="en-US"/>
          </a:p>
        </p:txBody>
      </p:sp>
      <p:sp>
        <p:nvSpPr>
          <p:cNvPr id="6" name="Slide Number Placeholder 6"/>
          <p:cNvSpPr>
            <a:spLocks noGrp="1"/>
          </p:cNvSpPr>
          <p:nvPr>
            <p:ph type="sldNum" sz="quarter" idx="12"/>
          </p:nvPr>
        </p:nvSpPr>
        <p:spPr/>
        <p:txBody>
          <a:bodyPr/>
          <a:lstStyle>
            <a:lvl1pPr>
              <a:defRPr/>
            </a:lvl1pPr>
          </a:lstStyle>
          <a:p>
            <a:pPr>
              <a:defRPr/>
            </a:pPr>
            <a:fld id="{8926CB34-1F41-4453-9EBB-C318F6494EAD}"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theme" Target="../theme/theme5.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6.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fontAlgn="auto">
              <a:spcBef>
                <a:spcPts val="0"/>
              </a:spcBef>
              <a:spcAft>
                <a:spcPts val="0"/>
              </a:spcAft>
              <a:defRPr/>
            </a:pPr>
            <a:endParaRPr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fontAlgn="auto">
              <a:spcBef>
                <a:spcPts val="0"/>
              </a:spcBef>
              <a:spcAft>
                <a:spcPts val="0"/>
              </a:spcAft>
              <a:defRPr/>
            </a:pPr>
            <a:endParaRPr lang="en-US" dirty="0">
              <a:latin typeface="Helvetica" pitchFamily="34" charset="0"/>
            </a:endParaRPr>
          </a:p>
        </p:txBody>
      </p:sp>
      <p:sp>
        <p:nvSpPr>
          <p:cNvPr id="4100" name="Title Placeholder 8"/>
          <p:cNvSpPr>
            <a:spLocks noGrp="1"/>
          </p:cNvSpPr>
          <p:nvPr>
            <p:ph type="title"/>
          </p:nvPr>
        </p:nvSpPr>
        <p:spPr bwMode="auto">
          <a:xfrm>
            <a:off x="457200" y="274638"/>
            <a:ext cx="7467600" cy="11430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smtClean="0"/>
              <a:t>Click to edit Master title style</a:t>
            </a:r>
          </a:p>
        </p:txBody>
      </p:sp>
      <p:sp>
        <p:nvSpPr>
          <p:cNvPr id="4101" name="Text Placeholder 29"/>
          <p:cNvSpPr>
            <a:spLocks noGrp="1"/>
          </p:cNvSpPr>
          <p:nvPr>
            <p:ph type="body" idx="1"/>
          </p:nvPr>
        </p:nvSpPr>
        <p:spPr bwMode="auto">
          <a:xfrm>
            <a:off x="457200" y="1600200"/>
            <a:ext cx="7467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457200" y="6421438"/>
            <a:ext cx="2133600" cy="365125"/>
          </a:xfrm>
          <a:prstGeom prst="rect">
            <a:avLst/>
          </a:prstGeom>
        </p:spPr>
        <p:txBody>
          <a:bodyPr vert="horz" bIns="0" anchor="b"/>
          <a:lstStyle>
            <a:lvl1pPr algn="l" eaLnBrk="1" fontAlgn="auto" latinLnBrk="0" hangingPunct="1">
              <a:spcBef>
                <a:spcPts val="0"/>
              </a:spcBef>
              <a:spcAft>
                <a:spcPts val="0"/>
              </a:spcAft>
              <a:defRPr kumimoji="0" sz="1000" smtClean="0">
                <a:solidFill>
                  <a:schemeClr val="tx2">
                    <a:shade val="50000"/>
                  </a:schemeClr>
                </a:solidFill>
                <a:latin typeface="Helvetica" pitchFamily="34" charset="0"/>
              </a:defRPr>
            </a:lvl1pPr>
          </a:lstStyle>
          <a:p>
            <a:pPr>
              <a:defRPr/>
            </a:pPr>
            <a:fld id="{358C8DF8-BC5B-4A93-B2F0-428883292C13}" type="datetime1">
              <a:rPr lang="en-US"/>
              <a:pPr>
                <a:defRPr/>
              </a:pPr>
              <a:t>3/12/2015</a:t>
            </a:fld>
            <a:endParaRPr lang="en-US" dirty="0"/>
          </a:p>
        </p:txBody>
      </p:sp>
      <p:sp>
        <p:nvSpPr>
          <p:cNvPr id="22" name="Footer Placeholder 21"/>
          <p:cNvSpPr>
            <a:spLocks noGrp="1"/>
          </p:cNvSpPr>
          <p:nvPr>
            <p:ph type="ftr" sz="quarter" idx="3"/>
          </p:nvPr>
        </p:nvSpPr>
        <p:spPr>
          <a:xfrm>
            <a:off x="3124200" y="6421438"/>
            <a:ext cx="2895600" cy="365125"/>
          </a:xfrm>
          <a:prstGeom prst="rect">
            <a:avLst/>
          </a:prstGeom>
        </p:spPr>
        <p:txBody>
          <a:bodyPr vert="horz" lIns="0" rIns="0" bIns="0" anchor="b"/>
          <a:lstStyle>
            <a:lvl1pPr algn="ctr" eaLnBrk="1" fontAlgn="auto" latinLnBrk="0" hangingPunct="1">
              <a:spcBef>
                <a:spcPts val="0"/>
              </a:spcBef>
              <a:spcAft>
                <a:spcPts val="0"/>
              </a:spcAft>
              <a:defRPr kumimoji="0" sz="1000" dirty="0">
                <a:solidFill>
                  <a:schemeClr val="tx2">
                    <a:shade val="50000"/>
                  </a:schemeClr>
                </a:solidFill>
                <a:latin typeface="Helvetica" pitchFamily="34" charset="0"/>
              </a:defRPr>
            </a:lvl1pPr>
          </a:lstStyle>
          <a:p>
            <a:pPr>
              <a:defRPr/>
            </a:pPr>
            <a:endParaRPr lang="en-US"/>
          </a:p>
        </p:txBody>
      </p:sp>
      <p:sp>
        <p:nvSpPr>
          <p:cNvPr id="18" name="Slide Number Placeholder 17"/>
          <p:cNvSpPr>
            <a:spLocks noGrp="1"/>
          </p:cNvSpPr>
          <p:nvPr>
            <p:ph type="sldNum" sz="quarter" idx="4"/>
          </p:nvPr>
        </p:nvSpPr>
        <p:spPr>
          <a:xfrm>
            <a:off x="8153400" y="6421438"/>
            <a:ext cx="762000" cy="365125"/>
          </a:xfrm>
          <a:prstGeom prst="rect">
            <a:avLst/>
          </a:prstGeom>
        </p:spPr>
        <p:txBody>
          <a:bodyPr vert="horz" lIns="0" tIns="0" rIns="0" bIns="0" anchor="b"/>
          <a:lstStyle>
            <a:lvl1pPr algn="r" eaLnBrk="1" fontAlgn="auto" latinLnBrk="0" hangingPunct="1">
              <a:spcBef>
                <a:spcPts val="0"/>
              </a:spcBef>
              <a:spcAft>
                <a:spcPts val="0"/>
              </a:spcAft>
              <a:defRPr kumimoji="0" sz="1000" smtClean="0">
                <a:solidFill>
                  <a:schemeClr val="tx2">
                    <a:shade val="50000"/>
                  </a:schemeClr>
                </a:solidFill>
                <a:latin typeface="Helvetica" pitchFamily="34" charset="0"/>
              </a:defRPr>
            </a:lvl1pPr>
          </a:lstStyle>
          <a:p>
            <a:pPr>
              <a:defRPr/>
            </a:pPr>
            <a:fld id="{DB05DD98-CFD9-486D-8DA3-029B9C50F2E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Lst>
  <p:hf hdr="0" ftr="0" dt="0"/>
  <p:txStyles>
    <p:titleStyle>
      <a:lvl1pPr algn="l" rtl="0" eaLnBrk="0" fontAlgn="base" hangingPunct="0">
        <a:spcBef>
          <a:spcPct val="0"/>
        </a:spcBef>
        <a:spcAft>
          <a:spcPct val="0"/>
        </a:spcAft>
        <a:defRPr sz="4600">
          <a:solidFill>
            <a:schemeClr val="tx1"/>
          </a:solidFill>
          <a:latin typeface="Helvetica" pitchFamily="34" charset="0"/>
          <a:ea typeface="+mj-ea"/>
          <a:cs typeface="+mj-cs"/>
        </a:defRPr>
      </a:lvl1pPr>
      <a:lvl2pPr algn="l" rtl="0" eaLnBrk="0" fontAlgn="base" hangingPunct="0">
        <a:spcBef>
          <a:spcPct val="0"/>
        </a:spcBef>
        <a:spcAft>
          <a:spcPct val="0"/>
        </a:spcAft>
        <a:defRPr sz="4600">
          <a:solidFill>
            <a:schemeClr val="tx1"/>
          </a:solidFill>
          <a:latin typeface="Helvetica" pitchFamily="34" charset="0"/>
        </a:defRPr>
      </a:lvl2pPr>
      <a:lvl3pPr algn="l" rtl="0" eaLnBrk="0" fontAlgn="base" hangingPunct="0">
        <a:spcBef>
          <a:spcPct val="0"/>
        </a:spcBef>
        <a:spcAft>
          <a:spcPct val="0"/>
        </a:spcAft>
        <a:defRPr sz="4600">
          <a:solidFill>
            <a:schemeClr val="tx1"/>
          </a:solidFill>
          <a:latin typeface="Helvetica" pitchFamily="34" charset="0"/>
        </a:defRPr>
      </a:lvl3pPr>
      <a:lvl4pPr algn="l" rtl="0" eaLnBrk="0" fontAlgn="base" hangingPunct="0">
        <a:spcBef>
          <a:spcPct val="0"/>
        </a:spcBef>
        <a:spcAft>
          <a:spcPct val="0"/>
        </a:spcAft>
        <a:defRPr sz="4600">
          <a:solidFill>
            <a:schemeClr val="tx1"/>
          </a:solidFill>
          <a:latin typeface="Helvetica" pitchFamily="34" charset="0"/>
        </a:defRPr>
      </a:lvl4pPr>
      <a:lvl5pPr algn="l" rtl="0" eaLnBrk="0" fontAlgn="base" hangingPunct="0">
        <a:spcBef>
          <a:spcPct val="0"/>
        </a:spcBef>
        <a:spcAft>
          <a:spcPct val="0"/>
        </a:spcAft>
        <a:defRPr sz="4600">
          <a:solidFill>
            <a:schemeClr val="tx1"/>
          </a:solidFill>
          <a:latin typeface="Helvetica" pitchFamily="34" charset="0"/>
        </a:defRPr>
      </a:lvl5pPr>
      <a:lvl6pPr marL="457200" algn="l" rtl="0" fontAlgn="base">
        <a:spcBef>
          <a:spcPct val="0"/>
        </a:spcBef>
        <a:spcAft>
          <a:spcPct val="0"/>
        </a:spcAft>
        <a:defRPr sz="4600">
          <a:solidFill>
            <a:schemeClr val="tx1"/>
          </a:solidFill>
          <a:latin typeface="Franklin Gothic Book"/>
        </a:defRPr>
      </a:lvl6pPr>
      <a:lvl7pPr marL="914400" algn="l" rtl="0" fontAlgn="base">
        <a:spcBef>
          <a:spcPct val="0"/>
        </a:spcBef>
        <a:spcAft>
          <a:spcPct val="0"/>
        </a:spcAft>
        <a:defRPr sz="4600">
          <a:solidFill>
            <a:schemeClr val="tx1"/>
          </a:solidFill>
          <a:latin typeface="Franklin Gothic Book"/>
        </a:defRPr>
      </a:lvl7pPr>
      <a:lvl8pPr marL="1371600" algn="l" rtl="0" fontAlgn="base">
        <a:spcBef>
          <a:spcPct val="0"/>
        </a:spcBef>
        <a:spcAft>
          <a:spcPct val="0"/>
        </a:spcAft>
        <a:defRPr sz="4600">
          <a:solidFill>
            <a:schemeClr val="tx1"/>
          </a:solidFill>
          <a:latin typeface="Franklin Gothic Book"/>
        </a:defRPr>
      </a:lvl8pPr>
      <a:lvl9pPr marL="1828800" algn="l" rtl="0" fontAlgn="base">
        <a:spcBef>
          <a:spcPct val="0"/>
        </a:spcBef>
        <a:spcAft>
          <a:spcPct val="0"/>
        </a:spcAft>
        <a:defRPr sz="4600">
          <a:solidFill>
            <a:schemeClr val="tx1"/>
          </a:solidFill>
          <a:latin typeface="Franklin Gothic Book"/>
        </a:defRPr>
      </a:lvl9pPr>
    </p:titleStyle>
    <p:bodyStyle>
      <a:lvl1pPr marL="419100" indent="-382588" algn="l" rtl="0" eaLnBrk="0" fontAlgn="base" hangingPunct="0">
        <a:spcBef>
          <a:spcPct val="20000"/>
        </a:spcBef>
        <a:spcAft>
          <a:spcPct val="0"/>
        </a:spcAft>
        <a:buClr>
          <a:schemeClr val="accent1"/>
        </a:buClr>
        <a:buSzPct val="80000"/>
        <a:buFont typeface="Wingdings 2" pitchFamily="18" charset="2"/>
        <a:buChar char=""/>
        <a:defRPr sz="3000">
          <a:solidFill>
            <a:schemeClr val="tx1"/>
          </a:solidFill>
          <a:latin typeface="Helvetica" pitchFamily="34" charset="0"/>
          <a:ea typeface="+mn-ea"/>
          <a:cs typeface="+mn-cs"/>
        </a:defRPr>
      </a:lvl1pPr>
      <a:lvl2pPr marL="722313" indent="-273050" algn="l" rtl="0" eaLnBrk="0" fontAlgn="base" hangingPunct="0">
        <a:spcBef>
          <a:spcPct val="20000"/>
        </a:spcBef>
        <a:spcAft>
          <a:spcPct val="0"/>
        </a:spcAft>
        <a:buClr>
          <a:schemeClr val="accent1"/>
        </a:buClr>
        <a:buSzPct val="90000"/>
        <a:buFont typeface="Wingdings 2" pitchFamily="18" charset="2"/>
        <a:buChar char=""/>
        <a:defRPr sz="2600">
          <a:solidFill>
            <a:schemeClr val="tx1"/>
          </a:solidFill>
          <a:latin typeface="Helvetica" pitchFamily="34" charset="0"/>
        </a:defRPr>
      </a:lvl2pPr>
      <a:lvl3pPr marL="1004888" indent="-255588" algn="l" rtl="0" eaLnBrk="0" fontAlgn="base" hangingPunct="0">
        <a:spcBef>
          <a:spcPct val="20000"/>
        </a:spcBef>
        <a:spcAft>
          <a:spcPct val="0"/>
        </a:spcAft>
        <a:buClr>
          <a:schemeClr val="accent2"/>
        </a:buClr>
        <a:buSzPct val="85000"/>
        <a:buFont typeface="Arial" charset="0"/>
        <a:buChar char="○"/>
        <a:defRPr sz="2400">
          <a:solidFill>
            <a:schemeClr val="tx1"/>
          </a:solidFill>
          <a:latin typeface="Helvetica" pitchFamily="34" charset="0"/>
        </a:defRPr>
      </a:lvl3pPr>
      <a:lvl4pPr marL="1279525" indent="-236538" algn="l" rtl="0" eaLnBrk="0" fontAlgn="base" hangingPunct="0">
        <a:spcBef>
          <a:spcPct val="20000"/>
        </a:spcBef>
        <a:spcAft>
          <a:spcPct val="0"/>
        </a:spcAft>
        <a:buClr>
          <a:srgbClr val="FEB80A"/>
        </a:buClr>
        <a:buSzPct val="90000"/>
        <a:buFont typeface="Wingdings 2" pitchFamily="18" charset="2"/>
        <a:buChar char=""/>
        <a:defRPr sz="2000">
          <a:solidFill>
            <a:schemeClr val="tx1"/>
          </a:solidFill>
          <a:latin typeface="Helvetica" pitchFamily="34" charset="0"/>
        </a:defRPr>
      </a:lvl4pPr>
      <a:lvl5pPr marL="1489075" indent="-182563" algn="l" rtl="0" eaLnBrk="0" fontAlgn="base" hangingPunct="0">
        <a:spcBef>
          <a:spcPct val="20000"/>
        </a:spcBef>
        <a:spcAft>
          <a:spcPct val="0"/>
        </a:spcAft>
        <a:buClr>
          <a:srgbClr val="00ADDC"/>
        </a:buClr>
        <a:buSzPct val="100000"/>
        <a:buFont typeface="Arial" charset="0"/>
        <a:buChar char="-"/>
        <a:defRPr sz="2000">
          <a:solidFill>
            <a:schemeClr val="tx1"/>
          </a:solidFill>
          <a:latin typeface="Helvetica" pitchFamily="34" charset="0"/>
        </a:defRPr>
      </a:lvl5pPr>
      <a:lvl6pPr marL="19462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6pPr>
      <a:lvl7pPr marL="24034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7pPr>
      <a:lvl8pPr marL="28606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8pPr>
      <a:lvl9pPr marL="33178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Freeform 10"/>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fontAlgn="auto">
              <a:spcBef>
                <a:spcPts val="0"/>
              </a:spcBef>
              <a:spcAft>
                <a:spcPts val="0"/>
              </a:spcAft>
              <a:defRPr/>
            </a:pPr>
            <a:endParaRPr lang="en-US" dirty="0">
              <a:latin typeface="Helvetica" pitchFamily="34" charset="0"/>
            </a:endParaRPr>
          </a:p>
        </p:txBody>
      </p:sp>
      <p:sp>
        <p:nvSpPr>
          <p:cNvPr id="13" name="Freeform 12"/>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fontAlgn="auto">
              <a:spcBef>
                <a:spcPts val="0"/>
              </a:spcBef>
              <a:spcAft>
                <a:spcPts val="0"/>
              </a:spcAft>
              <a:defRPr/>
            </a:pPr>
            <a:endParaRPr lang="en-US" dirty="0">
              <a:latin typeface="Helvetica" pitchFamily="34" charset="0"/>
            </a:endParaRPr>
          </a:p>
        </p:txBody>
      </p:sp>
      <p:sp>
        <p:nvSpPr>
          <p:cNvPr id="5124" name="Title Placeholder 8"/>
          <p:cNvSpPr>
            <a:spLocks noGrp="1"/>
          </p:cNvSpPr>
          <p:nvPr>
            <p:ph type="title"/>
          </p:nvPr>
        </p:nvSpPr>
        <p:spPr bwMode="auto">
          <a:xfrm>
            <a:off x="457200" y="274638"/>
            <a:ext cx="7467600" cy="11430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smtClean="0"/>
              <a:t>Click to edit Master title style</a:t>
            </a:r>
          </a:p>
        </p:txBody>
      </p:sp>
      <p:sp>
        <p:nvSpPr>
          <p:cNvPr id="5125" name="Text Placeholder 29"/>
          <p:cNvSpPr>
            <a:spLocks noGrp="1"/>
          </p:cNvSpPr>
          <p:nvPr>
            <p:ph type="body" idx="1"/>
          </p:nvPr>
        </p:nvSpPr>
        <p:spPr bwMode="auto">
          <a:xfrm>
            <a:off x="457200" y="1600200"/>
            <a:ext cx="7467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29"/>
          <p:cNvSpPr>
            <a:spLocks noGrp="1"/>
          </p:cNvSpPr>
          <p:nvPr>
            <p:ph type="dt" sz="half" idx="2"/>
          </p:nvPr>
        </p:nvSpPr>
        <p:spPr>
          <a:xfrm>
            <a:off x="457200" y="6421438"/>
            <a:ext cx="2133600" cy="365125"/>
          </a:xfrm>
          <a:prstGeom prst="rect">
            <a:avLst/>
          </a:prstGeom>
        </p:spPr>
        <p:txBody>
          <a:bodyPr vert="horz" bIns="0" anchor="b"/>
          <a:lstStyle>
            <a:lvl1pPr fontAlgn="auto">
              <a:spcBef>
                <a:spcPts val="0"/>
              </a:spcBef>
              <a:spcAft>
                <a:spcPts val="0"/>
              </a:spcAft>
              <a:defRPr sz="1000" smtClean="0">
                <a:solidFill>
                  <a:schemeClr val="tx2">
                    <a:shade val="50000"/>
                  </a:schemeClr>
                </a:solidFill>
                <a:latin typeface="Helvetica" pitchFamily="34" charset="0"/>
              </a:defRPr>
            </a:lvl1pPr>
          </a:lstStyle>
          <a:p>
            <a:pPr>
              <a:defRPr/>
            </a:pPr>
            <a:fld id="{0F9A9655-A85E-406F-BB31-8CE2E6D6EE43}" type="datetime1">
              <a:rPr lang="en-US"/>
              <a:pPr>
                <a:defRPr/>
              </a:pPr>
              <a:t>3/12/2015</a:t>
            </a:fld>
            <a:endParaRPr lang="en-US" dirty="0"/>
          </a:p>
        </p:txBody>
      </p:sp>
      <p:sp>
        <p:nvSpPr>
          <p:cNvPr id="15" name="Footer Placeholder 18"/>
          <p:cNvSpPr>
            <a:spLocks noGrp="1"/>
          </p:cNvSpPr>
          <p:nvPr>
            <p:ph type="ftr" sz="quarter" idx="3"/>
          </p:nvPr>
        </p:nvSpPr>
        <p:spPr>
          <a:xfrm>
            <a:off x="3124200" y="6421438"/>
            <a:ext cx="2895600" cy="365125"/>
          </a:xfrm>
          <a:prstGeom prst="rect">
            <a:avLst/>
          </a:prstGeom>
        </p:spPr>
        <p:txBody>
          <a:bodyPr vert="horz" lIns="0" rIns="0" bIns="0" anchor="b"/>
          <a:lstStyle>
            <a:lvl1pPr algn="ctr" fontAlgn="auto">
              <a:spcBef>
                <a:spcPts val="0"/>
              </a:spcBef>
              <a:spcAft>
                <a:spcPts val="0"/>
              </a:spcAft>
              <a:defRPr sz="1000" dirty="0">
                <a:solidFill>
                  <a:schemeClr val="tx2">
                    <a:shade val="50000"/>
                  </a:schemeClr>
                </a:solidFill>
                <a:latin typeface="Helvetica" pitchFamily="34" charset="0"/>
              </a:defRPr>
            </a:lvl1pPr>
          </a:lstStyle>
          <a:p>
            <a:pPr>
              <a:defRPr/>
            </a:pPr>
            <a:endParaRPr lang="en-US"/>
          </a:p>
        </p:txBody>
      </p:sp>
      <p:sp>
        <p:nvSpPr>
          <p:cNvPr id="17" name="Slide Number Placeholder 26"/>
          <p:cNvSpPr>
            <a:spLocks noGrp="1"/>
          </p:cNvSpPr>
          <p:nvPr>
            <p:ph type="sldNum" sz="quarter" idx="4"/>
          </p:nvPr>
        </p:nvSpPr>
        <p:spPr>
          <a:xfrm>
            <a:off x="8153400" y="6421438"/>
            <a:ext cx="762000" cy="365125"/>
          </a:xfrm>
          <a:prstGeom prst="rect">
            <a:avLst/>
          </a:prstGeom>
        </p:spPr>
        <p:txBody>
          <a:bodyPr vert="horz" lIns="0" tIns="0" rIns="0" bIns="0" anchor="b"/>
          <a:lstStyle>
            <a:lvl1pPr algn="r" fontAlgn="auto">
              <a:spcBef>
                <a:spcPts val="0"/>
              </a:spcBef>
              <a:spcAft>
                <a:spcPts val="0"/>
              </a:spcAft>
              <a:defRPr sz="1000" smtClean="0">
                <a:solidFill>
                  <a:schemeClr val="tx2">
                    <a:shade val="50000"/>
                  </a:schemeClr>
                </a:solidFill>
                <a:latin typeface="Helvetica" pitchFamily="34" charset="0"/>
              </a:defRPr>
            </a:lvl1pPr>
          </a:lstStyle>
          <a:p>
            <a:pPr>
              <a:defRPr/>
            </a:pPr>
            <a:fld id="{DBFA63D8-92B9-43C9-99DC-E8E5B4B4EF9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hf hdr="0" ftr="0" dt="0"/>
  <p:txStyles>
    <p:titleStyle>
      <a:lvl1pPr algn="l" rtl="0" eaLnBrk="0" fontAlgn="base" hangingPunct="0">
        <a:spcBef>
          <a:spcPct val="0"/>
        </a:spcBef>
        <a:spcAft>
          <a:spcPct val="0"/>
        </a:spcAft>
        <a:defRPr sz="4600">
          <a:solidFill>
            <a:schemeClr val="tx1"/>
          </a:solidFill>
          <a:latin typeface="Helvetica" pitchFamily="34" charset="0"/>
          <a:ea typeface="+mj-ea"/>
          <a:cs typeface="+mj-cs"/>
        </a:defRPr>
      </a:lvl1pPr>
      <a:lvl2pPr algn="l" rtl="0" eaLnBrk="0" fontAlgn="base" hangingPunct="0">
        <a:spcBef>
          <a:spcPct val="0"/>
        </a:spcBef>
        <a:spcAft>
          <a:spcPct val="0"/>
        </a:spcAft>
        <a:defRPr sz="4600">
          <a:solidFill>
            <a:schemeClr val="tx1"/>
          </a:solidFill>
          <a:latin typeface="Helvetica" pitchFamily="34" charset="0"/>
        </a:defRPr>
      </a:lvl2pPr>
      <a:lvl3pPr algn="l" rtl="0" eaLnBrk="0" fontAlgn="base" hangingPunct="0">
        <a:spcBef>
          <a:spcPct val="0"/>
        </a:spcBef>
        <a:spcAft>
          <a:spcPct val="0"/>
        </a:spcAft>
        <a:defRPr sz="4600">
          <a:solidFill>
            <a:schemeClr val="tx1"/>
          </a:solidFill>
          <a:latin typeface="Helvetica" pitchFamily="34" charset="0"/>
        </a:defRPr>
      </a:lvl3pPr>
      <a:lvl4pPr algn="l" rtl="0" eaLnBrk="0" fontAlgn="base" hangingPunct="0">
        <a:spcBef>
          <a:spcPct val="0"/>
        </a:spcBef>
        <a:spcAft>
          <a:spcPct val="0"/>
        </a:spcAft>
        <a:defRPr sz="4600">
          <a:solidFill>
            <a:schemeClr val="tx1"/>
          </a:solidFill>
          <a:latin typeface="Helvetica" pitchFamily="34" charset="0"/>
        </a:defRPr>
      </a:lvl4pPr>
      <a:lvl5pPr algn="l" rtl="0" eaLnBrk="0" fontAlgn="base" hangingPunct="0">
        <a:spcBef>
          <a:spcPct val="0"/>
        </a:spcBef>
        <a:spcAft>
          <a:spcPct val="0"/>
        </a:spcAft>
        <a:defRPr sz="4600">
          <a:solidFill>
            <a:schemeClr val="tx1"/>
          </a:solidFill>
          <a:latin typeface="Helvetica" pitchFamily="34" charset="0"/>
        </a:defRPr>
      </a:lvl5pPr>
      <a:lvl6pPr marL="457200" algn="l" rtl="0" fontAlgn="base">
        <a:spcBef>
          <a:spcPct val="0"/>
        </a:spcBef>
        <a:spcAft>
          <a:spcPct val="0"/>
        </a:spcAft>
        <a:defRPr sz="4600">
          <a:solidFill>
            <a:schemeClr val="tx1"/>
          </a:solidFill>
          <a:latin typeface="Franklin Gothic Book"/>
        </a:defRPr>
      </a:lvl6pPr>
      <a:lvl7pPr marL="914400" algn="l" rtl="0" fontAlgn="base">
        <a:spcBef>
          <a:spcPct val="0"/>
        </a:spcBef>
        <a:spcAft>
          <a:spcPct val="0"/>
        </a:spcAft>
        <a:defRPr sz="4600">
          <a:solidFill>
            <a:schemeClr val="tx1"/>
          </a:solidFill>
          <a:latin typeface="Franklin Gothic Book"/>
        </a:defRPr>
      </a:lvl7pPr>
      <a:lvl8pPr marL="1371600" algn="l" rtl="0" fontAlgn="base">
        <a:spcBef>
          <a:spcPct val="0"/>
        </a:spcBef>
        <a:spcAft>
          <a:spcPct val="0"/>
        </a:spcAft>
        <a:defRPr sz="4600">
          <a:solidFill>
            <a:schemeClr val="tx1"/>
          </a:solidFill>
          <a:latin typeface="Franklin Gothic Book"/>
        </a:defRPr>
      </a:lvl8pPr>
      <a:lvl9pPr marL="1828800" algn="l" rtl="0" fontAlgn="base">
        <a:spcBef>
          <a:spcPct val="0"/>
        </a:spcBef>
        <a:spcAft>
          <a:spcPct val="0"/>
        </a:spcAft>
        <a:defRPr sz="4600">
          <a:solidFill>
            <a:schemeClr val="tx1"/>
          </a:solidFill>
          <a:latin typeface="Franklin Gothic Book"/>
        </a:defRPr>
      </a:lvl9pPr>
    </p:titleStyle>
    <p:bodyStyle>
      <a:lvl1pPr marL="419100" indent="-382588" algn="l" rtl="0" eaLnBrk="0" fontAlgn="base" hangingPunct="0">
        <a:spcBef>
          <a:spcPct val="20000"/>
        </a:spcBef>
        <a:spcAft>
          <a:spcPct val="0"/>
        </a:spcAft>
        <a:buClr>
          <a:schemeClr val="accent1"/>
        </a:buClr>
        <a:buSzPct val="80000"/>
        <a:buFont typeface="Wingdings 2" pitchFamily="18" charset="2"/>
        <a:buChar char=""/>
        <a:defRPr sz="3000">
          <a:solidFill>
            <a:schemeClr val="tx1"/>
          </a:solidFill>
          <a:latin typeface="Helvetica" pitchFamily="34" charset="0"/>
          <a:ea typeface="+mn-ea"/>
          <a:cs typeface="+mn-cs"/>
        </a:defRPr>
      </a:lvl1pPr>
      <a:lvl2pPr marL="722313" indent="-273050" algn="l" rtl="0" eaLnBrk="0" fontAlgn="base" hangingPunct="0">
        <a:spcBef>
          <a:spcPct val="20000"/>
        </a:spcBef>
        <a:spcAft>
          <a:spcPct val="0"/>
        </a:spcAft>
        <a:buClr>
          <a:schemeClr val="accent1"/>
        </a:buClr>
        <a:buSzPct val="90000"/>
        <a:buFont typeface="Wingdings 2" pitchFamily="18" charset="2"/>
        <a:buChar char=""/>
        <a:defRPr sz="2600">
          <a:solidFill>
            <a:schemeClr val="tx1"/>
          </a:solidFill>
          <a:latin typeface="Helvetica" pitchFamily="34" charset="0"/>
        </a:defRPr>
      </a:lvl2pPr>
      <a:lvl3pPr marL="1004888" indent="-255588" algn="l" rtl="0" eaLnBrk="0" fontAlgn="base" hangingPunct="0">
        <a:spcBef>
          <a:spcPct val="20000"/>
        </a:spcBef>
        <a:spcAft>
          <a:spcPct val="0"/>
        </a:spcAft>
        <a:buClr>
          <a:schemeClr val="accent2"/>
        </a:buClr>
        <a:buSzPct val="85000"/>
        <a:buFont typeface="Arial" charset="0"/>
        <a:buChar char="○"/>
        <a:defRPr sz="2400">
          <a:solidFill>
            <a:schemeClr val="tx1"/>
          </a:solidFill>
          <a:latin typeface="Helvetica" pitchFamily="34" charset="0"/>
        </a:defRPr>
      </a:lvl3pPr>
      <a:lvl4pPr marL="1279525" indent="-236538" algn="l" rtl="0" eaLnBrk="0" fontAlgn="base" hangingPunct="0">
        <a:spcBef>
          <a:spcPct val="20000"/>
        </a:spcBef>
        <a:spcAft>
          <a:spcPct val="0"/>
        </a:spcAft>
        <a:buClr>
          <a:srgbClr val="FEB80A"/>
        </a:buClr>
        <a:buSzPct val="90000"/>
        <a:buFont typeface="Wingdings 2" pitchFamily="18" charset="2"/>
        <a:buChar char=""/>
        <a:defRPr sz="2000">
          <a:solidFill>
            <a:schemeClr val="tx1"/>
          </a:solidFill>
          <a:latin typeface="Helvetica" pitchFamily="34" charset="0"/>
        </a:defRPr>
      </a:lvl4pPr>
      <a:lvl5pPr marL="1489075" indent="-182563" algn="l" rtl="0" eaLnBrk="0" fontAlgn="base" hangingPunct="0">
        <a:spcBef>
          <a:spcPct val="20000"/>
        </a:spcBef>
        <a:spcAft>
          <a:spcPct val="0"/>
        </a:spcAft>
        <a:buClr>
          <a:srgbClr val="00ADDC"/>
        </a:buClr>
        <a:buSzPct val="100000"/>
        <a:buFont typeface="Arial" charset="0"/>
        <a:buChar char="-"/>
        <a:defRPr sz="2000">
          <a:solidFill>
            <a:schemeClr val="tx1"/>
          </a:solidFill>
          <a:latin typeface="Helvetica" pitchFamily="34" charset="0"/>
        </a:defRPr>
      </a:lvl5pPr>
      <a:lvl6pPr marL="19462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6pPr>
      <a:lvl7pPr marL="24034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7pPr>
      <a:lvl8pPr marL="28606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8pPr>
      <a:lvl9pPr marL="33178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Freeform 10"/>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fontAlgn="auto">
              <a:spcBef>
                <a:spcPts val="0"/>
              </a:spcBef>
              <a:spcAft>
                <a:spcPts val="0"/>
              </a:spcAft>
              <a:defRPr/>
            </a:pPr>
            <a:endParaRPr lang="en-US" dirty="0">
              <a:latin typeface="Helvetica" pitchFamily="34" charset="0"/>
            </a:endParaRPr>
          </a:p>
        </p:txBody>
      </p:sp>
      <p:sp>
        <p:nvSpPr>
          <p:cNvPr id="13" name="Freeform 12"/>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fontAlgn="auto">
              <a:spcBef>
                <a:spcPts val="0"/>
              </a:spcBef>
              <a:spcAft>
                <a:spcPts val="0"/>
              </a:spcAft>
              <a:defRPr/>
            </a:pPr>
            <a:endParaRPr lang="en-US" dirty="0">
              <a:latin typeface="Helvetica" pitchFamily="34" charset="0"/>
            </a:endParaRPr>
          </a:p>
        </p:txBody>
      </p:sp>
      <p:sp>
        <p:nvSpPr>
          <p:cNvPr id="6148" name="Title Placeholder 8"/>
          <p:cNvSpPr>
            <a:spLocks noGrp="1"/>
          </p:cNvSpPr>
          <p:nvPr>
            <p:ph type="title"/>
          </p:nvPr>
        </p:nvSpPr>
        <p:spPr bwMode="auto">
          <a:xfrm>
            <a:off x="457200" y="274638"/>
            <a:ext cx="7467600" cy="11430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smtClean="0"/>
              <a:t>Click to edit Master title style</a:t>
            </a:r>
          </a:p>
        </p:txBody>
      </p:sp>
      <p:sp>
        <p:nvSpPr>
          <p:cNvPr id="6149" name="Text Placeholder 29"/>
          <p:cNvSpPr>
            <a:spLocks noGrp="1"/>
          </p:cNvSpPr>
          <p:nvPr>
            <p:ph type="body" idx="1"/>
          </p:nvPr>
        </p:nvSpPr>
        <p:spPr bwMode="auto">
          <a:xfrm>
            <a:off x="457200" y="1600200"/>
            <a:ext cx="7467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3"/>
          <p:cNvSpPr>
            <a:spLocks noGrp="1"/>
          </p:cNvSpPr>
          <p:nvPr>
            <p:ph type="dt" sz="half" idx="2"/>
          </p:nvPr>
        </p:nvSpPr>
        <p:spPr>
          <a:xfrm>
            <a:off x="457200" y="6421438"/>
            <a:ext cx="2133600" cy="365125"/>
          </a:xfrm>
          <a:prstGeom prst="rect">
            <a:avLst/>
          </a:prstGeom>
        </p:spPr>
        <p:txBody>
          <a:bodyPr vert="horz" bIns="0" anchor="b"/>
          <a:lstStyle>
            <a:lvl1pPr fontAlgn="auto">
              <a:spcBef>
                <a:spcPts val="0"/>
              </a:spcBef>
              <a:spcAft>
                <a:spcPts val="0"/>
              </a:spcAft>
              <a:defRPr sz="1000" smtClean="0">
                <a:solidFill>
                  <a:schemeClr val="tx2">
                    <a:shade val="50000"/>
                  </a:schemeClr>
                </a:solidFill>
                <a:latin typeface="Helvetica" pitchFamily="34" charset="0"/>
              </a:defRPr>
            </a:lvl1pPr>
          </a:lstStyle>
          <a:p>
            <a:pPr>
              <a:defRPr/>
            </a:pPr>
            <a:fld id="{BE63BE53-87C6-4A9A-926C-EDBE7C0FAEE4}" type="datetime1">
              <a:rPr lang="en-US"/>
              <a:pPr>
                <a:defRPr/>
              </a:pPr>
              <a:t>3/12/2015</a:t>
            </a:fld>
            <a:endParaRPr lang="en-US" dirty="0"/>
          </a:p>
        </p:txBody>
      </p:sp>
      <p:sp>
        <p:nvSpPr>
          <p:cNvPr id="15" name="Footer Placeholder 4"/>
          <p:cNvSpPr>
            <a:spLocks noGrp="1"/>
          </p:cNvSpPr>
          <p:nvPr>
            <p:ph type="ftr" sz="quarter" idx="3"/>
          </p:nvPr>
        </p:nvSpPr>
        <p:spPr>
          <a:xfrm>
            <a:off x="3124200" y="6421438"/>
            <a:ext cx="2895600" cy="365125"/>
          </a:xfrm>
          <a:prstGeom prst="rect">
            <a:avLst/>
          </a:prstGeom>
        </p:spPr>
        <p:txBody>
          <a:bodyPr vert="horz" lIns="0" rIns="0" bIns="0" anchor="b"/>
          <a:lstStyle>
            <a:lvl1pPr algn="ctr" fontAlgn="auto">
              <a:spcBef>
                <a:spcPts val="0"/>
              </a:spcBef>
              <a:spcAft>
                <a:spcPts val="0"/>
              </a:spcAft>
              <a:defRPr sz="1000" dirty="0">
                <a:solidFill>
                  <a:schemeClr val="tx2">
                    <a:shade val="50000"/>
                  </a:schemeClr>
                </a:solidFill>
                <a:latin typeface="Helvetica" pitchFamily="34" charset="0"/>
              </a:defRPr>
            </a:lvl1pPr>
          </a:lstStyle>
          <a:p>
            <a:pPr>
              <a:defRPr/>
            </a:pPr>
            <a:endParaRPr lang="en-US"/>
          </a:p>
        </p:txBody>
      </p:sp>
      <p:sp>
        <p:nvSpPr>
          <p:cNvPr id="17" name="Slide Number Placeholder 5"/>
          <p:cNvSpPr>
            <a:spLocks noGrp="1"/>
          </p:cNvSpPr>
          <p:nvPr>
            <p:ph type="sldNum" sz="quarter" idx="4"/>
          </p:nvPr>
        </p:nvSpPr>
        <p:spPr>
          <a:xfrm>
            <a:off x="8153400" y="6421438"/>
            <a:ext cx="762000" cy="365125"/>
          </a:xfrm>
          <a:prstGeom prst="rect">
            <a:avLst/>
          </a:prstGeom>
        </p:spPr>
        <p:txBody>
          <a:bodyPr vert="horz" lIns="0" tIns="0" rIns="0" bIns="0" anchor="b"/>
          <a:lstStyle>
            <a:lvl1pPr algn="r" fontAlgn="auto">
              <a:spcBef>
                <a:spcPts val="0"/>
              </a:spcBef>
              <a:spcAft>
                <a:spcPts val="0"/>
              </a:spcAft>
              <a:defRPr sz="1000" smtClean="0">
                <a:solidFill>
                  <a:schemeClr val="tx2">
                    <a:shade val="50000"/>
                  </a:schemeClr>
                </a:solidFill>
                <a:latin typeface="Helvetica" pitchFamily="34" charset="0"/>
              </a:defRPr>
            </a:lvl1pPr>
          </a:lstStyle>
          <a:p>
            <a:pPr>
              <a:defRPr/>
            </a:pPr>
            <a:fld id="{BAE70041-FF6F-4584-BBE8-039C5BDB00C9}"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p:hf hdr="0" ftr="0" dt="0"/>
  <p:txStyles>
    <p:titleStyle>
      <a:lvl1pPr algn="l" rtl="0" eaLnBrk="0" fontAlgn="base" hangingPunct="0">
        <a:spcBef>
          <a:spcPct val="0"/>
        </a:spcBef>
        <a:spcAft>
          <a:spcPct val="0"/>
        </a:spcAft>
        <a:defRPr sz="4600">
          <a:solidFill>
            <a:schemeClr val="tx1"/>
          </a:solidFill>
          <a:latin typeface="Helvetica" pitchFamily="34" charset="0"/>
          <a:ea typeface="+mj-ea"/>
          <a:cs typeface="+mj-cs"/>
        </a:defRPr>
      </a:lvl1pPr>
      <a:lvl2pPr algn="l" rtl="0" eaLnBrk="0" fontAlgn="base" hangingPunct="0">
        <a:spcBef>
          <a:spcPct val="0"/>
        </a:spcBef>
        <a:spcAft>
          <a:spcPct val="0"/>
        </a:spcAft>
        <a:defRPr sz="4600">
          <a:solidFill>
            <a:schemeClr val="tx1"/>
          </a:solidFill>
          <a:latin typeface="Helvetica" pitchFamily="34" charset="0"/>
        </a:defRPr>
      </a:lvl2pPr>
      <a:lvl3pPr algn="l" rtl="0" eaLnBrk="0" fontAlgn="base" hangingPunct="0">
        <a:spcBef>
          <a:spcPct val="0"/>
        </a:spcBef>
        <a:spcAft>
          <a:spcPct val="0"/>
        </a:spcAft>
        <a:defRPr sz="4600">
          <a:solidFill>
            <a:schemeClr val="tx1"/>
          </a:solidFill>
          <a:latin typeface="Helvetica" pitchFamily="34" charset="0"/>
        </a:defRPr>
      </a:lvl3pPr>
      <a:lvl4pPr algn="l" rtl="0" eaLnBrk="0" fontAlgn="base" hangingPunct="0">
        <a:spcBef>
          <a:spcPct val="0"/>
        </a:spcBef>
        <a:spcAft>
          <a:spcPct val="0"/>
        </a:spcAft>
        <a:defRPr sz="4600">
          <a:solidFill>
            <a:schemeClr val="tx1"/>
          </a:solidFill>
          <a:latin typeface="Helvetica" pitchFamily="34" charset="0"/>
        </a:defRPr>
      </a:lvl4pPr>
      <a:lvl5pPr algn="l" rtl="0" eaLnBrk="0" fontAlgn="base" hangingPunct="0">
        <a:spcBef>
          <a:spcPct val="0"/>
        </a:spcBef>
        <a:spcAft>
          <a:spcPct val="0"/>
        </a:spcAft>
        <a:defRPr sz="4600">
          <a:solidFill>
            <a:schemeClr val="tx1"/>
          </a:solidFill>
          <a:latin typeface="Helvetica" pitchFamily="34" charset="0"/>
        </a:defRPr>
      </a:lvl5pPr>
      <a:lvl6pPr marL="457200" algn="l" rtl="0" fontAlgn="base">
        <a:spcBef>
          <a:spcPct val="0"/>
        </a:spcBef>
        <a:spcAft>
          <a:spcPct val="0"/>
        </a:spcAft>
        <a:defRPr sz="4600">
          <a:solidFill>
            <a:schemeClr val="tx1"/>
          </a:solidFill>
          <a:latin typeface="Franklin Gothic Book"/>
        </a:defRPr>
      </a:lvl6pPr>
      <a:lvl7pPr marL="914400" algn="l" rtl="0" fontAlgn="base">
        <a:spcBef>
          <a:spcPct val="0"/>
        </a:spcBef>
        <a:spcAft>
          <a:spcPct val="0"/>
        </a:spcAft>
        <a:defRPr sz="4600">
          <a:solidFill>
            <a:schemeClr val="tx1"/>
          </a:solidFill>
          <a:latin typeface="Franklin Gothic Book"/>
        </a:defRPr>
      </a:lvl7pPr>
      <a:lvl8pPr marL="1371600" algn="l" rtl="0" fontAlgn="base">
        <a:spcBef>
          <a:spcPct val="0"/>
        </a:spcBef>
        <a:spcAft>
          <a:spcPct val="0"/>
        </a:spcAft>
        <a:defRPr sz="4600">
          <a:solidFill>
            <a:schemeClr val="tx1"/>
          </a:solidFill>
          <a:latin typeface="Franklin Gothic Book"/>
        </a:defRPr>
      </a:lvl8pPr>
      <a:lvl9pPr marL="1828800" algn="l" rtl="0" fontAlgn="base">
        <a:spcBef>
          <a:spcPct val="0"/>
        </a:spcBef>
        <a:spcAft>
          <a:spcPct val="0"/>
        </a:spcAft>
        <a:defRPr sz="4600">
          <a:solidFill>
            <a:schemeClr val="tx1"/>
          </a:solidFill>
          <a:latin typeface="Franklin Gothic Book"/>
        </a:defRPr>
      </a:lvl9pPr>
    </p:titleStyle>
    <p:bodyStyle>
      <a:lvl1pPr marL="419100" indent="-382588" algn="l" rtl="0" eaLnBrk="0" fontAlgn="base" hangingPunct="0">
        <a:spcBef>
          <a:spcPct val="20000"/>
        </a:spcBef>
        <a:spcAft>
          <a:spcPct val="0"/>
        </a:spcAft>
        <a:buClr>
          <a:schemeClr val="accent1"/>
        </a:buClr>
        <a:buSzPct val="80000"/>
        <a:buFont typeface="Wingdings 2" pitchFamily="18" charset="2"/>
        <a:buChar char=""/>
        <a:defRPr sz="3000">
          <a:solidFill>
            <a:schemeClr val="tx1"/>
          </a:solidFill>
          <a:latin typeface="Helvetica" pitchFamily="34" charset="0"/>
          <a:ea typeface="+mn-ea"/>
          <a:cs typeface="+mn-cs"/>
        </a:defRPr>
      </a:lvl1pPr>
      <a:lvl2pPr marL="722313" indent="-273050" algn="l" rtl="0" eaLnBrk="0" fontAlgn="base" hangingPunct="0">
        <a:spcBef>
          <a:spcPct val="20000"/>
        </a:spcBef>
        <a:spcAft>
          <a:spcPct val="0"/>
        </a:spcAft>
        <a:buClr>
          <a:schemeClr val="accent1"/>
        </a:buClr>
        <a:buSzPct val="90000"/>
        <a:buFont typeface="Wingdings 2" pitchFamily="18" charset="2"/>
        <a:buChar char=""/>
        <a:defRPr sz="2600">
          <a:solidFill>
            <a:schemeClr val="tx1"/>
          </a:solidFill>
          <a:latin typeface="Helvetica" pitchFamily="34" charset="0"/>
        </a:defRPr>
      </a:lvl2pPr>
      <a:lvl3pPr marL="1004888" indent="-255588" algn="l" rtl="0" eaLnBrk="0" fontAlgn="base" hangingPunct="0">
        <a:spcBef>
          <a:spcPct val="20000"/>
        </a:spcBef>
        <a:spcAft>
          <a:spcPct val="0"/>
        </a:spcAft>
        <a:buClr>
          <a:schemeClr val="accent2"/>
        </a:buClr>
        <a:buSzPct val="85000"/>
        <a:buFont typeface="Arial" charset="0"/>
        <a:buChar char="○"/>
        <a:defRPr sz="2400">
          <a:solidFill>
            <a:schemeClr val="tx1"/>
          </a:solidFill>
          <a:latin typeface="Helvetica" pitchFamily="34" charset="0"/>
        </a:defRPr>
      </a:lvl3pPr>
      <a:lvl4pPr marL="1279525" indent="-236538" algn="l" rtl="0" eaLnBrk="0" fontAlgn="base" hangingPunct="0">
        <a:spcBef>
          <a:spcPct val="20000"/>
        </a:spcBef>
        <a:spcAft>
          <a:spcPct val="0"/>
        </a:spcAft>
        <a:buClr>
          <a:srgbClr val="FEB80A"/>
        </a:buClr>
        <a:buSzPct val="90000"/>
        <a:buFont typeface="Wingdings 2" pitchFamily="18" charset="2"/>
        <a:buChar char=""/>
        <a:defRPr sz="2000">
          <a:solidFill>
            <a:schemeClr val="tx1"/>
          </a:solidFill>
          <a:latin typeface="Helvetica" pitchFamily="34" charset="0"/>
        </a:defRPr>
      </a:lvl4pPr>
      <a:lvl5pPr marL="1489075" indent="-182563" algn="l" rtl="0" eaLnBrk="0" fontAlgn="base" hangingPunct="0">
        <a:spcBef>
          <a:spcPct val="20000"/>
        </a:spcBef>
        <a:spcAft>
          <a:spcPct val="0"/>
        </a:spcAft>
        <a:buClr>
          <a:srgbClr val="00ADDC"/>
        </a:buClr>
        <a:buSzPct val="100000"/>
        <a:buFont typeface="Arial" charset="0"/>
        <a:buChar char="-"/>
        <a:defRPr sz="2000">
          <a:solidFill>
            <a:schemeClr val="tx1"/>
          </a:solidFill>
          <a:latin typeface="Helvetica" pitchFamily="34" charset="0"/>
        </a:defRPr>
      </a:lvl5pPr>
      <a:lvl6pPr marL="19462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6pPr>
      <a:lvl7pPr marL="24034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7pPr>
      <a:lvl8pPr marL="28606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8pPr>
      <a:lvl9pPr marL="33178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170" name="Title Placeholder 8"/>
          <p:cNvSpPr>
            <a:spLocks noGrp="1"/>
          </p:cNvSpPr>
          <p:nvPr>
            <p:ph type="title"/>
          </p:nvPr>
        </p:nvSpPr>
        <p:spPr bwMode="auto">
          <a:xfrm>
            <a:off x="457200" y="274638"/>
            <a:ext cx="7467600" cy="11430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smtClean="0"/>
              <a:t>Click to edit Master title style</a:t>
            </a:r>
          </a:p>
        </p:txBody>
      </p:sp>
      <p:sp>
        <p:nvSpPr>
          <p:cNvPr id="7171" name="Text Placeholder 29"/>
          <p:cNvSpPr>
            <a:spLocks noGrp="1"/>
          </p:cNvSpPr>
          <p:nvPr>
            <p:ph type="body" idx="1"/>
          </p:nvPr>
        </p:nvSpPr>
        <p:spPr bwMode="auto">
          <a:xfrm>
            <a:off x="457200" y="1600200"/>
            <a:ext cx="7467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1" name="Date Placeholder 6"/>
          <p:cNvSpPr>
            <a:spLocks noGrp="1"/>
          </p:cNvSpPr>
          <p:nvPr>
            <p:ph type="dt" sz="half" idx="2"/>
          </p:nvPr>
        </p:nvSpPr>
        <p:spPr>
          <a:xfrm>
            <a:off x="457200" y="6421438"/>
            <a:ext cx="2133600" cy="365125"/>
          </a:xfrm>
          <a:prstGeom prst="rect">
            <a:avLst/>
          </a:prstGeom>
        </p:spPr>
        <p:txBody>
          <a:bodyPr vert="horz" bIns="0" anchor="b"/>
          <a:lstStyle>
            <a:lvl1pPr fontAlgn="auto">
              <a:spcBef>
                <a:spcPts val="0"/>
              </a:spcBef>
              <a:spcAft>
                <a:spcPts val="0"/>
              </a:spcAft>
              <a:defRPr sz="1000" smtClean="0">
                <a:solidFill>
                  <a:schemeClr val="tx2">
                    <a:shade val="50000"/>
                  </a:schemeClr>
                </a:solidFill>
                <a:latin typeface="Helvetica" pitchFamily="34" charset="0"/>
              </a:defRPr>
            </a:lvl1pPr>
          </a:lstStyle>
          <a:p>
            <a:pPr>
              <a:defRPr/>
            </a:pPr>
            <a:fld id="{EA9F9056-F9AD-4A2F-B6E7-CF34A1A15CD9}" type="datetime1">
              <a:rPr lang="en-US"/>
              <a:pPr>
                <a:defRPr/>
              </a:pPr>
              <a:t>3/12/2015</a:t>
            </a:fld>
            <a:endParaRPr lang="en-US" dirty="0"/>
          </a:p>
        </p:txBody>
      </p:sp>
      <p:sp>
        <p:nvSpPr>
          <p:cNvPr id="13" name="Footer Placeholder 7"/>
          <p:cNvSpPr>
            <a:spLocks noGrp="1"/>
          </p:cNvSpPr>
          <p:nvPr>
            <p:ph type="ftr" sz="quarter" idx="3"/>
          </p:nvPr>
        </p:nvSpPr>
        <p:spPr>
          <a:xfrm>
            <a:off x="3124200" y="6421438"/>
            <a:ext cx="2895600" cy="365125"/>
          </a:xfrm>
          <a:prstGeom prst="rect">
            <a:avLst/>
          </a:prstGeom>
        </p:spPr>
        <p:txBody>
          <a:bodyPr vert="horz" lIns="0" rIns="0" bIns="0" anchor="b"/>
          <a:lstStyle>
            <a:lvl1pPr algn="ctr" fontAlgn="auto">
              <a:spcBef>
                <a:spcPts val="0"/>
              </a:spcBef>
              <a:spcAft>
                <a:spcPts val="0"/>
              </a:spcAft>
              <a:defRPr sz="1000" dirty="0">
                <a:solidFill>
                  <a:schemeClr val="tx2">
                    <a:shade val="50000"/>
                  </a:schemeClr>
                </a:solidFill>
                <a:latin typeface="Helvetica" pitchFamily="34" charset="0"/>
              </a:defRPr>
            </a:lvl1pPr>
          </a:lstStyle>
          <a:p>
            <a:pPr>
              <a:defRPr/>
            </a:pPr>
            <a:endParaRPr lang="en-US"/>
          </a:p>
        </p:txBody>
      </p:sp>
      <p:sp>
        <p:nvSpPr>
          <p:cNvPr id="14" name="Slide Number Placeholder 8"/>
          <p:cNvSpPr>
            <a:spLocks noGrp="1"/>
          </p:cNvSpPr>
          <p:nvPr>
            <p:ph type="sldNum" sz="quarter" idx="4"/>
          </p:nvPr>
        </p:nvSpPr>
        <p:spPr>
          <a:xfrm>
            <a:off x="8153400" y="6421438"/>
            <a:ext cx="762000" cy="365125"/>
          </a:xfrm>
          <a:prstGeom prst="rect">
            <a:avLst/>
          </a:prstGeom>
        </p:spPr>
        <p:txBody>
          <a:bodyPr vert="horz" lIns="0" tIns="0" rIns="0" bIns="0" anchor="b"/>
          <a:lstStyle>
            <a:lvl1pPr algn="r" fontAlgn="auto">
              <a:spcBef>
                <a:spcPts val="0"/>
              </a:spcBef>
              <a:spcAft>
                <a:spcPts val="0"/>
              </a:spcAft>
              <a:defRPr sz="1000" smtClean="0">
                <a:solidFill>
                  <a:schemeClr val="tx2">
                    <a:shade val="50000"/>
                  </a:schemeClr>
                </a:solidFill>
                <a:latin typeface="Helvetica" pitchFamily="34" charset="0"/>
              </a:defRPr>
            </a:lvl1pPr>
          </a:lstStyle>
          <a:p>
            <a:pPr>
              <a:defRPr/>
            </a:pPr>
            <a:fld id="{F3C624FD-A075-4C21-BCA0-6D5B0AEA6FF9}"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Lst>
  <p:hf hdr="0" ftr="0" dt="0"/>
  <p:txStyles>
    <p:titleStyle>
      <a:lvl1pPr algn="l" rtl="0" eaLnBrk="0" fontAlgn="base" hangingPunct="0">
        <a:spcBef>
          <a:spcPct val="0"/>
        </a:spcBef>
        <a:spcAft>
          <a:spcPct val="0"/>
        </a:spcAft>
        <a:defRPr sz="4600">
          <a:solidFill>
            <a:schemeClr val="tx1"/>
          </a:solidFill>
          <a:latin typeface="Helvetica" pitchFamily="34" charset="0"/>
          <a:ea typeface="+mj-ea"/>
          <a:cs typeface="+mj-cs"/>
        </a:defRPr>
      </a:lvl1pPr>
      <a:lvl2pPr algn="l" rtl="0" eaLnBrk="0" fontAlgn="base" hangingPunct="0">
        <a:spcBef>
          <a:spcPct val="0"/>
        </a:spcBef>
        <a:spcAft>
          <a:spcPct val="0"/>
        </a:spcAft>
        <a:defRPr sz="4600">
          <a:solidFill>
            <a:schemeClr val="tx1"/>
          </a:solidFill>
          <a:latin typeface="Helvetica" pitchFamily="34" charset="0"/>
        </a:defRPr>
      </a:lvl2pPr>
      <a:lvl3pPr algn="l" rtl="0" eaLnBrk="0" fontAlgn="base" hangingPunct="0">
        <a:spcBef>
          <a:spcPct val="0"/>
        </a:spcBef>
        <a:spcAft>
          <a:spcPct val="0"/>
        </a:spcAft>
        <a:defRPr sz="4600">
          <a:solidFill>
            <a:schemeClr val="tx1"/>
          </a:solidFill>
          <a:latin typeface="Helvetica" pitchFamily="34" charset="0"/>
        </a:defRPr>
      </a:lvl3pPr>
      <a:lvl4pPr algn="l" rtl="0" eaLnBrk="0" fontAlgn="base" hangingPunct="0">
        <a:spcBef>
          <a:spcPct val="0"/>
        </a:spcBef>
        <a:spcAft>
          <a:spcPct val="0"/>
        </a:spcAft>
        <a:defRPr sz="4600">
          <a:solidFill>
            <a:schemeClr val="tx1"/>
          </a:solidFill>
          <a:latin typeface="Helvetica" pitchFamily="34" charset="0"/>
        </a:defRPr>
      </a:lvl4pPr>
      <a:lvl5pPr algn="l" rtl="0" eaLnBrk="0" fontAlgn="base" hangingPunct="0">
        <a:spcBef>
          <a:spcPct val="0"/>
        </a:spcBef>
        <a:spcAft>
          <a:spcPct val="0"/>
        </a:spcAft>
        <a:defRPr sz="4600">
          <a:solidFill>
            <a:schemeClr val="tx1"/>
          </a:solidFill>
          <a:latin typeface="Helvetica" pitchFamily="34" charset="0"/>
        </a:defRPr>
      </a:lvl5pPr>
      <a:lvl6pPr marL="457200" algn="l" rtl="0" fontAlgn="base">
        <a:spcBef>
          <a:spcPct val="0"/>
        </a:spcBef>
        <a:spcAft>
          <a:spcPct val="0"/>
        </a:spcAft>
        <a:defRPr sz="4600">
          <a:solidFill>
            <a:schemeClr val="tx1"/>
          </a:solidFill>
          <a:latin typeface="Franklin Gothic Book"/>
        </a:defRPr>
      </a:lvl6pPr>
      <a:lvl7pPr marL="914400" algn="l" rtl="0" fontAlgn="base">
        <a:spcBef>
          <a:spcPct val="0"/>
        </a:spcBef>
        <a:spcAft>
          <a:spcPct val="0"/>
        </a:spcAft>
        <a:defRPr sz="4600">
          <a:solidFill>
            <a:schemeClr val="tx1"/>
          </a:solidFill>
          <a:latin typeface="Franklin Gothic Book"/>
        </a:defRPr>
      </a:lvl7pPr>
      <a:lvl8pPr marL="1371600" algn="l" rtl="0" fontAlgn="base">
        <a:spcBef>
          <a:spcPct val="0"/>
        </a:spcBef>
        <a:spcAft>
          <a:spcPct val="0"/>
        </a:spcAft>
        <a:defRPr sz="4600">
          <a:solidFill>
            <a:schemeClr val="tx1"/>
          </a:solidFill>
          <a:latin typeface="Franklin Gothic Book"/>
        </a:defRPr>
      </a:lvl8pPr>
      <a:lvl9pPr marL="1828800" algn="l" rtl="0" fontAlgn="base">
        <a:spcBef>
          <a:spcPct val="0"/>
        </a:spcBef>
        <a:spcAft>
          <a:spcPct val="0"/>
        </a:spcAft>
        <a:defRPr sz="4600">
          <a:solidFill>
            <a:schemeClr val="tx1"/>
          </a:solidFill>
          <a:latin typeface="Franklin Gothic Book"/>
        </a:defRPr>
      </a:lvl9pPr>
    </p:titleStyle>
    <p:bodyStyle>
      <a:lvl1pPr marL="419100" indent="-382588" algn="l" rtl="0" eaLnBrk="0" fontAlgn="base" hangingPunct="0">
        <a:spcBef>
          <a:spcPct val="20000"/>
        </a:spcBef>
        <a:spcAft>
          <a:spcPct val="0"/>
        </a:spcAft>
        <a:buClr>
          <a:schemeClr val="accent1"/>
        </a:buClr>
        <a:buSzPct val="80000"/>
        <a:buFont typeface="Wingdings 2" pitchFamily="18" charset="2"/>
        <a:buChar char=""/>
        <a:defRPr sz="3000">
          <a:solidFill>
            <a:schemeClr val="tx1"/>
          </a:solidFill>
          <a:latin typeface="Helvetica" pitchFamily="34" charset="0"/>
          <a:ea typeface="+mn-ea"/>
          <a:cs typeface="+mn-cs"/>
        </a:defRPr>
      </a:lvl1pPr>
      <a:lvl2pPr marL="722313" indent="-273050" algn="l" rtl="0" eaLnBrk="0" fontAlgn="base" hangingPunct="0">
        <a:spcBef>
          <a:spcPct val="20000"/>
        </a:spcBef>
        <a:spcAft>
          <a:spcPct val="0"/>
        </a:spcAft>
        <a:buClr>
          <a:schemeClr val="accent1"/>
        </a:buClr>
        <a:buSzPct val="90000"/>
        <a:buFont typeface="Wingdings 2" pitchFamily="18" charset="2"/>
        <a:buChar char=""/>
        <a:defRPr sz="2600">
          <a:solidFill>
            <a:schemeClr val="tx1"/>
          </a:solidFill>
          <a:latin typeface="Helvetica" pitchFamily="34" charset="0"/>
        </a:defRPr>
      </a:lvl2pPr>
      <a:lvl3pPr marL="1004888" indent="-255588" algn="l" rtl="0" eaLnBrk="0" fontAlgn="base" hangingPunct="0">
        <a:spcBef>
          <a:spcPct val="20000"/>
        </a:spcBef>
        <a:spcAft>
          <a:spcPct val="0"/>
        </a:spcAft>
        <a:buClr>
          <a:schemeClr val="accent2"/>
        </a:buClr>
        <a:buSzPct val="85000"/>
        <a:buFont typeface="Arial" charset="0"/>
        <a:buChar char="○"/>
        <a:defRPr sz="2400">
          <a:solidFill>
            <a:schemeClr val="tx1"/>
          </a:solidFill>
          <a:latin typeface="Helvetica" pitchFamily="34" charset="0"/>
        </a:defRPr>
      </a:lvl3pPr>
      <a:lvl4pPr marL="1279525" indent="-236538" algn="l" rtl="0" eaLnBrk="0" fontAlgn="base" hangingPunct="0">
        <a:spcBef>
          <a:spcPct val="20000"/>
        </a:spcBef>
        <a:spcAft>
          <a:spcPct val="0"/>
        </a:spcAft>
        <a:buClr>
          <a:srgbClr val="FEB80A"/>
        </a:buClr>
        <a:buSzPct val="90000"/>
        <a:buFont typeface="Wingdings 2" pitchFamily="18" charset="2"/>
        <a:buChar char=""/>
        <a:defRPr sz="2000">
          <a:solidFill>
            <a:schemeClr val="tx1"/>
          </a:solidFill>
          <a:latin typeface="Helvetica" pitchFamily="34" charset="0"/>
        </a:defRPr>
      </a:lvl4pPr>
      <a:lvl5pPr marL="1489075" indent="-182563" algn="l" rtl="0" eaLnBrk="0" fontAlgn="base" hangingPunct="0">
        <a:spcBef>
          <a:spcPct val="20000"/>
        </a:spcBef>
        <a:spcAft>
          <a:spcPct val="0"/>
        </a:spcAft>
        <a:buClr>
          <a:srgbClr val="00ADDC"/>
        </a:buClr>
        <a:buSzPct val="100000"/>
        <a:buFont typeface="Arial" charset="0"/>
        <a:buChar char="-"/>
        <a:defRPr sz="2000">
          <a:solidFill>
            <a:schemeClr val="tx1"/>
          </a:solidFill>
          <a:latin typeface="Helvetica" pitchFamily="34" charset="0"/>
        </a:defRPr>
      </a:lvl5pPr>
      <a:lvl6pPr marL="19462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6pPr>
      <a:lvl7pPr marL="24034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7pPr>
      <a:lvl8pPr marL="28606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8pPr>
      <a:lvl9pPr marL="33178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fontAlgn="auto">
              <a:spcBef>
                <a:spcPts val="0"/>
              </a:spcBef>
              <a:spcAft>
                <a:spcPts val="0"/>
              </a:spcAft>
              <a:defRPr/>
            </a:pPr>
            <a:endParaRPr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fontAlgn="auto">
              <a:spcBef>
                <a:spcPts val="0"/>
              </a:spcBef>
              <a:spcAft>
                <a:spcPts val="0"/>
              </a:spcAft>
              <a:defRPr/>
            </a:pPr>
            <a:endParaRPr lang="en-US" dirty="0">
              <a:latin typeface="Helvetica" pitchFamily="34" charset="0"/>
            </a:endParaRPr>
          </a:p>
        </p:txBody>
      </p:sp>
      <p:sp>
        <p:nvSpPr>
          <p:cNvPr id="8196" name="Title Placeholder 8"/>
          <p:cNvSpPr>
            <a:spLocks noGrp="1"/>
          </p:cNvSpPr>
          <p:nvPr>
            <p:ph type="title"/>
          </p:nvPr>
        </p:nvSpPr>
        <p:spPr bwMode="auto">
          <a:xfrm>
            <a:off x="457200" y="274638"/>
            <a:ext cx="7467600" cy="11430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smtClean="0"/>
              <a:t>Click to edit Master title style</a:t>
            </a:r>
          </a:p>
        </p:txBody>
      </p:sp>
      <p:sp>
        <p:nvSpPr>
          <p:cNvPr id="8197" name="Text Placeholder 29"/>
          <p:cNvSpPr>
            <a:spLocks noGrp="1"/>
          </p:cNvSpPr>
          <p:nvPr>
            <p:ph type="body" idx="1"/>
          </p:nvPr>
        </p:nvSpPr>
        <p:spPr bwMode="auto">
          <a:xfrm>
            <a:off x="457200" y="1600200"/>
            <a:ext cx="7467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1" name="Date Placeholder 4"/>
          <p:cNvSpPr>
            <a:spLocks noGrp="1"/>
          </p:cNvSpPr>
          <p:nvPr>
            <p:ph type="dt" sz="half" idx="2"/>
          </p:nvPr>
        </p:nvSpPr>
        <p:spPr>
          <a:xfrm>
            <a:off x="457200" y="6421438"/>
            <a:ext cx="2133600" cy="365125"/>
          </a:xfrm>
          <a:prstGeom prst="rect">
            <a:avLst/>
          </a:prstGeom>
        </p:spPr>
        <p:txBody>
          <a:bodyPr vert="horz" bIns="0" anchor="b"/>
          <a:lstStyle>
            <a:lvl1pPr fontAlgn="auto">
              <a:spcBef>
                <a:spcPts val="0"/>
              </a:spcBef>
              <a:spcAft>
                <a:spcPts val="0"/>
              </a:spcAft>
              <a:defRPr sz="1000" smtClean="0">
                <a:solidFill>
                  <a:schemeClr val="tx2">
                    <a:shade val="50000"/>
                  </a:schemeClr>
                </a:solidFill>
                <a:latin typeface="Helvetica" pitchFamily="34" charset="0"/>
              </a:defRPr>
            </a:lvl1pPr>
          </a:lstStyle>
          <a:p>
            <a:pPr>
              <a:defRPr/>
            </a:pPr>
            <a:fld id="{275ACD65-7195-400A-A0AE-8E10698D272E}" type="datetime1">
              <a:rPr lang="en-US"/>
              <a:pPr>
                <a:defRPr/>
              </a:pPr>
              <a:t>3/12/2015</a:t>
            </a:fld>
            <a:endParaRPr lang="en-US" dirty="0"/>
          </a:p>
        </p:txBody>
      </p:sp>
      <p:sp>
        <p:nvSpPr>
          <p:cNvPr id="13" name="Footer Placeholder 5"/>
          <p:cNvSpPr>
            <a:spLocks noGrp="1"/>
          </p:cNvSpPr>
          <p:nvPr>
            <p:ph type="ftr" sz="quarter" idx="3"/>
          </p:nvPr>
        </p:nvSpPr>
        <p:spPr>
          <a:xfrm>
            <a:off x="3124200" y="6421438"/>
            <a:ext cx="2895600" cy="365125"/>
          </a:xfrm>
          <a:prstGeom prst="rect">
            <a:avLst/>
          </a:prstGeom>
        </p:spPr>
        <p:txBody>
          <a:bodyPr vert="horz" lIns="0" rIns="0" bIns="0" anchor="b"/>
          <a:lstStyle>
            <a:lvl1pPr algn="ctr" fontAlgn="auto">
              <a:spcBef>
                <a:spcPts val="0"/>
              </a:spcBef>
              <a:spcAft>
                <a:spcPts val="0"/>
              </a:spcAft>
              <a:defRPr sz="1000" dirty="0">
                <a:solidFill>
                  <a:schemeClr val="tx2">
                    <a:shade val="50000"/>
                  </a:schemeClr>
                </a:solidFill>
                <a:latin typeface="Helvetica" pitchFamily="34" charset="0"/>
              </a:defRPr>
            </a:lvl1pPr>
          </a:lstStyle>
          <a:p>
            <a:pPr>
              <a:defRPr/>
            </a:pPr>
            <a:endParaRPr lang="en-US"/>
          </a:p>
        </p:txBody>
      </p:sp>
      <p:sp>
        <p:nvSpPr>
          <p:cNvPr id="14" name="Slide Number Placeholder 6"/>
          <p:cNvSpPr>
            <a:spLocks noGrp="1"/>
          </p:cNvSpPr>
          <p:nvPr>
            <p:ph type="sldNum" sz="quarter" idx="4"/>
          </p:nvPr>
        </p:nvSpPr>
        <p:spPr>
          <a:xfrm>
            <a:off x="8156575" y="6421438"/>
            <a:ext cx="762000" cy="365125"/>
          </a:xfrm>
          <a:prstGeom prst="rect">
            <a:avLst/>
          </a:prstGeom>
        </p:spPr>
        <p:txBody>
          <a:bodyPr vert="horz" lIns="0" tIns="0" rIns="0" bIns="0" anchor="b"/>
          <a:lstStyle>
            <a:lvl1pPr algn="r" fontAlgn="auto">
              <a:spcBef>
                <a:spcPts val="0"/>
              </a:spcBef>
              <a:spcAft>
                <a:spcPts val="0"/>
              </a:spcAft>
              <a:defRPr sz="1000" smtClean="0">
                <a:solidFill>
                  <a:schemeClr val="tx2">
                    <a:shade val="50000"/>
                  </a:schemeClr>
                </a:solidFill>
                <a:latin typeface="Helvetica" pitchFamily="34" charset="0"/>
              </a:defRPr>
            </a:lvl1pPr>
          </a:lstStyle>
          <a:p>
            <a:pPr>
              <a:defRPr/>
            </a:pPr>
            <a:fld id="{082F3238-321B-436E-B04D-1FBF798643E2}"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Lst>
  <p:hf hdr="0" ftr="0" dt="0"/>
  <p:txStyles>
    <p:titleStyle>
      <a:lvl1pPr algn="l" rtl="0" eaLnBrk="0" fontAlgn="base" hangingPunct="0">
        <a:spcBef>
          <a:spcPct val="0"/>
        </a:spcBef>
        <a:spcAft>
          <a:spcPct val="0"/>
        </a:spcAft>
        <a:defRPr sz="4600">
          <a:solidFill>
            <a:schemeClr val="tx1"/>
          </a:solidFill>
          <a:latin typeface="Helvetica" pitchFamily="34" charset="0"/>
          <a:ea typeface="+mj-ea"/>
          <a:cs typeface="+mj-cs"/>
        </a:defRPr>
      </a:lvl1pPr>
      <a:lvl2pPr algn="l" rtl="0" eaLnBrk="0" fontAlgn="base" hangingPunct="0">
        <a:spcBef>
          <a:spcPct val="0"/>
        </a:spcBef>
        <a:spcAft>
          <a:spcPct val="0"/>
        </a:spcAft>
        <a:defRPr sz="4600">
          <a:solidFill>
            <a:schemeClr val="tx1"/>
          </a:solidFill>
          <a:latin typeface="Helvetica" pitchFamily="34" charset="0"/>
        </a:defRPr>
      </a:lvl2pPr>
      <a:lvl3pPr algn="l" rtl="0" eaLnBrk="0" fontAlgn="base" hangingPunct="0">
        <a:spcBef>
          <a:spcPct val="0"/>
        </a:spcBef>
        <a:spcAft>
          <a:spcPct val="0"/>
        </a:spcAft>
        <a:defRPr sz="4600">
          <a:solidFill>
            <a:schemeClr val="tx1"/>
          </a:solidFill>
          <a:latin typeface="Helvetica" pitchFamily="34" charset="0"/>
        </a:defRPr>
      </a:lvl3pPr>
      <a:lvl4pPr algn="l" rtl="0" eaLnBrk="0" fontAlgn="base" hangingPunct="0">
        <a:spcBef>
          <a:spcPct val="0"/>
        </a:spcBef>
        <a:spcAft>
          <a:spcPct val="0"/>
        </a:spcAft>
        <a:defRPr sz="4600">
          <a:solidFill>
            <a:schemeClr val="tx1"/>
          </a:solidFill>
          <a:latin typeface="Helvetica" pitchFamily="34" charset="0"/>
        </a:defRPr>
      </a:lvl4pPr>
      <a:lvl5pPr algn="l" rtl="0" eaLnBrk="0" fontAlgn="base" hangingPunct="0">
        <a:spcBef>
          <a:spcPct val="0"/>
        </a:spcBef>
        <a:spcAft>
          <a:spcPct val="0"/>
        </a:spcAft>
        <a:defRPr sz="4600">
          <a:solidFill>
            <a:schemeClr val="tx1"/>
          </a:solidFill>
          <a:latin typeface="Helvetica" pitchFamily="34" charset="0"/>
        </a:defRPr>
      </a:lvl5pPr>
      <a:lvl6pPr marL="457200" algn="l" rtl="0" fontAlgn="base">
        <a:spcBef>
          <a:spcPct val="0"/>
        </a:spcBef>
        <a:spcAft>
          <a:spcPct val="0"/>
        </a:spcAft>
        <a:defRPr sz="4600">
          <a:solidFill>
            <a:schemeClr val="tx1"/>
          </a:solidFill>
          <a:latin typeface="Franklin Gothic Book"/>
        </a:defRPr>
      </a:lvl6pPr>
      <a:lvl7pPr marL="914400" algn="l" rtl="0" fontAlgn="base">
        <a:spcBef>
          <a:spcPct val="0"/>
        </a:spcBef>
        <a:spcAft>
          <a:spcPct val="0"/>
        </a:spcAft>
        <a:defRPr sz="4600">
          <a:solidFill>
            <a:schemeClr val="tx1"/>
          </a:solidFill>
          <a:latin typeface="Franklin Gothic Book"/>
        </a:defRPr>
      </a:lvl7pPr>
      <a:lvl8pPr marL="1371600" algn="l" rtl="0" fontAlgn="base">
        <a:spcBef>
          <a:spcPct val="0"/>
        </a:spcBef>
        <a:spcAft>
          <a:spcPct val="0"/>
        </a:spcAft>
        <a:defRPr sz="4600">
          <a:solidFill>
            <a:schemeClr val="tx1"/>
          </a:solidFill>
          <a:latin typeface="Franklin Gothic Book"/>
        </a:defRPr>
      </a:lvl8pPr>
      <a:lvl9pPr marL="1828800" algn="l" rtl="0" fontAlgn="base">
        <a:spcBef>
          <a:spcPct val="0"/>
        </a:spcBef>
        <a:spcAft>
          <a:spcPct val="0"/>
        </a:spcAft>
        <a:defRPr sz="4600">
          <a:solidFill>
            <a:schemeClr val="tx1"/>
          </a:solidFill>
          <a:latin typeface="Franklin Gothic Book"/>
        </a:defRPr>
      </a:lvl9pPr>
    </p:titleStyle>
    <p:bodyStyle>
      <a:lvl1pPr marL="419100" indent="-382588" algn="l" rtl="0" eaLnBrk="0" fontAlgn="base" hangingPunct="0">
        <a:spcBef>
          <a:spcPct val="20000"/>
        </a:spcBef>
        <a:spcAft>
          <a:spcPct val="0"/>
        </a:spcAft>
        <a:buClr>
          <a:schemeClr val="accent1"/>
        </a:buClr>
        <a:buSzPct val="80000"/>
        <a:buFont typeface="Wingdings 2" pitchFamily="18" charset="2"/>
        <a:buChar char=""/>
        <a:defRPr sz="3000">
          <a:solidFill>
            <a:schemeClr val="tx1"/>
          </a:solidFill>
          <a:latin typeface="Helvetica" pitchFamily="34" charset="0"/>
          <a:ea typeface="+mn-ea"/>
          <a:cs typeface="+mn-cs"/>
        </a:defRPr>
      </a:lvl1pPr>
      <a:lvl2pPr marL="722313" indent="-273050" algn="l" rtl="0" eaLnBrk="0" fontAlgn="base" hangingPunct="0">
        <a:spcBef>
          <a:spcPct val="20000"/>
        </a:spcBef>
        <a:spcAft>
          <a:spcPct val="0"/>
        </a:spcAft>
        <a:buClr>
          <a:schemeClr val="accent1"/>
        </a:buClr>
        <a:buSzPct val="90000"/>
        <a:buFont typeface="Wingdings 2" pitchFamily="18" charset="2"/>
        <a:buChar char=""/>
        <a:defRPr sz="2600">
          <a:solidFill>
            <a:schemeClr val="tx1"/>
          </a:solidFill>
          <a:latin typeface="Helvetica" pitchFamily="34" charset="0"/>
        </a:defRPr>
      </a:lvl2pPr>
      <a:lvl3pPr marL="1004888" indent="-255588" algn="l" rtl="0" eaLnBrk="0" fontAlgn="base" hangingPunct="0">
        <a:spcBef>
          <a:spcPct val="20000"/>
        </a:spcBef>
        <a:spcAft>
          <a:spcPct val="0"/>
        </a:spcAft>
        <a:buClr>
          <a:schemeClr val="accent2"/>
        </a:buClr>
        <a:buSzPct val="85000"/>
        <a:buFont typeface="Arial" charset="0"/>
        <a:buChar char="○"/>
        <a:defRPr sz="2400">
          <a:solidFill>
            <a:schemeClr val="tx1"/>
          </a:solidFill>
          <a:latin typeface="Helvetica" pitchFamily="34" charset="0"/>
        </a:defRPr>
      </a:lvl3pPr>
      <a:lvl4pPr marL="1279525" indent="-236538" algn="l" rtl="0" eaLnBrk="0" fontAlgn="base" hangingPunct="0">
        <a:spcBef>
          <a:spcPct val="20000"/>
        </a:spcBef>
        <a:spcAft>
          <a:spcPct val="0"/>
        </a:spcAft>
        <a:buClr>
          <a:srgbClr val="FEB80A"/>
        </a:buClr>
        <a:buSzPct val="90000"/>
        <a:buFont typeface="Wingdings 2" pitchFamily="18" charset="2"/>
        <a:buChar char=""/>
        <a:defRPr sz="2000">
          <a:solidFill>
            <a:schemeClr val="tx1"/>
          </a:solidFill>
          <a:latin typeface="Helvetica" pitchFamily="34" charset="0"/>
        </a:defRPr>
      </a:lvl4pPr>
      <a:lvl5pPr marL="1489075" indent="-182563" algn="l" rtl="0" eaLnBrk="0" fontAlgn="base" hangingPunct="0">
        <a:spcBef>
          <a:spcPct val="20000"/>
        </a:spcBef>
        <a:spcAft>
          <a:spcPct val="0"/>
        </a:spcAft>
        <a:buClr>
          <a:srgbClr val="00ADDC"/>
        </a:buClr>
        <a:buSzPct val="100000"/>
        <a:buFont typeface="Arial" charset="0"/>
        <a:buChar char="-"/>
        <a:defRPr sz="2000">
          <a:solidFill>
            <a:schemeClr val="tx1"/>
          </a:solidFill>
          <a:latin typeface="Helvetica" pitchFamily="34" charset="0"/>
        </a:defRPr>
      </a:lvl5pPr>
      <a:lvl6pPr marL="19462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6pPr>
      <a:lvl7pPr marL="24034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7pPr>
      <a:lvl8pPr marL="28606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8pPr>
      <a:lvl9pPr marL="33178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8"/>
          <p:cNvSpPr>
            <a:spLocks noGrp="1"/>
          </p:cNvSpPr>
          <p:nvPr>
            <p:ph type="title"/>
          </p:nvPr>
        </p:nvSpPr>
        <p:spPr bwMode="auto">
          <a:xfrm>
            <a:off x="457200" y="274638"/>
            <a:ext cx="7467600" cy="11430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smtClean="0"/>
              <a:t>Click to edit Master title style</a:t>
            </a:r>
          </a:p>
        </p:txBody>
      </p:sp>
      <p:sp>
        <p:nvSpPr>
          <p:cNvPr id="9219" name="Text Placeholder 29"/>
          <p:cNvSpPr>
            <a:spLocks noGrp="1"/>
          </p:cNvSpPr>
          <p:nvPr>
            <p:ph type="body" idx="1"/>
          </p:nvPr>
        </p:nvSpPr>
        <p:spPr bwMode="auto">
          <a:xfrm>
            <a:off x="457200" y="1600200"/>
            <a:ext cx="7467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1" name="Date Placeholder 4"/>
          <p:cNvSpPr>
            <a:spLocks noGrp="1"/>
          </p:cNvSpPr>
          <p:nvPr>
            <p:ph type="dt" sz="half" idx="2"/>
          </p:nvPr>
        </p:nvSpPr>
        <p:spPr>
          <a:xfrm>
            <a:off x="457200" y="6421438"/>
            <a:ext cx="2133600" cy="365125"/>
          </a:xfrm>
          <a:prstGeom prst="rect">
            <a:avLst/>
          </a:prstGeom>
        </p:spPr>
        <p:txBody>
          <a:bodyPr vert="horz" bIns="0" anchor="b"/>
          <a:lstStyle>
            <a:lvl1pPr fontAlgn="auto">
              <a:spcBef>
                <a:spcPts val="0"/>
              </a:spcBef>
              <a:spcAft>
                <a:spcPts val="0"/>
              </a:spcAft>
              <a:defRPr sz="1000" smtClean="0">
                <a:solidFill>
                  <a:schemeClr val="tx2">
                    <a:shade val="50000"/>
                  </a:schemeClr>
                </a:solidFill>
                <a:latin typeface="Helvetica" pitchFamily="34" charset="0"/>
              </a:defRPr>
            </a:lvl1pPr>
          </a:lstStyle>
          <a:p>
            <a:pPr>
              <a:defRPr/>
            </a:pPr>
            <a:fld id="{B4DD5804-0FC9-4106-8B58-77A484D7C761}" type="datetime1">
              <a:rPr lang="en-US"/>
              <a:pPr>
                <a:defRPr/>
              </a:pPr>
              <a:t>3/12/2015</a:t>
            </a:fld>
            <a:endParaRPr lang="en-US" dirty="0"/>
          </a:p>
        </p:txBody>
      </p:sp>
      <p:sp>
        <p:nvSpPr>
          <p:cNvPr id="13" name="Footer Placeholder 5"/>
          <p:cNvSpPr>
            <a:spLocks noGrp="1"/>
          </p:cNvSpPr>
          <p:nvPr>
            <p:ph type="ftr" sz="quarter" idx="3"/>
          </p:nvPr>
        </p:nvSpPr>
        <p:spPr>
          <a:xfrm>
            <a:off x="3124200" y="6421438"/>
            <a:ext cx="2895600" cy="365125"/>
          </a:xfrm>
          <a:prstGeom prst="rect">
            <a:avLst/>
          </a:prstGeom>
        </p:spPr>
        <p:txBody>
          <a:bodyPr vert="horz" lIns="0" rIns="0" bIns="0" anchor="b"/>
          <a:lstStyle>
            <a:lvl1pPr algn="ctr" fontAlgn="auto">
              <a:spcBef>
                <a:spcPts val="0"/>
              </a:spcBef>
              <a:spcAft>
                <a:spcPts val="0"/>
              </a:spcAft>
              <a:defRPr sz="1000" dirty="0">
                <a:solidFill>
                  <a:schemeClr val="tx2">
                    <a:shade val="50000"/>
                  </a:schemeClr>
                </a:solidFill>
                <a:latin typeface="Helvetica" pitchFamily="34" charset="0"/>
              </a:defRPr>
            </a:lvl1pPr>
          </a:lstStyle>
          <a:p>
            <a:pPr>
              <a:defRPr/>
            </a:pPr>
            <a:endParaRPr lang="en-US"/>
          </a:p>
        </p:txBody>
      </p:sp>
      <p:sp>
        <p:nvSpPr>
          <p:cNvPr id="14" name="Slide Number Placeholder 6"/>
          <p:cNvSpPr>
            <a:spLocks noGrp="1"/>
          </p:cNvSpPr>
          <p:nvPr>
            <p:ph type="sldNum" sz="quarter" idx="4"/>
          </p:nvPr>
        </p:nvSpPr>
        <p:spPr>
          <a:xfrm>
            <a:off x="8153400" y="6421438"/>
            <a:ext cx="762000" cy="365125"/>
          </a:xfrm>
          <a:prstGeom prst="rect">
            <a:avLst/>
          </a:prstGeom>
        </p:spPr>
        <p:txBody>
          <a:bodyPr vert="horz" lIns="0" tIns="0" rIns="0" bIns="0" anchor="b"/>
          <a:lstStyle>
            <a:lvl1pPr algn="r" fontAlgn="auto">
              <a:spcBef>
                <a:spcPts val="0"/>
              </a:spcBef>
              <a:spcAft>
                <a:spcPts val="0"/>
              </a:spcAft>
              <a:defRPr sz="1000" smtClean="0">
                <a:solidFill>
                  <a:schemeClr val="tx2">
                    <a:shade val="50000"/>
                  </a:schemeClr>
                </a:solidFill>
                <a:latin typeface="Helvetica" pitchFamily="34" charset="0"/>
              </a:defRPr>
            </a:lvl1pPr>
          </a:lstStyle>
          <a:p>
            <a:pPr>
              <a:defRPr/>
            </a:pPr>
            <a:fld id="{E9ADDE1F-D31D-4049-8992-9C7588181D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Lst>
  <p:hf hdr="0" ftr="0" dt="0"/>
  <p:txStyles>
    <p:titleStyle>
      <a:lvl1pPr algn="l" rtl="0" eaLnBrk="0" fontAlgn="base" hangingPunct="0">
        <a:spcBef>
          <a:spcPct val="0"/>
        </a:spcBef>
        <a:spcAft>
          <a:spcPct val="0"/>
        </a:spcAft>
        <a:defRPr sz="4600">
          <a:solidFill>
            <a:schemeClr val="tx1"/>
          </a:solidFill>
          <a:latin typeface="Helvetica" pitchFamily="34" charset="0"/>
          <a:ea typeface="+mj-ea"/>
          <a:cs typeface="+mj-cs"/>
        </a:defRPr>
      </a:lvl1pPr>
      <a:lvl2pPr algn="l" rtl="0" eaLnBrk="0" fontAlgn="base" hangingPunct="0">
        <a:spcBef>
          <a:spcPct val="0"/>
        </a:spcBef>
        <a:spcAft>
          <a:spcPct val="0"/>
        </a:spcAft>
        <a:defRPr sz="4600">
          <a:solidFill>
            <a:schemeClr val="tx1"/>
          </a:solidFill>
          <a:latin typeface="Helvetica" pitchFamily="34" charset="0"/>
        </a:defRPr>
      </a:lvl2pPr>
      <a:lvl3pPr algn="l" rtl="0" eaLnBrk="0" fontAlgn="base" hangingPunct="0">
        <a:spcBef>
          <a:spcPct val="0"/>
        </a:spcBef>
        <a:spcAft>
          <a:spcPct val="0"/>
        </a:spcAft>
        <a:defRPr sz="4600">
          <a:solidFill>
            <a:schemeClr val="tx1"/>
          </a:solidFill>
          <a:latin typeface="Helvetica" pitchFamily="34" charset="0"/>
        </a:defRPr>
      </a:lvl3pPr>
      <a:lvl4pPr algn="l" rtl="0" eaLnBrk="0" fontAlgn="base" hangingPunct="0">
        <a:spcBef>
          <a:spcPct val="0"/>
        </a:spcBef>
        <a:spcAft>
          <a:spcPct val="0"/>
        </a:spcAft>
        <a:defRPr sz="4600">
          <a:solidFill>
            <a:schemeClr val="tx1"/>
          </a:solidFill>
          <a:latin typeface="Helvetica" pitchFamily="34" charset="0"/>
        </a:defRPr>
      </a:lvl4pPr>
      <a:lvl5pPr algn="l" rtl="0" eaLnBrk="0" fontAlgn="base" hangingPunct="0">
        <a:spcBef>
          <a:spcPct val="0"/>
        </a:spcBef>
        <a:spcAft>
          <a:spcPct val="0"/>
        </a:spcAft>
        <a:defRPr sz="4600">
          <a:solidFill>
            <a:schemeClr val="tx1"/>
          </a:solidFill>
          <a:latin typeface="Helvetica" pitchFamily="34" charset="0"/>
        </a:defRPr>
      </a:lvl5pPr>
      <a:lvl6pPr marL="457200" algn="l" rtl="0" fontAlgn="base">
        <a:spcBef>
          <a:spcPct val="0"/>
        </a:spcBef>
        <a:spcAft>
          <a:spcPct val="0"/>
        </a:spcAft>
        <a:defRPr sz="4600">
          <a:solidFill>
            <a:schemeClr val="tx1"/>
          </a:solidFill>
          <a:latin typeface="Franklin Gothic Book"/>
        </a:defRPr>
      </a:lvl6pPr>
      <a:lvl7pPr marL="914400" algn="l" rtl="0" fontAlgn="base">
        <a:spcBef>
          <a:spcPct val="0"/>
        </a:spcBef>
        <a:spcAft>
          <a:spcPct val="0"/>
        </a:spcAft>
        <a:defRPr sz="4600">
          <a:solidFill>
            <a:schemeClr val="tx1"/>
          </a:solidFill>
          <a:latin typeface="Franklin Gothic Book"/>
        </a:defRPr>
      </a:lvl7pPr>
      <a:lvl8pPr marL="1371600" algn="l" rtl="0" fontAlgn="base">
        <a:spcBef>
          <a:spcPct val="0"/>
        </a:spcBef>
        <a:spcAft>
          <a:spcPct val="0"/>
        </a:spcAft>
        <a:defRPr sz="4600">
          <a:solidFill>
            <a:schemeClr val="tx1"/>
          </a:solidFill>
          <a:latin typeface="Franklin Gothic Book"/>
        </a:defRPr>
      </a:lvl8pPr>
      <a:lvl9pPr marL="1828800" algn="l" rtl="0" fontAlgn="base">
        <a:spcBef>
          <a:spcPct val="0"/>
        </a:spcBef>
        <a:spcAft>
          <a:spcPct val="0"/>
        </a:spcAft>
        <a:defRPr sz="4600">
          <a:solidFill>
            <a:schemeClr val="tx1"/>
          </a:solidFill>
          <a:latin typeface="Franklin Gothic Book"/>
        </a:defRPr>
      </a:lvl9pPr>
    </p:titleStyle>
    <p:bodyStyle>
      <a:lvl1pPr marL="419100" indent="-382588" algn="l" rtl="0" eaLnBrk="0" fontAlgn="base" hangingPunct="0">
        <a:spcBef>
          <a:spcPct val="20000"/>
        </a:spcBef>
        <a:spcAft>
          <a:spcPct val="0"/>
        </a:spcAft>
        <a:buClr>
          <a:schemeClr val="accent1"/>
        </a:buClr>
        <a:buSzPct val="80000"/>
        <a:buFont typeface="Wingdings 2" pitchFamily="18" charset="2"/>
        <a:buChar char=""/>
        <a:defRPr sz="3000">
          <a:solidFill>
            <a:schemeClr val="tx1"/>
          </a:solidFill>
          <a:latin typeface="Helvetica" pitchFamily="34" charset="0"/>
          <a:ea typeface="+mn-ea"/>
          <a:cs typeface="+mn-cs"/>
        </a:defRPr>
      </a:lvl1pPr>
      <a:lvl2pPr marL="722313" indent="-273050" algn="l" rtl="0" eaLnBrk="0" fontAlgn="base" hangingPunct="0">
        <a:spcBef>
          <a:spcPct val="20000"/>
        </a:spcBef>
        <a:spcAft>
          <a:spcPct val="0"/>
        </a:spcAft>
        <a:buClr>
          <a:schemeClr val="accent1"/>
        </a:buClr>
        <a:buSzPct val="90000"/>
        <a:buFont typeface="Wingdings 2" pitchFamily="18" charset="2"/>
        <a:buChar char=""/>
        <a:defRPr sz="2600">
          <a:solidFill>
            <a:schemeClr val="tx1"/>
          </a:solidFill>
          <a:latin typeface="Helvetica" pitchFamily="34" charset="0"/>
        </a:defRPr>
      </a:lvl2pPr>
      <a:lvl3pPr marL="1004888" indent="-255588" algn="l" rtl="0" eaLnBrk="0" fontAlgn="base" hangingPunct="0">
        <a:spcBef>
          <a:spcPct val="20000"/>
        </a:spcBef>
        <a:spcAft>
          <a:spcPct val="0"/>
        </a:spcAft>
        <a:buClr>
          <a:schemeClr val="accent2"/>
        </a:buClr>
        <a:buSzPct val="85000"/>
        <a:buFont typeface="Arial" charset="0"/>
        <a:buChar char="○"/>
        <a:defRPr sz="2400">
          <a:solidFill>
            <a:schemeClr val="tx1"/>
          </a:solidFill>
          <a:latin typeface="Helvetica" pitchFamily="34" charset="0"/>
        </a:defRPr>
      </a:lvl3pPr>
      <a:lvl4pPr marL="1279525" indent="-236538" algn="l" rtl="0" eaLnBrk="0" fontAlgn="base" hangingPunct="0">
        <a:spcBef>
          <a:spcPct val="20000"/>
        </a:spcBef>
        <a:spcAft>
          <a:spcPct val="0"/>
        </a:spcAft>
        <a:buClr>
          <a:srgbClr val="FEB80A"/>
        </a:buClr>
        <a:buSzPct val="90000"/>
        <a:buFont typeface="Wingdings 2" pitchFamily="18" charset="2"/>
        <a:buChar char=""/>
        <a:defRPr sz="2000">
          <a:solidFill>
            <a:schemeClr val="tx1"/>
          </a:solidFill>
          <a:latin typeface="Helvetica" pitchFamily="34" charset="0"/>
        </a:defRPr>
      </a:lvl4pPr>
      <a:lvl5pPr marL="1489075" indent="-182563" algn="l" rtl="0" eaLnBrk="0" fontAlgn="base" hangingPunct="0">
        <a:spcBef>
          <a:spcPct val="20000"/>
        </a:spcBef>
        <a:spcAft>
          <a:spcPct val="0"/>
        </a:spcAft>
        <a:buClr>
          <a:srgbClr val="00ADDC"/>
        </a:buClr>
        <a:buSzPct val="100000"/>
        <a:buFont typeface="Arial" charset="0"/>
        <a:buChar char="-"/>
        <a:defRPr sz="2000">
          <a:solidFill>
            <a:schemeClr val="tx1"/>
          </a:solidFill>
          <a:latin typeface="Helvetica" pitchFamily="34" charset="0"/>
        </a:defRPr>
      </a:lvl5pPr>
      <a:lvl6pPr marL="19462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6pPr>
      <a:lvl7pPr marL="24034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7pPr>
      <a:lvl8pPr marL="28606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8pPr>
      <a:lvl9pPr marL="3317875" indent="-182563" algn="l" rtl="0" fontAlgn="base">
        <a:spcBef>
          <a:spcPct val="20000"/>
        </a:spcBef>
        <a:spcAft>
          <a:spcPct val="0"/>
        </a:spcAft>
        <a:buClr>
          <a:srgbClr val="00ADDC"/>
        </a:buClr>
        <a:buSzPct val="100000"/>
        <a:buFont typeface="Arial" pitchFamily="34"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0.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4.jpeg"/><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0.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image" Target="../media/image21.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25.jpeg"/><Relationship Id="rId4" Type="http://schemas.openxmlformats.org/officeDocument/2006/relationships/image" Target="../media/image24.wmf"/></Relationships>
</file>

<file path=ppt/slides/_rels/slide18.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29.jpeg"/><Relationship Id="rId4" Type="http://schemas.openxmlformats.org/officeDocument/2006/relationships/image" Target="../media/image28.wmf"/></Relationships>
</file>

<file path=ppt/slides/_rels/slide20.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22.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33.jpeg"/></Relationships>
</file>

<file path=ppt/slides/_rels/slide2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36.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image" Target="../media/image37.wmf"/><Relationship Id="rId4" Type="http://schemas.openxmlformats.org/officeDocument/2006/relationships/oleObject" Target="../embeddings/oleObject2.bin"/></Relationships>
</file>

<file path=ppt/slides/_rels/slide27.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2.xml"/><Relationship Id="rId1" Type="http://schemas.openxmlformats.org/officeDocument/2006/relationships/vmlDrawing" Target="../drawings/vmlDrawing3.vml"/><Relationship Id="rId5" Type="http://schemas.openxmlformats.org/officeDocument/2006/relationships/image" Target="../media/image43.wmf"/><Relationship Id="rId4" Type="http://schemas.openxmlformats.org/officeDocument/2006/relationships/oleObject" Target="../embeddings/oleObject3.bin"/></Relationships>
</file>

<file path=ppt/slides/_rels/slide3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50.wmf"/></Relationships>
</file>

<file path=ppt/slides/_rels/slide39.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58.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900113" y="476250"/>
            <a:ext cx="7488237" cy="1512888"/>
          </a:xfrm>
        </p:spPr>
        <p:txBody>
          <a:bodyPr anchor="t">
            <a:normAutofit/>
          </a:bodyPr>
          <a:lstStyle/>
          <a:p>
            <a:pPr algn="r" eaLnBrk="1" fontAlgn="auto" hangingPunct="1">
              <a:spcAft>
                <a:spcPts val="0"/>
              </a:spcAft>
              <a:defRPr/>
            </a:pPr>
            <a:r>
              <a:rPr lang="en-AU" sz="4000" b="1" kern="1200" dirty="0">
                <a:ln w="5000" cmpd="sng">
                  <a:noFill/>
                  <a:prstDash val="solid"/>
                </a:ln>
                <a:solidFill>
                  <a:srgbClr val="FF6600"/>
                </a:solidFill>
                <a:effectLst>
                  <a:outerShdw blurRad="50800" dist="38100" dir="5400000" algn="t" rotWithShape="0">
                    <a:prstClr val="black">
                      <a:alpha val="50000"/>
                    </a:prstClr>
                  </a:outerShdw>
                </a:effectLst>
              </a:rPr>
              <a:t>Clean and Maintain Industrial Work Area and Equipment</a:t>
            </a:r>
            <a:endParaRPr lang="en-US" sz="4000" b="1" kern="1200" dirty="0">
              <a:ln w="5000" cmpd="sng">
                <a:noFill/>
                <a:prstDash val="solid"/>
              </a:ln>
              <a:solidFill>
                <a:srgbClr val="FF6600"/>
              </a:solidFill>
              <a:effectLst>
                <a:outerShdw blurRad="50800" dist="38100" dir="5400000" algn="t" rotWithShape="0">
                  <a:prstClr val="black">
                    <a:alpha val="50000"/>
                  </a:prstClr>
                </a:outerShdw>
              </a:effectLst>
            </a:endParaRPr>
          </a:p>
        </p:txBody>
      </p:sp>
      <p:sp>
        <p:nvSpPr>
          <p:cNvPr id="10243" name="Subtitle 2"/>
          <p:cNvSpPr>
            <a:spLocks noGrp="1"/>
          </p:cNvSpPr>
          <p:nvPr>
            <p:ph type="subTitle" idx="4294967295"/>
          </p:nvPr>
        </p:nvSpPr>
        <p:spPr>
          <a:xfrm>
            <a:off x="4284663" y="1989138"/>
            <a:ext cx="3887787" cy="357187"/>
          </a:xfrm>
        </p:spPr>
        <p:txBody>
          <a:bodyPr tIns="0" rIns="45720" bIns="0" anchor="b"/>
          <a:lstStyle/>
          <a:p>
            <a:pPr marL="0" indent="0" algn="r" eaLnBrk="1" hangingPunct="1">
              <a:buFont typeface="Wingdings 2" pitchFamily="18" charset="2"/>
              <a:buNone/>
            </a:pPr>
            <a:r>
              <a:rPr lang="en-US" sz="2000" b="1" smtClean="0"/>
              <a:t>Unit Code: D1.HHK.CL3.07</a:t>
            </a:r>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D5A46BC1-9CFC-4278-9B62-AE5C6E2DCC01}" type="slidenum">
              <a:rPr lang="en-US" sz="1000">
                <a:solidFill>
                  <a:schemeClr val="tx2">
                    <a:shade val="50000"/>
                  </a:schemeClr>
                </a:solidFill>
                <a:latin typeface="Helvetica" pitchFamily="34" charset="0"/>
              </a:rPr>
              <a:pPr algn="r" fontAlgn="auto">
                <a:spcBef>
                  <a:spcPts val="0"/>
                </a:spcBef>
                <a:spcAft>
                  <a:spcPts val="0"/>
                </a:spcAft>
                <a:defRPr/>
              </a:pPr>
              <a:t>1</a:t>
            </a:fld>
            <a:endParaRPr lang="en-US" sz="1000" dirty="0">
              <a:solidFill>
                <a:schemeClr val="tx2">
                  <a:shade val="50000"/>
                </a:schemeClr>
              </a:solidFill>
              <a:latin typeface="Helvetica" pitchFamily="34" charset="0"/>
            </a:endParaRPr>
          </a:p>
        </p:txBody>
      </p:sp>
      <p:pic>
        <p:nvPicPr>
          <p:cNvPr id="8" name="Picture 3" descr="I:\Overseas Projects\PHOTOS\2012\704254_skyscraper_cleaners_5.jpg"/>
          <p:cNvPicPr>
            <a:picLocks noChangeAspect="1" noChangeArrowheads="1"/>
          </p:cNvPicPr>
          <p:nvPr/>
        </p:nvPicPr>
        <p:blipFill>
          <a:blip r:embed="rId3" cstate="print"/>
          <a:srcRect/>
          <a:stretch>
            <a:fillRect/>
          </a:stretch>
        </p:blipFill>
        <p:spPr bwMode="auto">
          <a:xfrm>
            <a:off x="1714480" y="2714640"/>
            <a:ext cx="1905000" cy="28575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4" descr="I:\Overseas Projects\PHOTOS\2012\1310922_mops_at_rest.jpg"/>
          <p:cNvPicPr>
            <a:picLocks noChangeAspect="1" noChangeArrowheads="1"/>
          </p:cNvPicPr>
          <p:nvPr/>
        </p:nvPicPr>
        <p:blipFill>
          <a:blip r:embed="rId4" cstate="print"/>
          <a:srcRect/>
          <a:stretch>
            <a:fillRect/>
          </a:stretch>
        </p:blipFill>
        <p:spPr bwMode="auto">
          <a:xfrm>
            <a:off x="6215074" y="3071810"/>
            <a:ext cx="1905000" cy="28575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2" descr="I:\Overseas Projects\PHOTOS\2012\918555_equipo_de_limpieza.jpg"/>
          <p:cNvPicPr>
            <a:picLocks noChangeAspect="1" noChangeArrowheads="1"/>
          </p:cNvPicPr>
          <p:nvPr/>
        </p:nvPicPr>
        <p:blipFill>
          <a:blip r:embed="rId5" cstate="print">
            <a:lum bright="10000" contrast="40000"/>
          </a:blip>
          <a:srcRect/>
          <a:stretch>
            <a:fillRect/>
          </a:stretch>
        </p:blipFill>
        <p:spPr bwMode="auto">
          <a:xfrm>
            <a:off x="3428992" y="3786210"/>
            <a:ext cx="2857500" cy="1905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Introduction</a:t>
            </a:r>
          </a:p>
        </p:txBody>
      </p:sp>
      <p:sp>
        <p:nvSpPr>
          <p:cNvPr id="8195" name="Content Placeholder 2"/>
          <p:cNvSpPr>
            <a:spLocks noGrp="1"/>
          </p:cNvSpPr>
          <p:nvPr>
            <p:ph idx="4294967295"/>
          </p:nvPr>
        </p:nvSpPr>
        <p:spPr>
          <a:xfrm>
            <a:off x="611188" y="1557338"/>
            <a:ext cx="7467600" cy="4525962"/>
          </a:xfrm>
        </p:spPr>
        <p:txBody>
          <a:bodyPr/>
          <a:lstStyle/>
          <a:p>
            <a:pPr marL="0" indent="0" eaLnBrk="1" hangingPunct="1">
              <a:spcBef>
                <a:spcPts val="600"/>
              </a:spcBef>
              <a:spcAft>
                <a:spcPts val="1200"/>
              </a:spcAft>
              <a:buFont typeface="Wingdings 2" pitchFamily="18" charset="2"/>
              <a:buNone/>
              <a:defRPr/>
            </a:pPr>
            <a:r>
              <a:rPr lang="en-US" sz="2200" dirty="0" smtClean="0"/>
              <a:t>Before undertaking any cleaning, it is important to identify:</a:t>
            </a:r>
          </a:p>
          <a:p>
            <a:pPr marL="0" indent="-457200" eaLnBrk="1" hangingPunct="1">
              <a:spcBef>
                <a:spcPts val="600"/>
              </a:spcBef>
              <a:spcAft>
                <a:spcPts val="1200"/>
              </a:spcAft>
              <a:defRPr/>
            </a:pPr>
            <a:r>
              <a:rPr lang="en-US" sz="2200" dirty="0" smtClean="0"/>
              <a:t>All areas of the property that require cleaning</a:t>
            </a:r>
          </a:p>
          <a:p>
            <a:pPr marL="0" indent="-457200" eaLnBrk="1" hangingPunct="1">
              <a:spcBef>
                <a:spcPts val="600"/>
              </a:spcBef>
              <a:spcAft>
                <a:spcPts val="1200"/>
              </a:spcAft>
              <a:defRPr/>
            </a:pPr>
            <a:r>
              <a:rPr lang="en-US" sz="2200" dirty="0" smtClean="0"/>
              <a:t>The scope of cleaning required</a:t>
            </a:r>
          </a:p>
          <a:p>
            <a:pPr marL="0" indent="-457200" eaLnBrk="1" hangingPunct="1">
              <a:spcBef>
                <a:spcPts val="600"/>
              </a:spcBef>
              <a:spcAft>
                <a:spcPts val="1200"/>
              </a:spcAft>
              <a:defRPr/>
            </a:pPr>
            <a:r>
              <a:rPr lang="en-US" sz="2200" dirty="0" smtClean="0"/>
              <a:t>The time of day when cleaning can be undertaken</a:t>
            </a:r>
          </a:p>
          <a:p>
            <a:pPr marL="0" indent="-457200" eaLnBrk="1" hangingPunct="1">
              <a:spcBef>
                <a:spcPts val="600"/>
              </a:spcBef>
              <a:spcAft>
                <a:spcPts val="1200"/>
              </a:spcAft>
              <a:defRPr/>
            </a:pPr>
            <a:r>
              <a:rPr lang="en-US" sz="2200" dirty="0" smtClean="0"/>
              <a:t>How often certain areas need to be cleaned</a:t>
            </a:r>
          </a:p>
          <a:p>
            <a:pPr marL="0" indent="-457200" eaLnBrk="1" hangingPunct="1">
              <a:spcBef>
                <a:spcPts val="600"/>
              </a:spcBef>
              <a:spcAft>
                <a:spcPts val="1200"/>
              </a:spcAft>
              <a:defRPr/>
            </a:pPr>
            <a:r>
              <a:rPr lang="en-US" sz="2200" dirty="0" smtClean="0"/>
              <a:t>Types of surfaces to be cleaned</a:t>
            </a:r>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85EA9F2B-BECC-456D-BED2-F7EF1045D36F}" type="slidenum">
              <a:rPr lang="en-US" sz="1000">
                <a:solidFill>
                  <a:schemeClr val="tx2">
                    <a:shade val="50000"/>
                  </a:schemeClr>
                </a:solidFill>
                <a:latin typeface="Helvetica" pitchFamily="34" charset="0"/>
              </a:rPr>
              <a:pPr algn="r" fontAlgn="auto">
                <a:spcBef>
                  <a:spcPts val="0"/>
                </a:spcBef>
                <a:spcAft>
                  <a:spcPts val="0"/>
                </a:spcAft>
                <a:defRPr/>
              </a:pPr>
              <a:t>2</a:t>
            </a:fld>
            <a:endParaRPr lang="en-US" sz="1000" dirty="0">
              <a:solidFill>
                <a:schemeClr val="tx2">
                  <a:shade val="50000"/>
                </a:schemeClr>
              </a:solidFill>
              <a:latin typeface="Helvetica" pitchFamily="34" charset="0"/>
            </a:endParaRPr>
          </a:p>
        </p:txBody>
      </p:sp>
      <p:pic>
        <p:nvPicPr>
          <p:cNvPr id="11269" name="Picture 6" descr="C:\Documents and Settings\user1\My Documents\carpet cleaning.WMF"/>
          <p:cNvPicPr>
            <a:picLocks noChangeAspect="1" noChangeArrowheads="1"/>
          </p:cNvPicPr>
          <p:nvPr/>
        </p:nvPicPr>
        <p:blipFill>
          <a:blip r:embed="rId3" cstate="print"/>
          <a:srcRect/>
          <a:stretch>
            <a:fillRect/>
          </a:stretch>
        </p:blipFill>
        <p:spPr bwMode="auto">
          <a:xfrm>
            <a:off x="6858000" y="4143375"/>
            <a:ext cx="1752600" cy="2057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Why is it necessary to clean?</a:t>
            </a:r>
          </a:p>
        </p:txBody>
      </p:sp>
      <p:sp>
        <p:nvSpPr>
          <p:cNvPr id="9219" name="Content Placeholder 2"/>
          <p:cNvSpPr>
            <a:spLocks noGrp="1"/>
          </p:cNvSpPr>
          <p:nvPr>
            <p:ph idx="4294967295"/>
          </p:nvPr>
        </p:nvSpPr>
        <p:spPr>
          <a:xfrm>
            <a:off x="611188" y="1557338"/>
            <a:ext cx="7467600" cy="4525962"/>
          </a:xfrm>
        </p:spPr>
        <p:txBody>
          <a:bodyPr/>
          <a:lstStyle/>
          <a:p>
            <a:pPr marL="0" indent="-457200" eaLnBrk="1" hangingPunct="1">
              <a:spcBef>
                <a:spcPts val="600"/>
              </a:spcBef>
              <a:spcAft>
                <a:spcPts val="1200"/>
              </a:spcAft>
              <a:defRPr/>
            </a:pPr>
            <a:r>
              <a:rPr lang="en-US" sz="2200" dirty="0" smtClean="0"/>
              <a:t>Local Health and Safety Regulations</a:t>
            </a:r>
          </a:p>
          <a:p>
            <a:pPr marL="0" indent="-457200" eaLnBrk="1" hangingPunct="1">
              <a:spcBef>
                <a:spcPts val="600"/>
              </a:spcBef>
              <a:spcAft>
                <a:spcPts val="1200"/>
              </a:spcAft>
              <a:defRPr/>
            </a:pPr>
            <a:r>
              <a:rPr lang="en-US" sz="2200" dirty="0" smtClean="0"/>
              <a:t>Customer experience and expectations</a:t>
            </a:r>
          </a:p>
          <a:p>
            <a:pPr marL="0" indent="-457200" eaLnBrk="1" hangingPunct="1">
              <a:spcBef>
                <a:spcPts val="600"/>
              </a:spcBef>
              <a:spcAft>
                <a:spcPts val="1200"/>
              </a:spcAft>
              <a:defRPr/>
            </a:pPr>
            <a:r>
              <a:rPr lang="en-US" sz="2200" dirty="0" smtClean="0"/>
              <a:t>To maintain safety within the property</a:t>
            </a:r>
          </a:p>
          <a:p>
            <a:pPr marL="0" indent="-457200" eaLnBrk="1" hangingPunct="1">
              <a:spcBef>
                <a:spcPts val="600"/>
              </a:spcBef>
              <a:spcAft>
                <a:spcPts val="1200"/>
              </a:spcAft>
              <a:defRPr/>
            </a:pPr>
            <a:r>
              <a:rPr lang="en-US" sz="2200" dirty="0" smtClean="0"/>
              <a:t>To prevent outbreaks of food poisoning</a:t>
            </a:r>
          </a:p>
          <a:p>
            <a:pPr marL="0" indent="-457200" eaLnBrk="1" hangingPunct="1">
              <a:spcBef>
                <a:spcPts val="600"/>
              </a:spcBef>
              <a:spcAft>
                <a:spcPts val="1200"/>
              </a:spcAft>
              <a:defRPr/>
            </a:pPr>
            <a:r>
              <a:rPr lang="en-US" sz="2200" dirty="0" smtClean="0"/>
              <a:t>To prolong and maintain the investment of all assets</a:t>
            </a:r>
          </a:p>
          <a:p>
            <a:pPr marL="0" indent="-457200" eaLnBrk="1" hangingPunct="1">
              <a:spcBef>
                <a:spcPts val="600"/>
              </a:spcBef>
              <a:spcAft>
                <a:spcPts val="1200"/>
              </a:spcAft>
              <a:defRPr/>
            </a:pPr>
            <a:r>
              <a:rPr lang="en-US" sz="2200" dirty="0" smtClean="0"/>
              <a:t>Staff morale</a:t>
            </a:r>
          </a:p>
          <a:p>
            <a:pPr marL="0" indent="0" eaLnBrk="1" hangingPunct="1">
              <a:spcBef>
                <a:spcPts val="600"/>
              </a:spcBef>
              <a:spcAft>
                <a:spcPts val="1200"/>
              </a:spcAft>
              <a:buFont typeface="Wingdings 2" pitchFamily="18" charset="2"/>
              <a:buNone/>
              <a:defRPr/>
            </a:pPr>
            <a:endParaRPr lang="en-US" sz="2200" dirty="0" smtClean="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48083512-346C-40B7-AC5C-B6D2C8E60341}" type="slidenum">
              <a:rPr lang="en-US" sz="1000">
                <a:solidFill>
                  <a:schemeClr val="tx2">
                    <a:shade val="50000"/>
                  </a:schemeClr>
                </a:solidFill>
                <a:latin typeface="Helvetica" pitchFamily="34" charset="0"/>
              </a:rPr>
              <a:pPr algn="r" fontAlgn="auto">
                <a:spcBef>
                  <a:spcPts val="0"/>
                </a:spcBef>
                <a:spcAft>
                  <a:spcPts val="0"/>
                </a:spcAft>
                <a:defRPr/>
              </a:pPr>
              <a:t>3</a:t>
            </a:fld>
            <a:endParaRPr lang="en-US" sz="1000" dirty="0">
              <a:solidFill>
                <a:schemeClr val="tx2">
                  <a:shade val="50000"/>
                </a:schemeClr>
              </a:solidFill>
              <a:latin typeface="Helvetica" pitchFamily="34" charset="0"/>
            </a:endParaRPr>
          </a:p>
        </p:txBody>
      </p:sp>
      <p:pic>
        <p:nvPicPr>
          <p:cNvPr id="12293" name="Picture 5"/>
          <p:cNvPicPr>
            <a:picLocks noChangeAspect="1"/>
          </p:cNvPicPr>
          <p:nvPr/>
        </p:nvPicPr>
        <p:blipFill>
          <a:blip r:embed="rId3" cstate="print"/>
          <a:srcRect/>
          <a:stretch>
            <a:fillRect/>
          </a:stretch>
        </p:blipFill>
        <p:spPr bwMode="auto">
          <a:xfrm>
            <a:off x="5786438" y="4643438"/>
            <a:ext cx="2522537" cy="16494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Identify Work areas to be cleaned</a:t>
            </a:r>
          </a:p>
        </p:txBody>
      </p:sp>
      <p:sp>
        <p:nvSpPr>
          <p:cNvPr id="13315" name="Content Placeholder 2"/>
          <p:cNvSpPr>
            <a:spLocks noGrp="1"/>
          </p:cNvSpPr>
          <p:nvPr>
            <p:ph idx="4294967295"/>
          </p:nvPr>
        </p:nvSpPr>
        <p:spPr>
          <a:xfrm>
            <a:off x="609600" y="1676400"/>
            <a:ext cx="7748588" cy="4538663"/>
          </a:xfrm>
        </p:spPr>
        <p:txBody>
          <a:bodyPr/>
          <a:lstStyle/>
          <a:p>
            <a:pPr marL="0" indent="0" eaLnBrk="1" hangingPunct="1">
              <a:spcBef>
                <a:spcPts val="600"/>
              </a:spcBef>
              <a:spcAft>
                <a:spcPts val="1200"/>
              </a:spcAft>
              <a:buFont typeface="Wingdings 2" pitchFamily="18" charset="2"/>
              <a:buNone/>
            </a:pPr>
            <a:r>
              <a:rPr lang="en-US" sz="2200" dirty="0" smtClean="0"/>
              <a:t>In all properties and sites there are both “back of house” and “front of house” areas.</a:t>
            </a:r>
          </a:p>
          <a:p>
            <a:pPr marL="0" indent="0" eaLnBrk="1" hangingPunct="1">
              <a:spcBef>
                <a:spcPts val="600"/>
              </a:spcBef>
              <a:spcAft>
                <a:spcPts val="1200"/>
              </a:spcAft>
              <a:buFont typeface="Wingdings 2" pitchFamily="18" charset="2"/>
              <a:buNone/>
            </a:pPr>
            <a:r>
              <a:rPr lang="en-US" sz="2200" b="1" dirty="0" smtClean="0"/>
              <a:t>Front of House </a:t>
            </a:r>
            <a:r>
              <a:rPr lang="en-US" sz="2200" dirty="0" smtClean="0"/>
              <a:t>is defined as areas where </a:t>
            </a:r>
            <a:br>
              <a:rPr lang="en-US" sz="2200" dirty="0" smtClean="0"/>
            </a:br>
            <a:r>
              <a:rPr lang="en-US" sz="2200" dirty="0" smtClean="0"/>
              <a:t>customers or guests have access to</a:t>
            </a:r>
          </a:p>
          <a:p>
            <a:pPr marL="0" indent="0" eaLnBrk="1" hangingPunct="1">
              <a:spcBef>
                <a:spcPts val="600"/>
              </a:spcBef>
              <a:spcAft>
                <a:spcPts val="1200"/>
              </a:spcAft>
              <a:buFont typeface="Wingdings 2" pitchFamily="18" charset="2"/>
              <a:buNone/>
            </a:pPr>
            <a:r>
              <a:rPr lang="en-US" sz="2200" b="1" dirty="0" smtClean="0"/>
              <a:t>Back of House </a:t>
            </a:r>
            <a:r>
              <a:rPr lang="en-US" sz="2200" dirty="0" smtClean="0"/>
              <a:t>is defined as areas where the </a:t>
            </a:r>
            <a:br>
              <a:rPr lang="en-US" sz="2200" dirty="0" smtClean="0"/>
            </a:br>
            <a:r>
              <a:rPr lang="en-US" sz="2200" dirty="0" smtClean="0"/>
              <a:t>customer or guests do not have access to. It is </a:t>
            </a:r>
            <a:br>
              <a:rPr lang="en-US" sz="2200" dirty="0" smtClean="0"/>
            </a:br>
            <a:r>
              <a:rPr lang="en-US" sz="2200" dirty="0" smtClean="0"/>
              <a:t>usually the places where staff do their operational </a:t>
            </a:r>
            <a:br>
              <a:rPr lang="en-US" sz="2200" dirty="0" smtClean="0"/>
            </a:br>
            <a:r>
              <a:rPr lang="en-US" sz="2200" dirty="0" smtClean="0"/>
              <a:t>work</a:t>
            </a:r>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E95EEA25-D888-4F6F-92D9-C03B95583B92}" type="slidenum">
              <a:rPr lang="en-US" sz="1000">
                <a:solidFill>
                  <a:schemeClr val="tx2">
                    <a:shade val="50000"/>
                  </a:schemeClr>
                </a:solidFill>
                <a:latin typeface="Helvetica" pitchFamily="34" charset="0"/>
              </a:rPr>
              <a:pPr algn="r" fontAlgn="auto">
                <a:spcBef>
                  <a:spcPts val="0"/>
                </a:spcBef>
                <a:spcAft>
                  <a:spcPts val="0"/>
                </a:spcAft>
                <a:defRPr/>
              </a:pPr>
              <a:t>4</a:t>
            </a:fld>
            <a:endParaRPr lang="en-US" sz="1000" dirty="0">
              <a:solidFill>
                <a:schemeClr val="tx2">
                  <a:shade val="50000"/>
                </a:schemeClr>
              </a:solidFill>
              <a:latin typeface="Helvetica" pitchFamily="34" charset="0"/>
            </a:endParaRPr>
          </a:p>
        </p:txBody>
      </p:sp>
      <p:pic>
        <p:nvPicPr>
          <p:cNvPr id="13317" name="Picture 5" descr="I:\Overseas Projects\PHOTOS\2012\451126_launch.jpg"/>
          <p:cNvPicPr>
            <a:picLocks noChangeAspect="1" noChangeArrowheads="1"/>
          </p:cNvPicPr>
          <p:nvPr/>
        </p:nvPicPr>
        <p:blipFill>
          <a:blip r:embed="rId3" cstate="print">
            <a:lum bright="10000" contrast="20000"/>
          </a:blip>
          <a:srcRect l="22742" t="6889" r="30592" b="5611"/>
          <a:stretch>
            <a:fillRect/>
          </a:stretch>
        </p:blipFill>
        <p:spPr bwMode="auto">
          <a:xfrm>
            <a:off x="7000875" y="2428875"/>
            <a:ext cx="1371600" cy="3429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idx="4294967295"/>
          </p:nvPr>
        </p:nvSpPr>
        <p:spPr>
          <a:xfrm>
            <a:off x="611188" y="333375"/>
            <a:ext cx="7467600" cy="1143000"/>
          </a:xfrm>
        </p:spPr>
        <p:txBody>
          <a:bodyPr/>
          <a:lstStyle/>
          <a:p>
            <a:pPr eaLnBrk="1" hangingPunct="1"/>
            <a:r>
              <a:rPr lang="en-US" sz="3400" b="1" dirty="0" smtClean="0">
                <a:solidFill>
                  <a:srgbClr val="FF6600"/>
                </a:solidFill>
              </a:rPr>
              <a:t>Examples of Front of House areas</a:t>
            </a:r>
          </a:p>
        </p:txBody>
      </p:sp>
      <p:sp>
        <p:nvSpPr>
          <p:cNvPr id="11267" name="Content Placeholder 2"/>
          <p:cNvSpPr>
            <a:spLocks noGrp="1"/>
          </p:cNvSpPr>
          <p:nvPr>
            <p:ph idx="4294967295"/>
          </p:nvPr>
        </p:nvSpPr>
        <p:spPr>
          <a:xfrm>
            <a:off x="611188" y="1557338"/>
            <a:ext cx="7467600" cy="4525962"/>
          </a:xfrm>
        </p:spPr>
        <p:txBody>
          <a:bodyPr/>
          <a:lstStyle/>
          <a:p>
            <a:pPr marL="0" indent="-457200" eaLnBrk="1" hangingPunct="1">
              <a:spcBef>
                <a:spcPts val="600"/>
              </a:spcBef>
              <a:spcAft>
                <a:spcPts val="1200"/>
              </a:spcAft>
              <a:defRPr/>
            </a:pPr>
            <a:r>
              <a:rPr lang="en-US" sz="2200" dirty="0" smtClean="0"/>
              <a:t>Lobbies and Reception areas</a:t>
            </a:r>
          </a:p>
          <a:p>
            <a:pPr marL="0" indent="-457200" eaLnBrk="1" hangingPunct="1">
              <a:spcBef>
                <a:spcPts val="600"/>
              </a:spcBef>
              <a:spcAft>
                <a:spcPts val="1200"/>
              </a:spcAft>
              <a:defRPr/>
            </a:pPr>
            <a:r>
              <a:rPr lang="en-US" sz="2200" dirty="0" smtClean="0"/>
              <a:t>Restaurants and Bars</a:t>
            </a:r>
          </a:p>
          <a:p>
            <a:pPr marL="0" indent="-457200" eaLnBrk="1" hangingPunct="1">
              <a:spcBef>
                <a:spcPts val="600"/>
              </a:spcBef>
              <a:spcAft>
                <a:spcPts val="1200"/>
              </a:spcAft>
              <a:defRPr/>
            </a:pPr>
            <a:r>
              <a:rPr lang="en-US" sz="2200" dirty="0" smtClean="0"/>
              <a:t>Corridors, Lifts and public toilets</a:t>
            </a:r>
          </a:p>
          <a:p>
            <a:pPr marL="0" indent="-457200" eaLnBrk="1" hangingPunct="1">
              <a:spcBef>
                <a:spcPts val="600"/>
              </a:spcBef>
              <a:spcAft>
                <a:spcPts val="1200"/>
              </a:spcAft>
              <a:defRPr/>
            </a:pPr>
            <a:r>
              <a:rPr lang="en-US" sz="2200" dirty="0" smtClean="0"/>
              <a:t>Function rooms</a:t>
            </a:r>
          </a:p>
          <a:p>
            <a:pPr marL="0" indent="-457200" eaLnBrk="1" hangingPunct="1">
              <a:spcBef>
                <a:spcPts val="600"/>
              </a:spcBef>
              <a:spcAft>
                <a:spcPts val="1200"/>
              </a:spcAft>
              <a:defRPr/>
            </a:pPr>
            <a:r>
              <a:rPr lang="en-US" sz="2200" dirty="0" smtClean="0"/>
              <a:t>Gyms and swimming pools</a:t>
            </a:r>
          </a:p>
          <a:p>
            <a:pPr marL="0" indent="-457200" eaLnBrk="1" hangingPunct="1">
              <a:spcBef>
                <a:spcPts val="600"/>
              </a:spcBef>
              <a:spcAft>
                <a:spcPts val="1200"/>
              </a:spcAft>
              <a:defRPr/>
            </a:pPr>
            <a:r>
              <a:rPr lang="en-US" sz="2200" dirty="0" smtClean="0"/>
              <a:t>Car parks</a:t>
            </a:r>
          </a:p>
          <a:p>
            <a:pPr marL="0" indent="0" eaLnBrk="1" hangingPunct="1">
              <a:spcBef>
                <a:spcPts val="600"/>
              </a:spcBef>
              <a:spcAft>
                <a:spcPts val="1200"/>
              </a:spcAft>
              <a:buFont typeface="Wingdings 2" pitchFamily="18" charset="2"/>
              <a:buNone/>
              <a:defRPr/>
            </a:pPr>
            <a:endParaRPr lang="en-US" sz="2200" dirty="0" smtClean="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7E356A19-978F-4C66-8A10-FC507D3DAD6D}" type="slidenum">
              <a:rPr lang="en-US" sz="1000">
                <a:solidFill>
                  <a:schemeClr val="tx2">
                    <a:shade val="50000"/>
                  </a:schemeClr>
                </a:solidFill>
                <a:latin typeface="Helvetica" pitchFamily="34" charset="0"/>
              </a:rPr>
              <a:pPr algn="r" fontAlgn="auto">
                <a:spcBef>
                  <a:spcPts val="0"/>
                </a:spcBef>
                <a:spcAft>
                  <a:spcPts val="0"/>
                </a:spcAft>
                <a:defRPr/>
              </a:pPr>
              <a:t>5</a:t>
            </a:fld>
            <a:endParaRPr lang="en-US" sz="1000" dirty="0">
              <a:solidFill>
                <a:schemeClr val="tx2">
                  <a:shade val="50000"/>
                </a:schemeClr>
              </a:solidFill>
              <a:latin typeface="Helvetica" pitchFamily="34" charset="0"/>
            </a:endParaRPr>
          </a:p>
        </p:txBody>
      </p:sp>
      <p:pic>
        <p:nvPicPr>
          <p:cNvPr id="14341" name="Picture 7" descr="C:\Users\Barbara\AppData\Local\Microsoft\Windows\Temporary Internet Files\Content.IE5\I2VWA71Y\MP900443799[1].jpg"/>
          <p:cNvPicPr>
            <a:picLocks noChangeAspect="1" noChangeArrowheads="1"/>
          </p:cNvPicPr>
          <p:nvPr/>
        </p:nvPicPr>
        <p:blipFill>
          <a:blip r:embed="rId3" cstate="print">
            <a:lum bright="10000" contrast="10000"/>
          </a:blip>
          <a:srcRect/>
          <a:stretch>
            <a:fillRect/>
          </a:stretch>
        </p:blipFill>
        <p:spPr bwMode="auto">
          <a:xfrm>
            <a:off x="6000750" y="1643063"/>
            <a:ext cx="2000250" cy="1500187"/>
          </a:xfrm>
          <a:prstGeom prst="rect">
            <a:avLst/>
          </a:prstGeom>
          <a:noFill/>
          <a:ln w="9525">
            <a:noFill/>
            <a:miter lim="800000"/>
            <a:headEnd/>
            <a:tailEnd/>
          </a:ln>
        </p:spPr>
      </p:pic>
      <p:pic>
        <p:nvPicPr>
          <p:cNvPr id="14342" name="Picture 7" descr="I:\Overseas Projects\PHOTOS\2012\417522_down_escalator.jpg"/>
          <p:cNvPicPr>
            <a:picLocks noChangeAspect="1" noChangeArrowheads="1"/>
          </p:cNvPicPr>
          <p:nvPr/>
        </p:nvPicPr>
        <p:blipFill>
          <a:blip r:embed="rId4" cstate="print">
            <a:lum bright="20000" contrast="10000"/>
          </a:blip>
          <a:srcRect/>
          <a:stretch>
            <a:fillRect/>
          </a:stretch>
        </p:blipFill>
        <p:spPr bwMode="auto">
          <a:xfrm>
            <a:off x="6143625" y="3286125"/>
            <a:ext cx="1730375" cy="23177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idx="4294967295"/>
          </p:nvPr>
        </p:nvSpPr>
        <p:spPr>
          <a:xfrm>
            <a:off x="611188" y="333375"/>
            <a:ext cx="7467600" cy="1143000"/>
          </a:xfrm>
        </p:spPr>
        <p:txBody>
          <a:bodyPr/>
          <a:lstStyle/>
          <a:p>
            <a:pPr eaLnBrk="1" hangingPunct="1"/>
            <a:r>
              <a:rPr lang="en-US" sz="3400" b="1" dirty="0" smtClean="0">
                <a:solidFill>
                  <a:srgbClr val="FF6600"/>
                </a:solidFill>
              </a:rPr>
              <a:t>Examples of Back of House areas</a:t>
            </a:r>
          </a:p>
        </p:txBody>
      </p:sp>
      <p:sp>
        <p:nvSpPr>
          <p:cNvPr id="3" name="Content Placeholder 2"/>
          <p:cNvSpPr>
            <a:spLocks noGrp="1"/>
          </p:cNvSpPr>
          <p:nvPr>
            <p:ph idx="4294967295"/>
          </p:nvPr>
        </p:nvSpPr>
        <p:spPr>
          <a:xfrm>
            <a:off x="611188" y="1557338"/>
            <a:ext cx="7467600" cy="4525962"/>
          </a:xfrm>
        </p:spPr>
        <p:txBody>
          <a:bodyPr>
            <a:normAutofit lnSpcReduction="10000"/>
          </a:bodyPr>
          <a:lstStyle/>
          <a:p>
            <a:pPr marL="0" indent="-457200" eaLnBrk="1" hangingPunct="1">
              <a:spcBef>
                <a:spcPts val="600"/>
              </a:spcBef>
              <a:spcAft>
                <a:spcPts val="1200"/>
              </a:spcAft>
              <a:defRPr/>
            </a:pPr>
            <a:r>
              <a:rPr lang="en-US" sz="2200" dirty="0" smtClean="0"/>
              <a:t>Kitchens </a:t>
            </a:r>
          </a:p>
          <a:p>
            <a:pPr marL="0" indent="-457200" eaLnBrk="1" hangingPunct="1">
              <a:spcBef>
                <a:spcPts val="600"/>
              </a:spcBef>
              <a:spcAft>
                <a:spcPts val="1200"/>
              </a:spcAft>
              <a:defRPr/>
            </a:pPr>
            <a:r>
              <a:rPr lang="en-US" sz="2200" dirty="0" smtClean="0"/>
              <a:t>Staff cafeteria</a:t>
            </a:r>
          </a:p>
          <a:p>
            <a:pPr marL="0" indent="-457200" eaLnBrk="1" hangingPunct="1">
              <a:spcBef>
                <a:spcPts val="600"/>
              </a:spcBef>
              <a:spcAft>
                <a:spcPts val="1200"/>
              </a:spcAft>
              <a:defRPr/>
            </a:pPr>
            <a:r>
              <a:rPr lang="en-US" sz="2200" dirty="0" smtClean="0"/>
              <a:t>Staff locker rooms</a:t>
            </a:r>
          </a:p>
          <a:p>
            <a:pPr marL="0" indent="-457200" eaLnBrk="1" hangingPunct="1">
              <a:spcBef>
                <a:spcPts val="600"/>
              </a:spcBef>
              <a:spcAft>
                <a:spcPts val="1200"/>
              </a:spcAft>
              <a:defRPr/>
            </a:pPr>
            <a:r>
              <a:rPr lang="en-US" sz="2200" dirty="0" smtClean="0"/>
              <a:t>Administration offices</a:t>
            </a:r>
          </a:p>
          <a:p>
            <a:pPr marL="0" indent="-457200" eaLnBrk="1" hangingPunct="1">
              <a:spcBef>
                <a:spcPts val="600"/>
              </a:spcBef>
              <a:spcAft>
                <a:spcPts val="1200"/>
              </a:spcAft>
              <a:defRPr/>
            </a:pPr>
            <a:r>
              <a:rPr lang="en-US" sz="2200" dirty="0" smtClean="0"/>
              <a:t>Staff toilets</a:t>
            </a:r>
          </a:p>
          <a:p>
            <a:pPr marL="0" indent="-457200" eaLnBrk="1" hangingPunct="1">
              <a:spcBef>
                <a:spcPts val="600"/>
              </a:spcBef>
              <a:spcAft>
                <a:spcPts val="1200"/>
              </a:spcAft>
              <a:defRPr/>
            </a:pPr>
            <a:r>
              <a:rPr lang="en-US" sz="2200" dirty="0" smtClean="0"/>
              <a:t>Laundries and linen rooms</a:t>
            </a:r>
          </a:p>
          <a:p>
            <a:pPr marL="0" indent="-457200" eaLnBrk="1" hangingPunct="1">
              <a:spcBef>
                <a:spcPts val="600"/>
              </a:spcBef>
              <a:spcAft>
                <a:spcPts val="1200"/>
              </a:spcAft>
              <a:defRPr/>
            </a:pPr>
            <a:r>
              <a:rPr lang="en-US" sz="2200" dirty="0" smtClean="0"/>
              <a:t>Store rooms</a:t>
            </a:r>
          </a:p>
          <a:p>
            <a:pPr marL="0" indent="-457200" eaLnBrk="1" hangingPunct="1">
              <a:spcBef>
                <a:spcPts val="600"/>
              </a:spcBef>
              <a:spcAft>
                <a:spcPts val="1200"/>
              </a:spcAft>
              <a:defRPr/>
            </a:pPr>
            <a:r>
              <a:rPr lang="en-US" sz="2200" dirty="0" smtClean="0"/>
              <a:t>Delivery bay</a:t>
            </a:r>
          </a:p>
          <a:p>
            <a:pPr marL="0" indent="0" eaLnBrk="1" hangingPunct="1">
              <a:spcBef>
                <a:spcPts val="600"/>
              </a:spcBef>
              <a:spcAft>
                <a:spcPts val="1200"/>
              </a:spcAft>
              <a:buFont typeface="Wingdings 2" pitchFamily="18" charset="2"/>
              <a:buNone/>
              <a:defRPr/>
            </a:pPr>
            <a:endParaRPr lang="en-US" sz="2200" dirty="0" smtClean="0"/>
          </a:p>
          <a:p>
            <a:pPr marL="0" indent="0" eaLnBrk="1" hangingPunct="1">
              <a:spcBef>
                <a:spcPts val="600"/>
              </a:spcBef>
              <a:spcAft>
                <a:spcPts val="1200"/>
              </a:spcAft>
              <a:buFont typeface="Wingdings 2" pitchFamily="18" charset="2"/>
              <a:buNone/>
              <a:defRPr/>
            </a:pPr>
            <a:endParaRPr lang="en-US" sz="2200" dirty="0" smtClean="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FB4B07DA-F617-49DC-88E9-6E7596F1F1C9}" type="slidenum">
              <a:rPr lang="en-US" sz="1000">
                <a:solidFill>
                  <a:schemeClr val="tx2">
                    <a:shade val="50000"/>
                  </a:schemeClr>
                </a:solidFill>
                <a:latin typeface="Helvetica" pitchFamily="34" charset="0"/>
              </a:rPr>
              <a:pPr algn="r" fontAlgn="auto">
                <a:spcBef>
                  <a:spcPts val="0"/>
                </a:spcBef>
                <a:spcAft>
                  <a:spcPts val="0"/>
                </a:spcAft>
                <a:defRPr/>
              </a:pPr>
              <a:t>6</a:t>
            </a:fld>
            <a:endParaRPr lang="en-US" sz="1000" dirty="0">
              <a:solidFill>
                <a:schemeClr val="tx2">
                  <a:shade val="50000"/>
                </a:schemeClr>
              </a:solidFill>
              <a:latin typeface="Helvetica" pitchFamily="34" charset="0"/>
            </a:endParaRPr>
          </a:p>
        </p:txBody>
      </p:sp>
      <p:pic>
        <p:nvPicPr>
          <p:cNvPr id="15365" name="Picture 7" descr="I:\Overseas Projects\PHOTOS\2012\544038_locker_1.jpg"/>
          <p:cNvPicPr>
            <a:picLocks noChangeAspect="1" noChangeArrowheads="1"/>
          </p:cNvPicPr>
          <p:nvPr/>
        </p:nvPicPr>
        <p:blipFill>
          <a:blip r:embed="rId3" cstate="print">
            <a:lum bright="10000"/>
            <a:grayscl/>
          </a:blip>
          <a:srcRect/>
          <a:stretch>
            <a:fillRect/>
          </a:stretch>
        </p:blipFill>
        <p:spPr bwMode="auto">
          <a:xfrm>
            <a:off x="5072063" y="2357438"/>
            <a:ext cx="2857500" cy="2133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What items do we clean?</a:t>
            </a:r>
          </a:p>
        </p:txBody>
      </p:sp>
      <p:sp>
        <p:nvSpPr>
          <p:cNvPr id="3" name="Content Placeholder 2"/>
          <p:cNvSpPr>
            <a:spLocks noGrp="1"/>
          </p:cNvSpPr>
          <p:nvPr>
            <p:ph idx="4294967295"/>
          </p:nvPr>
        </p:nvSpPr>
        <p:spPr>
          <a:xfrm>
            <a:off x="611188" y="1557338"/>
            <a:ext cx="7467600" cy="4525962"/>
          </a:xfrm>
        </p:spPr>
        <p:txBody>
          <a:bodyPr>
            <a:normAutofit/>
          </a:bodyPr>
          <a:lstStyle/>
          <a:p>
            <a:pPr marL="0" indent="0" eaLnBrk="1" fontAlgn="auto" hangingPunct="1">
              <a:spcBef>
                <a:spcPts val="600"/>
              </a:spcBef>
              <a:spcAft>
                <a:spcPts val="1200"/>
              </a:spcAft>
              <a:buFont typeface="Wingdings 2"/>
              <a:buNone/>
              <a:defRPr/>
            </a:pPr>
            <a:r>
              <a:rPr lang="en-US" sz="2200" kern="1200" dirty="0" smtClean="0"/>
              <a:t>Every item and surface must be cleaned either:</a:t>
            </a:r>
          </a:p>
          <a:p>
            <a:pPr marL="360000" indent="-360000" eaLnBrk="1" fontAlgn="auto" hangingPunct="1">
              <a:spcBef>
                <a:spcPts val="600"/>
              </a:spcBef>
              <a:spcAft>
                <a:spcPts val="1200"/>
              </a:spcAft>
              <a:buFont typeface="Wingdings 2"/>
              <a:buChar char=""/>
              <a:defRPr/>
            </a:pPr>
            <a:r>
              <a:rPr lang="en-US" sz="2200" kern="1200" dirty="0" smtClean="0"/>
              <a:t>Daily</a:t>
            </a:r>
          </a:p>
          <a:p>
            <a:pPr marL="360000" indent="-360000" eaLnBrk="1" fontAlgn="auto" hangingPunct="1">
              <a:spcBef>
                <a:spcPts val="600"/>
              </a:spcBef>
              <a:spcAft>
                <a:spcPts val="1200"/>
              </a:spcAft>
              <a:buFont typeface="Wingdings 2"/>
              <a:buChar char=""/>
              <a:defRPr/>
            </a:pPr>
            <a:r>
              <a:rPr lang="en-US" sz="2200" kern="1200" dirty="0" smtClean="0"/>
              <a:t>Several times daily</a:t>
            </a:r>
          </a:p>
          <a:p>
            <a:pPr marL="360000" indent="-360000" eaLnBrk="1" fontAlgn="auto" hangingPunct="1">
              <a:spcBef>
                <a:spcPts val="600"/>
              </a:spcBef>
              <a:spcAft>
                <a:spcPts val="1200"/>
              </a:spcAft>
              <a:buFont typeface="Wingdings 2"/>
              <a:buChar char=""/>
              <a:defRPr/>
            </a:pPr>
            <a:r>
              <a:rPr lang="en-US" sz="2200" kern="1200" dirty="0" smtClean="0"/>
              <a:t>Weekly</a:t>
            </a:r>
          </a:p>
          <a:p>
            <a:pPr marL="360000" indent="-360000" eaLnBrk="1" fontAlgn="auto" hangingPunct="1">
              <a:spcBef>
                <a:spcPts val="600"/>
              </a:spcBef>
              <a:spcAft>
                <a:spcPts val="1200"/>
              </a:spcAft>
              <a:buFont typeface="Wingdings 2"/>
              <a:buChar char=""/>
              <a:defRPr/>
            </a:pPr>
            <a:r>
              <a:rPr lang="en-US" sz="2200" kern="1200" dirty="0" smtClean="0"/>
              <a:t>Periodically</a:t>
            </a:r>
          </a:p>
          <a:p>
            <a:pPr marL="360000" indent="-360000" eaLnBrk="1" fontAlgn="auto" hangingPunct="1">
              <a:spcBef>
                <a:spcPts val="600"/>
              </a:spcBef>
              <a:spcAft>
                <a:spcPts val="1200"/>
              </a:spcAft>
              <a:buFont typeface="Wingdings 2"/>
              <a:buChar char=""/>
              <a:defRPr/>
            </a:pPr>
            <a:r>
              <a:rPr lang="en-US" sz="2200" kern="1200" dirty="0" smtClean="0"/>
              <a:t>On request</a:t>
            </a:r>
            <a:endParaRPr lang="en-US" sz="2200" kern="1200" dirty="0"/>
          </a:p>
          <a:p>
            <a:pPr marL="360000" indent="-360000" eaLnBrk="1" fontAlgn="auto" hangingPunct="1">
              <a:spcBef>
                <a:spcPts val="600"/>
              </a:spcBef>
              <a:spcAft>
                <a:spcPts val="12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3ED3780B-681D-491A-8D36-A1BC380B04AF}" type="slidenum">
              <a:rPr lang="en-US" sz="1000">
                <a:solidFill>
                  <a:schemeClr val="tx2">
                    <a:shade val="50000"/>
                  </a:schemeClr>
                </a:solidFill>
                <a:latin typeface="Helvetica" pitchFamily="34" charset="0"/>
              </a:rPr>
              <a:pPr algn="r" fontAlgn="auto">
                <a:spcBef>
                  <a:spcPts val="0"/>
                </a:spcBef>
                <a:spcAft>
                  <a:spcPts val="0"/>
                </a:spcAft>
                <a:defRPr/>
              </a:pPr>
              <a:t>7</a:t>
            </a:fld>
            <a:endParaRPr lang="en-US" sz="1000" dirty="0">
              <a:solidFill>
                <a:schemeClr val="tx2">
                  <a:shade val="50000"/>
                </a:schemeClr>
              </a:solidFill>
              <a:latin typeface="Helvetica" pitchFamily="34" charset="0"/>
            </a:endParaRPr>
          </a:p>
        </p:txBody>
      </p:sp>
      <p:pic>
        <p:nvPicPr>
          <p:cNvPr id="16389" name="Picture 7" descr="C:\Documents and Settings\danielc\Local Settings\Temporary Internet Files\Content.IE5\0OCRPEL9\MP900399796[1].jpg"/>
          <p:cNvPicPr>
            <a:picLocks noChangeAspect="1" noChangeArrowheads="1"/>
          </p:cNvPicPr>
          <p:nvPr/>
        </p:nvPicPr>
        <p:blipFill>
          <a:blip r:embed="rId3" cstate="print"/>
          <a:srcRect/>
          <a:stretch>
            <a:fillRect/>
          </a:stretch>
        </p:blipFill>
        <p:spPr bwMode="auto">
          <a:xfrm>
            <a:off x="4929188" y="2643188"/>
            <a:ext cx="2928937" cy="19526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xfrm>
            <a:off x="685800" y="381000"/>
            <a:ext cx="7772400" cy="1143000"/>
          </a:xfrm>
        </p:spPr>
        <p:txBody>
          <a:bodyPr/>
          <a:lstStyle/>
          <a:p>
            <a:pPr eaLnBrk="1" hangingPunct="1"/>
            <a:r>
              <a:rPr lang="en-US" sz="3400" b="1" smtClean="0">
                <a:solidFill>
                  <a:srgbClr val="FF6600"/>
                </a:solidFill>
              </a:rPr>
              <a:t>Types of surfaces</a:t>
            </a:r>
            <a:endParaRPr lang="en-US" smtClean="0"/>
          </a:p>
        </p:txBody>
      </p:sp>
      <p:sp>
        <p:nvSpPr>
          <p:cNvPr id="17411" name="Rectangle 3"/>
          <p:cNvSpPr>
            <a:spLocks noGrp="1"/>
          </p:cNvSpPr>
          <p:nvPr>
            <p:ph type="body" sz="half" idx="1"/>
          </p:nvPr>
        </p:nvSpPr>
        <p:spPr>
          <a:xfrm>
            <a:off x="685800" y="1428750"/>
            <a:ext cx="3810000" cy="4114800"/>
          </a:xfrm>
        </p:spPr>
        <p:txBody>
          <a:bodyPr/>
          <a:lstStyle/>
          <a:p>
            <a:pPr marL="0" indent="-457200" eaLnBrk="1" hangingPunct="1">
              <a:spcBef>
                <a:spcPts val="600"/>
              </a:spcBef>
              <a:spcAft>
                <a:spcPts val="1200"/>
              </a:spcAft>
            </a:pPr>
            <a:r>
              <a:rPr lang="en-US" sz="2200" smtClean="0"/>
              <a:t>Carpet</a:t>
            </a:r>
          </a:p>
          <a:p>
            <a:pPr marL="0" indent="-457200" eaLnBrk="1" hangingPunct="1">
              <a:spcBef>
                <a:spcPts val="600"/>
              </a:spcBef>
              <a:spcAft>
                <a:spcPts val="1200"/>
              </a:spcAft>
            </a:pPr>
            <a:r>
              <a:rPr lang="en-US" sz="2200" smtClean="0"/>
              <a:t>Wood</a:t>
            </a:r>
          </a:p>
          <a:p>
            <a:pPr marL="0" indent="-457200" eaLnBrk="1" hangingPunct="1">
              <a:spcBef>
                <a:spcPts val="600"/>
              </a:spcBef>
              <a:spcAft>
                <a:spcPts val="1200"/>
              </a:spcAft>
            </a:pPr>
            <a:r>
              <a:rPr lang="en-US" sz="2200" smtClean="0"/>
              <a:t>Marble</a:t>
            </a:r>
          </a:p>
          <a:p>
            <a:pPr marL="0" indent="-457200" eaLnBrk="1" hangingPunct="1">
              <a:spcBef>
                <a:spcPts val="600"/>
              </a:spcBef>
              <a:spcAft>
                <a:spcPts val="1200"/>
              </a:spcAft>
            </a:pPr>
            <a:r>
              <a:rPr lang="en-US" sz="2200" smtClean="0"/>
              <a:t>Brass</a:t>
            </a:r>
          </a:p>
          <a:p>
            <a:pPr marL="0" indent="-457200" eaLnBrk="1" hangingPunct="1">
              <a:spcBef>
                <a:spcPts val="600"/>
              </a:spcBef>
              <a:spcAft>
                <a:spcPts val="1200"/>
              </a:spcAft>
            </a:pPr>
            <a:r>
              <a:rPr lang="en-US" sz="2200" smtClean="0"/>
              <a:t>Glass</a:t>
            </a:r>
          </a:p>
          <a:p>
            <a:pPr marL="0" indent="-457200" eaLnBrk="1" hangingPunct="1">
              <a:spcBef>
                <a:spcPts val="600"/>
              </a:spcBef>
              <a:spcAft>
                <a:spcPts val="1200"/>
              </a:spcAft>
            </a:pPr>
            <a:r>
              <a:rPr lang="en-US" sz="2200" smtClean="0"/>
              <a:t>Granite</a:t>
            </a:r>
          </a:p>
          <a:p>
            <a:pPr marL="0" indent="-457200" eaLnBrk="1" hangingPunct="1">
              <a:spcBef>
                <a:spcPts val="600"/>
              </a:spcBef>
              <a:spcAft>
                <a:spcPts val="1200"/>
              </a:spcAft>
            </a:pPr>
            <a:r>
              <a:rPr lang="en-US" sz="2200" smtClean="0"/>
              <a:t>Ceramic</a:t>
            </a:r>
          </a:p>
          <a:p>
            <a:pPr marL="0" indent="-457200" eaLnBrk="1" hangingPunct="1">
              <a:spcBef>
                <a:spcPts val="600"/>
              </a:spcBef>
              <a:spcAft>
                <a:spcPts val="1200"/>
              </a:spcAft>
            </a:pPr>
            <a:r>
              <a:rPr lang="en-US" sz="2200" smtClean="0"/>
              <a:t>Terrazzo</a:t>
            </a:r>
          </a:p>
          <a:p>
            <a:pPr marL="0" indent="-457200" eaLnBrk="1" hangingPunct="1">
              <a:spcBef>
                <a:spcPts val="600"/>
              </a:spcBef>
              <a:spcAft>
                <a:spcPts val="1200"/>
              </a:spcAft>
            </a:pPr>
            <a:r>
              <a:rPr lang="en-US" sz="2200" smtClean="0"/>
              <a:t>Clay Tiles</a:t>
            </a:r>
          </a:p>
        </p:txBody>
      </p:sp>
      <p:sp>
        <p:nvSpPr>
          <p:cNvPr id="17412" name="Rectangle 4"/>
          <p:cNvSpPr>
            <a:spLocks noGrp="1"/>
          </p:cNvSpPr>
          <p:nvPr>
            <p:ph type="body" sz="half" idx="2"/>
          </p:nvPr>
        </p:nvSpPr>
        <p:spPr>
          <a:xfrm>
            <a:off x="4724400" y="1428750"/>
            <a:ext cx="3810000" cy="4191000"/>
          </a:xfrm>
        </p:spPr>
        <p:txBody>
          <a:bodyPr/>
          <a:lstStyle/>
          <a:p>
            <a:pPr marL="0" indent="-457200" eaLnBrk="1" hangingPunct="1">
              <a:spcBef>
                <a:spcPts val="600"/>
              </a:spcBef>
              <a:spcAft>
                <a:spcPts val="1200"/>
              </a:spcAft>
            </a:pPr>
            <a:r>
              <a:rPr lang="en-US" sz="2200" smtClean="0"/>
              <a:t>Leather</a:t>
            </a:r>
          </a:p>
          <a:p>
            <a:pPr marL="0" indent="-457200" eaLnBrk="1" hangingPunct="1">
              <a:spcBef>
                <a:spcPts val="600"/>
              </a:spcBef>
              <a:spcAft>
                <a:spcPts val="1200"/>
              </a:spcAft>
            </a:pPr>
            <a:r>
              <a:rPr lang="en-US" sz="2200" smtClean="0"/>
              <a:t>Metal</a:t>
            </a:r>
          </a:p>
          <a:p>
            <a:pPr marL="0" indent="-457200" eaLnBrk="1" hangingPunct="1">
              <a:spcBef>
                <a:spcPts val="600"/>
              </a:spcBef>
              <a:spcAft>
                <a:spcPts val="1200"/>
              </a:spcAft>
            </a:pPr>
            <a:r>
              <a:rPr lang="en-US" sz="2200" smtClean="0"/>
              <a:t>Concrete</a:t>
            </a:r>
          </a:p>
          <a:p>
            <a:pPr marL="0" indent="-457200" eaLnBrk="1" hangingPunct="1">
              <a:spcBef>
                <a:spcPts val="600"/>
              </a:spcBef>
              <a:spcAft>
                <a:spcPts val="1200"/>
              </a:spcAft>
            </a:pPr>
            <a:r>
              <a:rPr lang="en-US" sz="2200" smtClean="0"/>
              <a:t>Vinyl</a:t>
            </a:r>
          </a:p>
          <a:p>
            <a:pPr marL="0" indent="-457200" eaLnBrk="1" hangingPunct="1">
              <a:spcBef>
                <a:spcPts val="600"/>
              </a:spcBef>
              <a:spcAft>
                <a:spcPts val="1200"/>
              </a:spcAft>
            </a:pPr>
            <a:r>
              <a:rPr lang="en-US" sz="2200" smtClean="0"/>
              <a:t>Stainless Steel</a:t>
            </a:r>
          </a:p>
          <a:p>
            <a:pPr marL="0" indent="-457200" eaLnBrk="1" hangingPunct="1">
              <a:spcBef>
                <a:spcPts val="600"/>
              </a:spcBef>
              <a:spcAft>
                <a:spcPts val="1200"/>
              </a:spcAft>
            </a:pPr>
            <a:r>
              <a:rPr lang="en-US" sz="2200" smtClean="0"/>
              <a:t>Laminate</a:t>
            </a:r>
          </a:p>
          <a:p>
            <a:pPr marL="0" indent="-457200" eaLnBrk="1" hangingPunct="1">
              <a:spcBef>
                <a:spcPts val="600"/>
              </a:spcBef>
              <a:spcAft>
                <a:spcPts val="1200"/>
              </a:spcAft>
            </a:pPr>
            <a:r>
              <a:rPr lang="en-US" sz="2200" smtClean="0"/>
              <a:t>Fabric</a:t>
            </a:r>
          </a:p>
          <a:p>
            <a:pPr marL="0" indent="-457200" eaLnBrk="1" hangingPunct="1">
              <a:spcBef>
                <a:spcPts val="600"/>
              </a:spcBef>
              <a:spcAft>
                <a:spcPts val="1200"/>
              </a:spcAft>
            </a:pPr>
            <a:r>
              <a:rPr lang="en-US" sz="2200" smtClean="0"/>
              <a:t>Plastic</a:t>
            </a:r>
          </a:p>
          <a:p>
            <a:pPr marL="0" indent="-457200" eaLnBrk="1" hangingPunct="1">
              <a:spcBef>
                <a:spcPts val="600"/>
              </a:spcBef>
              <a:spcAft>
                <a:spcPts val="1200"/>
              </a:spcAft>
            </a:pPr>
            <a:r>
              <a:rPr lang="en-US" sz="2200" smtClean="0"/>
              <a:t>Paint</a:t>
            </a:r>
          </a:p>
        </p:txBody>
      </p:sp>
      <p:sp>
        <p:nvSpPr>
          <p:cNvPr id="5"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3ED3780B-681D-491A-8D36-A1BC380B04AF}" type="slidenum">
              <a:rPr lang="en-US" sz="1000">
                <a:solidFill>
                  <a:schemeClr val="tx2">
                    <a:shade val="50000"/>
                  </a:schemeClr>
                </a:solidFill>
                <a:latin typeface="Helvetica" pitchFamily="34" charset="0"/>
              </a:rPr>
              <a:pPr algn="r" fontAlgn="auto">
                <a:spcBef>
                  <a:spcPts val="0"/>
                </a:spcBef>
                <a:spcAft>
                  <a:spcPts val="0"/>
                </a:spcAft>
                <a:defRPr/>
              </a:pPr>
              <a:t>8</a:t>
            </a:fld>
            <a:endParaRPr lang="en-US" sz="1000" dirty="0">
              <a:solidFill>
                <a:schemeClr val="tx2">
                  <a:shade val="50000"/>
                </a:schemeClr>
              </a:solidFill>
              <a:latin typeface="Helvetica"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xfrm>
            <a:off x="747713" y="274638"/>
            <a:ext cx="7467600" cy="993775"/>
          </a:xfrm>
        </p:spPr>
        <p:txBody>
          <a:bodyPr/>
          <a:lstStyle/>
          <a:p>
            <a:pPr eaLnBrk="1" hangingPunct="1"/>
            <a:r>
              <a:rPr lang="en-US" sz="3400" b="1" smtClean="0">
                <a:solidFill>
                  <a:srgbClr val="FF6600"/>
                </a:solidFill>
              </a:rPr>
              <a:t>Cleaning Terms </a:t>
            </a:r>
            <a:endParaRPr lang="en-US" u="sng" smtClean="0"/>
          </a:p>
        </p:txBody>
      </p:sp>
      <p:sp>
        <p:nvSpPr>
          <p:cNvPr id="18435" name="Rectangle 3"/>
          <p:cNvSpPr>
            <a:spLocks noGrp="1"/>
          </p:cNvSpPr>
          <p:nvPr>
            <p:ph type="body" idx="1"/>
          </p:nvPr>
        </p:nvSpPr>
        <p:spPr>
          <a:xfrm>
            <a:off x="747713" y="1285875"/>
            <a:ext cx="7467600" cy="4857750"/>
          </a:xfrm>
        </p:spPr>
        <p:txBody>
          <a:bodyPr/>
          <a:lstStyle/>
          <a:p>
            <a:pPr marL="0" indent="-457200" eaLnBrk="1" hangingPunct="1">
              <a:spcBef>
                <a:spcPts val="1200"/>
              </a:spcBef>
              <a:spcAft>
                <a:spcPts val="1200"/>
              </a:spcAft>
            </a:pPr>
            <a:r>
              <a:rPr lang="en-US" sz="2400" dirty="0" smtClean="0"/>
              <a:t>Daily Cleaning</a:t>
            </a:r>
          </a:p>
          <a:p>
            <a:pPr marL="0" indent="-457200" eaLnBrk="1" hangingPunct="1">
              <a:spcBef>
                <a:spcPts val="1200"/>
              </a:spcBef>
              <a:spcAft>
                <a:spcPts val="1200"/>
              </a:spcAft>
            </a:pPr>
            <a:r>
              <a:rPr lang="en-US" sz="2400" dirty="0" smtClean="0"/>
              <a:t>Weekly Cleaning</a:t>
            </a:r>
          </a:p>
          <a:p>
            <a:pPr marL="0" indent="-457200" eaLnBrk="1" hangingPunct="1">
              <a:spcBef>
                <a:spcPts val="1200"/>
              </a:spcBef>
              <a:spcAft>
                <a:spcPts val="1200"/>
              </a:spcAft>
            </a:pPr>
            <a:r>
              <a:rPr lang="en-US" sz="2400" dirty="0" smtClean="0"/>
              <a:t>Task of the Day</a:t>
            </a:r>
          </a:p>
          <a:p>
            <a:pPr marL="0" indent="-457200" eaLnBrk="1" hangingPunct="1">
              <a:spcBef>
                <a:spcPts val="1200"/>
              </a:spcBef>
              <a:spcAft>
                <a:spcPts val="1200"/>
              </a:spcAft>
            </a:pPr>
            <a:r>
              <a:rPr lang="en-US" sz="2400" dirty="0" smtClean="0"/>
              <a:t>Team Cleaning</a:t>
            </a:r>
          </a:p>
          <a:p>
            <a:pPr marL="0" indent="-457200" eaLnBrk="1" hangingPunct="1">
              <a:spcBef>
                <a:spcPts val="1200"/>
              </a:spcBef>
              <a:spcAft>
                <a:spcPts val="1200"/>
              </a:spcAft>
            </a:pPr>
            <a:r>
              <a:rPr lang="en-US" sz="2400" dirty="0" smtClean="0"/>
              <a:t>Periodic Cleaning</a:t>
            </a:r>
          </a:p>
        </p:txBody>
      </p:sp>
      <p:pic>
        <p:nvPicPr>
          <p:cNvPr id="18436" name="Picture 4" descr="I:\Overseas Projects\PHOTOS\2012\901030_mop.jpg"/>
          <p:cNvPicPr>
            <a:picLocks noChangeAspect="1" noChangeArrowheads="1"/>
          </p:cNvPicPr>
          <p:nvPr/>
        </p:nvPicPr>
        <p:blipFill>
          <a:blip r:embed="rId3" cstate="print"/>
          <a:srcRect/>
          <a:stretch>
            <a:fillRect/>
          </a:stretch>
        </p:blipFill>
        <p:spPr bwMode="auto">
          <a:xfrm>
            <a:off x="4357688" y="2357438"/>
            <a:ext cx="3709987" cy="1928812"/>
          </a:xfrm>
          <a:prstGeom prst="rect">
            <a:avLst/>
          </a:prstGeom>
          <a:noFill/>
          <a:ln w="9525">
            <a:noFill/>
            <a:miter lim="800000"/>
            <a:headEnd/>
            <a:tailEnd/>
          </a:ln>
        </p:spPr>
      </p:pic>
      <p:sp>
        <p:nvSpPr>
          <p:cNvPr id="5"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3ED3780B-681D-491A-8D36-A1BC380B04AF}" type="slidenum">
              <a:rPr lang="en-US" sz="1000">
                <a:solidFill>
                  <a:schemeClr val="tx2">
                    <a:shade val="50000"/>
                  </a:schemeClr>
                </a:solidFill>
                <a:latin typeface="Helvetica" pitchFamily="34" charset="0"/>
              </a:rPr>
              <a:pPr algn="r" fontAlgn="auto">
                <a:spcBef>
                  <a:spcPts val="0"/>
                </a:spcBef>
                <a:spcAft>
                  <a:spcPts val="0"/>
                </a:spcAft>
                <a:defRPr/>
              </a:pPr>
              <a:t>9</a:t>
            </a:fld>
            <a:endParaRPr lang="en-US" sz="1000" dirty="0">
              <a:solidFill>
                <a:schemeClr val="tx2">
                  <a:shade val="50000"/>
                </a:schemeClr>
              </a:solidFill>
              <a:latin typeface="Helvetica"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How will I know what to clean?</a:t>
            </a:r>
          </a:p>
        </p:txBody>
      </p:sp>
      <p:sp>
        <p:nvSpPr>
          <p:cNvPr id="19459" name="Content Placeholder 2"/>
          <p:cNvSpPr>
            <a:spLocks noGrp="1"/>
          </p:cNvSpPr>
          <p:nvPr>
            <p:ph idx="4294967295"/>
          </p:nvPr>
        </p:nvSpPr>
        <p:spPr>
          <a:xfrm>
            <a:off x="611188" y="1557338"/>
            <a:ext cx="7467600" cy="4525962"/>
          </a:xfrm>
        </p:spPr>
        <p:txBody>
          <a:bodyPr/>
          <a:lstStyle/>
          <a:p>
            <a:pPr marL="0" indent="-457200" eaLnBrk="1" hangingPunct="1">
              <a:spcBef>
                <a:spcPts val="600"/>
              </a:spcBef>
              <a:spcAft>
                <a:spcPts val="1200"/>
              </a:spcAft>
            </a:pPr>
            <a:r>
              <a:rPr lang="en-US" sz="2200" dirty="0" smtClean="0"/>
              <a:t>Task description</a:t>
            </a:r>
          </a:p>
          <a:p>
            <a:pPr marL="0" indent="-457200" eaLnBrk="1" hangingPunct="1">
              <a:spcBef>
                <a:spcPts val="600"/>
              </a:spcBef>
              <a:spcAft>
                <a:spcPts val="1200"/>
              </a:spcAft>
            </a:pPr>
            <a:r>
              <a:rPr lang="en-US" sz="2200" dirty="0" smtClean="0"/>
              <a:t>Job schedule</a:t>
            </a:r>
          </a:p>
          <a:p>
            <a:pPr marL="0" indent="-457200" eaLnBrk="1" hangingPunct="1">
              <a:spcBef>
                <a:spcPts val="600"/>
              </a:spcBef>
              <a:spcAft>
                <a:spcPts val="1200"/>
              </a:spcAft>
            </a:pPr>
            <a:r>
              <a:rPr lang="en-US" sz="2200" dirty="0" smtClean="0"/>
              <a:t>Log book</a:t>
            </a:r>
          </a:p>
          <a:p>
            <a:pPr marL="0" indent="-457200" eaLnBrk="1" hangingPunct="1">
              <a:spcBef>
                <a:spcPts val="600"/>
              </a:spcBef>
              <a:spcAft>
                <a:spcPts val="1200"/>
              </a:spcAft>
            </a:pPr>
            <a:r>
              <a:rPr lang="en-US" sz="2200" dirty="0" smtClean="0"/>
              <a:t>Via pager or mobile phone</a:t>
            </a:r>
          </a:p>
          <a:p>
            <a:pPr marL="0" indent="-457200" eaLnBrk="1" hangingPunct="1">
              <a:spcBef>
                <a:spcPts val="600"/>
              </a:spcBef>
              <a:spcAft>
                <a:spcPts val="1200"/>
              </a:spcAft>
            </a:pPr>
            <a:r>
              <a:rPr lang="en-US" sz="2200" dirty="0" smtClean="0"/>
              <a:t>Supervisor</a:t>
            </a:r>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DEF3813B-5996-4EAF-961C-B6F3A3BBC82A}" type="slidenum">
              <a:rPr lang="en-US" sz="1000">
                <a:solidFill>
                  <a:schemeClr val="tx2">
                    <a:shade val="50000"/>
                  </a:schemeClr>
                </a:solidFill>
                <a:latin typeface="Helvetica" pitchFamily="34" charset="0"/>
              </a:rPr>
              <a:pPr algn="r" fontAlgn="auto">
                <a:spcBef>
                  <a:spcPts val="0"/>
                </a:spcBef>
                <a:spcAft>
                  <a:spcPts val="0"/>
                </a:spcAft>
                <a:defRPr/>
              </a:pPr>
              <a:t>10</a:t>
            </a:fld>
            <a:endParaRPr lang="en-US" sz="1000" dirty="0">
              <a:solidFill>
                <a:schemeClr val="tx2">
                  <a:shade val="50000"/>
                </a:schemeClr>
              </a:solidFill>
              <a:latin typeface="Helvetica" pitchFamily="34" charset="0"/>
            </a:endParaRPr>
          </a:p>
        </p:txBody>
      </p:sp>
      <p:pic>
        <p:nvPicPr>
          <p:cNvPr id="19461" name="Picture 6" descr="I:\Overseas Projects\PHOTOS\2012\769006_mocho.jpg"/>
          <p:cNvPicPr>
            <a:picLocks noChangeAspect="1" noChangeArrowheads="1"/>
          </p:cNvPicPr>
          <p:nvPr/>
        </p:nvPicPr>
        <p:blipFill>
          <a:blip r:embed="rId3" cstate="print"/>
          <a:srcRect/>
          <a:stretch>
            <a:fillRect/>
          </a:stretch>
        </p:blipFill>
        <p:spPr bwMode="auto">
          <a:xfrm>
            <a:off x="6357938" y="3357563"/>
            <a:ext cx="1887537" cy="1252537"/>
          </a:xfrm>
          <a:prstGeom prst="rect">
            <a:avLst/>
          </a:prstGeom>
          <a:noFill/>
          <a:ln w="9525">
            <a:noFill/>
            <a:miter lim="800000"/>
            <a:headEnd/>
            <a:tailEnd/>
          </a:ln>
        </p:spPr>
      </p:pic>
      <p:pic>
        <p:nvPicPr>
          <p:cNvPr id="19462" name="Picture 7" descr="I:\Overseas Projects\PHOTOS\2012\1024420_sweep-set.jpg"/>
          <p:cNvPicPr>
            <a:picLocks noChangeAspect="1" noChangeArrowheads="1"/>
          </p:cNvPicPr>
          <p:nvPr/>
        </p:nvPicPr>
        <p:blipFill>
          <a:blip r:embed="rId4" cstate="print"/>
          <a:srcRect/>
          <a:stretch>
            <a:fillRect/>
          </a:stretch>
        </p:blipFill>
        <p:spPr bwMode="auto">
          <a:xfrm>
            <a:off x="6429375" y="1357313"/>
            <a:ext cx="1593850" cy="1643062"/>
          </a:xfrm>
          <a:prstGeom prst="rect">
            <a:avLst/>
          </a:prstGeom>
          <a:noFill/>
          <a:ln w="9525">
            <a:noFill/>
            <a:miter lim="800000"/>
            <a:headEnd/>
            <a:tailEnd/>
          </a:ln>
        </p:spPr>
      </p:pic>
      <p:pic>
        <p:nvPicPr>
          <p:cNvPr id="19463" name="Picture 8" descr="I:\Overseas Projects\PHOTOS\2012\1193876_clean_home_1.jpg"/>
          <p:cNvPicPr>
            <a:picLocks noChangeAspect="1" noChangeArrowheads="1"/>
          </p:cNvPicPr>
          <p:nvPr/>
        </p:nvPicPr>
        <p:blipFill>
          <a:blip r:embed="rId5" cstate="print"/>
          <a:srcRect/>
          <a:stretch>
            <a:fillRect/>
          </a:stretch>
        </p:blipFill>
        <p:spPr bwMode="auto">
          <a:xfrm>
            <a:off x="4572000" y="4286250"/>
            <a:ext cx="1808163" cy="14763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What other information will I need?</a:t>
            </a:r>
          </a:p>
        </p:txBody>
      </p:sp>
      <p:sp>
        <p:nvSpPr>
          <p:cNvPr id="3" name="Content Placeholder 2"/>
          <p:cNvSpPr>
            <a:spLocks noGrp="1"/>
          </p:cNvSpPr>
          <p:nvPr>
            <p:ph idx="4294967295"/>
          </p:nvPr>
        </p:nvSpPr>
        <p:spPr>
          <a:xfrm>
            <a:off x="611188" y="1557338"/>
            <a:ext cx="7467600" cy="4525962"/>
          </a:xfrm>
        </p:spPr>
        <p:txBody>
          <a:bodyPr>
            <a:normAutofit/>
          </a:bodyPr>
          <a:lstStyle/>
          <a:p>
            <a:pPr marL="0" indent="-457200" eaLnBrk="1" hangingPunct="1">
              <a:spcBef>
                <a:spcPts val="1200"/>
              </a:spcBef>
              <a:spcAft>
                <a:spcPts val="1200"/>
              </a:spcAft>
              <a:defRPr/>
            </a:pPr>
            <a:r>
              <a:rPr lang="en-US" sz="2200" dirty="0" smtClean="0"/>
              <a:t>How to use cleaning equipment</a:t>
            </a:r>
          </a:p>
          <a:p>
            <a:pPr marL="0" indent="-457200" eaLnBrk="1" hangingPunct="1">
              <a:spcBef>
                <a:spcPts val="1200"/>
              </a:spcBef>
              <a:spcAft>
                <a:spcPts val="1200"/>
              </a:spcAft>
              <a:defRPr/>
            </a:pPr>
            <a:r>
              <a:rPr lang="en-US" sz="2200" dirty="0" smtClean="0"/>
              <a:t>How to use the cleaning chemicals</a:t>
            </a:r>
          </a:p>
          <a:p>
            <a:pPr marL="0" indent="-457200" eaLnBrk="1" hangingPunct="1">
              <a:spcBef>
                <a:spcPts val="1200"/>
              </a:spcBef>
              <a:spcAft>
                <a:spcPts val="1200"/>
              </a:spcAft>
              <a:defRPr/>
            </a:pPr>
            <a:r>
              <a:rPr lang="en-US" sz="2200" dirty="0" smtClean="0"/>
              <a:t>How to report faults in machinery</a:t>
            </a:r>
          </a:p>
          <a:p>
            <a:pPr marL="0" indent="-457200" eaLnBrk="1" hangingPunct="1">
              <a:spcBef>
                <a:spcPts val="1200"/>
              </a:spcBef>
              <a:spcAft>
                <a:spcPts val="1200"/>
              </a:spcAft>
              <a:defRPr/>
            </a:pPr>
            <a:r>
              <a:rPr lang="en-US" sz="2200" dirty="0" smtClean="0"/>
              <a:t>How to report general maintenance issues</a:t>
            </a:r>
          </a:p>
          <a:p>
            <a:pPr marL="360000" indent="-360000" eaLnBrk="1" fontAlgn="auto" hangingPunct="1">
              <a:spcBef>
                <a:spcPts val="1200"/>
              </a:spcBef>
              <a:spcAft>
                <a:spcPts val="12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D93C43C4-E8CB-419B-8A3D-43DD347A1626}" type="slidenum">
              <a:rPr lang="en-US" sz="1000">
                <a:solidFill>
                  <a:schemeClr val="tx2">
                    <a:shade val="50000"/>
                  </a:schemeClr>
                </a:solidFill>
                <a:latin typeface="Helvetica" pitchFamily="34" charset="0"/>
              </a:rPr>
              <a:pPr algn="r" fontAlgn="auto">
                <a:spcBef>
                  <a:spcPts val="0"/>
                </a:spcBef>
                <a:spcAft>
                  <a:spcPts val="0"/>
                </a:spcAft>
                <a:defRPr/>
              </a:pPr>
              <a:t>11</a:t>
            </a:fld>
            <a:endParaRPr lang="en-US" sz="1000" dirty="0">
              <a:solidFill>
                <a:schemeClr val="tx2">
                  <a:shade val="50000"/>
                </a:schemeClr>
              </a:solidFill>
              <a:latin typeface="Helvetica" pitchFamily="34" charset="0"/>
            </a:endParaRPr>
          </a:p>
        </p:txBody>
      </p:sp>
      <p:pic>
        <p:nvPicPr>
          <p:cNvPr id="20485" name="Picture 7" descr="I:\Overseas Projects\PHOTOS\2012\Doc Checking.jpg"/>
          <p:cNvPicPr>
            <a:picLocks noChangeAspect="1" noChangeArrowheads="1"/>
          </p:cNvPicPr>
          <p:nvPr/>
        </p:nvPicPr>
        <p:blipFill>
          <a:blip r:embed="rId3" cstate="print"/>
          <a:srcRect/>
          <a:stretch>
            <a:fillRect/>
          </a:stretch>
        </p:blipFill>
        <p:spPr bwMode="auto">
          <a:xfrm>
            <a:off x="6572250" y="1835150"/>
            <a:ext cx="1654175" cy="3022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When and what to clean</a:t>
            </a:r>
          </a:p>
        </p:txBody>
      </p:sp>
      <p:sp>
        <p:nvSpPr>
          <p:cNvPr id="3" name="Content Placeholder 2"/>
          <p:cNvSpPr>
            <a:spLocks noGrp="1"/>
          </p:cNvSpPr>
          <p:nvPr>
            <p:ph idx="4294967295"/>
          </p:nvPr>
        </p:nvSpPr>
        <p:spPr>
          <a:xfrm>
            <a:off x="683568" y="1484784"/>
            <a:ext cx="7467600" cy="4525962"/>
          </a:xfrm>
        </p:spPr>
        <p:txBody>
          <a:bodyPr>
            <a:normAutofit/>
          </a:bodyPr>
          <a:lstStyle/>
          <a:p>
            <a:pPr marL="0" indent="-457200" eaLnBrk="1" hangingPunct="1">
              <a:spcBef>
                <a:spcPts val="1200"/>
              </a:spcBef>
              <a:spcAft>
                <a:spcPts val="1200"/>
              </a:spcAft>
              <a:defRPr/>
            </a:pPr>
            <a:r>
              <a:rPr lang="en-US" sz="2200" dirty="0" smtClean="0"/>
              <a:t>Scope of cleaning</a:t>
            </a:r>
          </a:p>
          <a:p>
            <a:pPr marL="0" indent="-457200" eaLnBrk="1" hangingPunct="1">
              <a:spcBef>
                <a:spcPts val="1200"/>
              </a:spcBef>
              <a:spcAft>
                <a:spcPts val="1200"/>
              </a:spcAft>
              <a:defRPr/>
            </a:pPr>
            <a:r>
              <a:rPr lang="en-US" sz="2200" dirty="0" smtClean="0"/>
              <a:t>Timing of the cleaning</a:t>
            </a:r>
          </a:p>
          <a:p>
            <a:pPr marL="360000" indent="-360000" eaLnBrk="1" fontAlgn="auto" hangingPunct="1">
              <a:spcBef>
                <a:spcPts val="1200"/>
              </a:spcBef>
              <a:spcAft>
                <a:spcPts val="12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2B48C6ED-DA20-448C-AD0A-1FB1252336E6}" type="slidenum">
              <a:rPr lang="en-US" sz="1000">
                <a:solidFill>
                  <a:schemeClr val="tx2">
                    <a:shade val="50000"/>
                  </a:schemeClr>
                </a:solidFill>
                <a:latin typeface="Helvetica" pitchFamily="34" charset="0"/>
              </a:rPr>
              <a:pPr algn="r" fontAlgn="auto">
                <a:spcBef>
                  <a:spcPts val="0"/>
                </a:spcBef>
                <a:spcAft>
                  <a:spcPts val="0"/>
                </a:spcAft>
                <a:defRPr/>
              </a:pPr>
              <a:t>12</a:t>
            </a:fld>
            <a:endParaRPr lang="en-US" sz="1000" dirty="0">
              <a:solidFill>
                <a:schemeClr val="tx2">
                  <a:shade val="50000"/>
                </a:schemeClr>
              </a:solidFill>
              <a:latin typeface="Helvetica" pitchFamily="34" charset="0"/>
            </a:endParaRPr>
          </a:p>
        </p:txBody>
      </p:sp>
      <p:pic>
        <p:nvPicPr>
          <p:cNvPr id="21509" name="Picture 9" descr="C:\Users\Barbara\AppData\Local\Microsoft\Windows\Temporary Internet Files\Content.IE5\X9EHRIK2\MC900097877[1].wmf"/>
          <p:cNvPicPr>
            <a:picLocks noChangeAspect="1" noChangeArrowheads="1"/>
          </p:cNvPicPr>
          <p:nvPr/>
        </p:nvPicPr>
        <p:blipFill>
          <a:blip r:embed="rId3" cstate="print"/>
          <a:srcRect/>
          <a:stretch>
            <a:fillRect/>
          </a:stretch>
        </p:blipFill>
        <p:spPr bwMode="auto">
          <a:xfrm>
            <a:off x="4573588" y="1643063"/>
            <a:ext cx="2927350" cy="3143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idx="4294967295"/>
          </p:nvPr>
        </p:nvSpPr>
        <p:spPr>
          <a:xfrm>
            <a:off x="611188" y="333375"/>
            <a:ext cx="7889875" cy="1143000"/>
          </a:xfrm>
        </p:spPr>
        <p:txBody>
          <a:bodyPr/>
          <a:lstStyle/>
          <a:p>
            <a:pPr eaLnBrk="1" hangingPunct="1"/>
            <a:r>
              <a:rPr lang="en-US" sz="3400" b="1" smtClean="0">
                <a:solidFill>
                  <a:srgbClr val="FF6600"/>
                </a:solidFill>
              </a:rPr>
              <a:t>The cleaners role in maintaining security</a:t>
            </a:r>
          </a:p>
        </p:txBody>
      </p:sp>
      <p:sp>
        <p:nvSpPr>
          <p:cNvPr id="3" name="Content Placeholder 2"/>
          <p:cNvSpPr>
            <a:spLocks noGrp="1"/>
          </p:cNvSpPr>
          <p:nvPr>
            <p:ph idx="4294967295"/>
          </p:nvPr>
        </p:nvSpPr>
        <p:spPr>
          <a:xfrm>
            <a:off x="611188" y="1785938"/>
            <a:ext cx="7467600" cy="4525962"/>
          </a:xfrm>
        </p:spPr>
        <p:txBody>
          <a:bodyPr>
            <a:normAutofit/>
          </a:bodyPr>
          <a:lstStyle/>
          <a:p>
            <a:pPr marL="0" indent="-457200" eaLnBrk="1" hangingPunct="1">
              <a:spcBef>
                <a:spcPts val="1200"/>
              </a:spcBef>
              <a:spcAft>
                <a:spcPts val="1200"/>
              </a:spcAft>
              <a:defRPr/>
            </a:pPr>
            <a:r>
              <a:rPr lang="en-US" sz="2200" dirty="0" smtClean="0"/>
              <a:t>Keys</a:t>
            </a:r>
          </a:p>
          <a:p>
            <a:pPr marL="0" indent="-457200" eaLnBrk="1" hangingPunct="1">
              <a:spcBef>
                <a:spcPts val="1200"/>
              </a:spcBef>
              <a:spcAft>
                <a:spcPts val="1200"/>
              </a:spcAft>
              <a:defRPr/>
            </a:pPr>
            <a:r>
              <a:rPr lang="en-US" sz="2200" dirty="0" smtClean="0"/>
              <a:t>Alarms</a:t>
            </a:r>
          </a:p>
          <a:p>
            <a:pPr marL="0" indent="-457200" eaLnBrk="1" hangingPunct="1">
              <a:spcBef>
                <a:spcPts val="1200"/>
              </a:spcBef>
              <a:spcAft>
                <a:spcPts val="1200"/>
              </a:spcAft>
              <a:defRPr/>
            </a:pPr>
            <a:r>
              <a:rPr lang="en-US" sz="2200" dirty="0" smtClean="0"/>
              <a:t>Lighting</a:t>
            </a:r>
          </a:p>
          <a:p>
            <a:pPr marL="0" indent="-457200" eaLnBrk="1" hangingPunct="1">
              <a:spcBef>
                <a:spcPts val="1200"/>
              </a:spcBef>
              <a:spcAft>
                <a:spcPts val="1200"/>
              </a:spcAft>
              <a:defRPr/>
            </a:pPr>
            <a:r>
              <a:rPr lang="en-US" sz="2200" dirty="0" smtClean="0"/>
              <a:t>Report unusual activities</a:t>
            </a:r>
          </a:p>
          <a:p>
            <a:pPr marL="0" indent="-457200" eaLnBrk="1" hangingPunct="1">
              <a:spcBef>
                <a:spcPts val="1200"/>
              </a:spcBef>
              <a:spcAft>
                <a:spcPts val="1200"/>
              </a:spcAft>
              <a:defRPr/>
            </a:pPr>
            <a:r>
              <a:rPr lang="en-US" sz="2200" dirty="0" smtClean="0"/>
              <a:t>Report property damage</a:t>
            </a:r>
          </a:p>
          <a:p>
            <a:pPr marL="0" indent="-457200" eaLnBrk="1" hangingPunct="1">
              <a:spcBef>
                <a:spcPts val="1200"/>
              </a:spcBef>
              <a:spcAft>
                <a:spcPts val="1200"/>
              </a:spcAft>
              <a:defRPr/>
            </a:pPr>
            <a:r>
              <a:rPr lang="en-US" sz="2200" dirty="0" smtClean="0"/>
              <a:t>Hand in lost property promptly </a:t>
            </a:r>
          </a:p>
          <a:p>
            <a:pPr marL="360000" indent="-360000" eaLnBrk="1" fontAlgn="auto" hangingPunct="1">
              <a:spcBef>
                <a:spcPts val="1200"/>
              </a:spcBef>
              <a:spcAft>
                <a:spcPts val="12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C9319643-5317-4AF4-8124-DD44E0CED2A5}" type="slidenum">
              <a:rPr lang="en-US" sz="1000">
                <a:solidFill>
                  <a:schemeClr val="tx2">
                    <a:shade val="50000"/>
                  </a:schemeClr>
                </a:solidFill>
                <a:latin typeface="Helvetica" pitchFamily="34" charset="0"/>
              </a:rPr>
              <a:pPr algn="r" fontAlgn="auto">
                <a:spcBef>
                  <a:spcPts val="0"/>
                </a:spcBef>
                <a:spcAft>
                  <a:spcPts val="0"/>
                </a:spcAft>
                <a:defRPr/>
              </a:pPr>
              <a:t>13</a:t>
            </a:fld>
            <a:endParaRPr lang="en-US" sz="1000" dirty="0">
              <a:solidFill>
                <a:schemeClr val="tx2">
                  <a:shade val="50000"/>
                </a:schemeClr>
              </a:solidFill>
              <a:latin typeface="Helvetica" pitchFamily="34" charset="0"/>
            </a:endParaRPr>
          </a:p>
        </p:txBody>
      </p:sp>
      <p:pic>
        <p:nvPicPr>
          <p:cNvPr id="22533" name="Picture 6" descr="C:\Users\Barbara\AppData\Local\Microsoft\Windows\Temporary Internet Files\Content.IE5\TTZDEVLP\MC900324770[1].wmf"/>
          <p:cNvPicPr>
            <a:picLocks noChangeAspect="1" noChangeArrowheads="1"/>
          </p:cNvPicPr>
          <p:nvPr/>
        </p:nvPicPr>
        <p:blipFill>
          <a:blip r:embed="rId3" cstate="print"/>
          <a:srcRect/>
          <a:stretch>
            <a:fillRect/>
          </a:stretch>
        </p:blipFill>
        <p:spPr bwMode="auto">
          <a:xfrm>
            <a:off x="5929313" y="1643063"/>
            <a:ext cx="1819275" cy="1819275"/>
          </a:xfrm>
          <a:prstGeom prst="rect">
            <a:avLst/>
          </a:prstGeom>
          <a:noFill/>
          <a:ln w="9525">
            <a:noFill/>
            <a:miter lim="800000"/>
            <a:headEnd/>
            <a:tailEnd/>
          </a:ln>
        </p:spPr>
      </p:pic>
      <p:pic>
        <p:nvPicPr>
          <p:cNvPr id="22534" name="Picture 8" descr="C:\Users\Barbara\AppData\Local\Microsoft\Windows\Temporary Internet Files\Content.IE5\F6T2GJGP\MC900432593[1].png"/>
          <p:cNvPicPr>
            <a:picLocks noChangeAspect="1" noChangeArrowheads="1"/>
          </p:cNvPicPr>
          <p:nvPr/>
        </p:nvPicPr>
        <p:blipFill>
          <a:blip r:embed="rId4" cstate="print"/>
          <a:srcRect/>
          <a:stretch>
            <a:fillRect/>
          </a:stretch>
        </p:blipFill>
        <p:spPr bwMode="auto">
          <a:xfrm>
            <a:off x="5929313" y="3714750"/>
            <a:ext cx="1828800" cy="1828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idx="4294967295"/>
          </p:nvPr>
        </p:nvSpPr>
        <p:spPr>
          <a:xfrm>
            <a:off x="747713" y="333375"/>
            <a:ext cx="7467600" cy="1143000"/>
          </a:xfrm>
        </p:spPr>
        <p:txBody>
          <a:bodyPr/>
          <a:lstStyle/>
          <a:p>
            <a:pPr eaLnBrk="1" hangingPunct="1"/>
            <a:r>
              <a:rPr lang="en-US" sz="3400" b="1" smtClean="0">
                <a:solidFill>
                  <a:srgbClr val="FF6600"/>
                </a:solidFill>
              </a:rPr>
              <a:t>Types of soil </a:t>
            </a:r>
          </a:p>
        </p:txBody>
      </p:sp>
      <p:sp>
        <p:nvSpPr>
          <p:cNvPr id="3" name="Content Placeholder 2"/>
          <p:cNvSpPr>
            <a:spLocks noGrp="1"/>
          </p:cNvSpPr>
          <p:nvPr>
            <p:ph idx="4294967295"/>
          </p:nvPr>
        </p:nvSpPr>
        <p:spPr>
          <a:xfrm>
            <a:off x="747713" y="1557338"/>
            <a:ext cx="7467600" cy="4525962"/>
          </a:xfrm>
        </p:spPr>
        <p:txBody>
          <a:bodyPr>
            <a:normAutofit/>
          </a:bodyPr>
          <a:lstStyle/>
          <a:p>
            <a:pPr marL="0" indent="0" eaLnBrk="1" fontAlgn="auto" hangingPunct="1">
              <a:spcBef>
                <a:spcPts val="600"/>
              </a:spcBef>
              <a:spcAft>
                <a:spcPts val="1200"/>
              </a:spcAft>
              <a:buFont typeface="Wingdings 2"/>
              <a:buNone/>
              <a:defRPr/>
            </a:pPr>
            <a:r>
              <a:rPr lang="en-AU" sz="2200" kern="1200" dirty="0" smtClean="0"/>
              <a:t>For the purpose of general cleaning, this is how soil is categorised:</a:t>
            </a:r>
          </a:p>
          <a:p>
            <a:pPr marL="0" indent="-457200" eaLnBrk="1" hangingPunct="1">
              <a:spcBef>
                <a:spcPts val="600"/>
              </a:spcBef>
              <a:spcAft>
                <a:spcPts val="1200"/>
              </a:spcAft>
              <a:defRPr/>
            </a:pPr>
            <a:r>
              <a:rPr lang="en-AU" sz="2200" dirty="0" smtClean="0"/>
              <a:t>Litter</a:t>
            </a:r>
          </a:p>
          <a:p>
            <a:pPr marL="0" indent="-457200" eaLnBrk="1" hangingPunct="1">
              <a:spcBef>
                <a:spcPts val="600"/>
              </a:spcBef>
              <a:spcAft>
                <a:spcPts val="1200"/>
              </a:spcAft>
              <a:defRPr/>
            </a:pPr>
            <a:r>
              <a:rPr lang="en-AU" sz="2200" dirty="0" smtClean="0"/>
              <a:t>Dust</a:t>
            </a:r>
          </a:p>
          <a:p>
            <a:pPr marL="0" indent="-457200" eaLnBrk="1" hangingPunct="1">
              <a:spcBef>
                <a:spcPts val="600"/>
              </a:spcBef>
              <a:spcAft>
                <a:spcPts val="1200"/>
              </a:spcAft>
              <a:defRPr/>
            </a:pPr>
            <a:r>
              <a:rPr lang="en-AU" sz="2200" dirty="0" smtClean="0"/>
              <a:t>Dirt</a:t>
            </a:r>
          </a:p>
          <a:p>
            <a:pPr marL="0" indent="-457200" eaLnBrk="1" hangingPunct="1">
              <a:spcBef>
                <a:spcPts val="600"/>
              </a:spcBef>
              <a:spcAft>
                <a:spcPts val="1200"/>
              </a:spcAft>
              <a:defRPr/>
            </a:pPr>
            <a:r>
              <a:rPr lang="en-AU" sz="2200" dirty="0" smtClean="0"/>
              <a:t>Staining</a:t>
            </a:r>
          </a:p>
          <a:p>
            <a:pPr marL="0" indent="-457200" eaLnBrk="1" hangingPunct="1">
              <a:spcBef>
                <a:spcPts val="600"/>
              </a:spcBef>
              <a:spcAft>
                <a:spcPts val="1200"/>
              </a:spcAft>
              <a:defRPr/>
            </a:pPr>
            <a:r>
              <a:rPr lang="en-AU" sz="2200" dirty="0" smtClean="0"/>
              <a:t>Tarnishing</a:t>
            </a:r>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E5C38B29-88BF-4A6A-A16C-3A25364B1E8D}" type="slidenum">
              <a:rPr lang="en-US" sz="1000">
                <a:solidFill>
                  <a:schemeClr val="tx2">
                    <a:shade val="50000"/>
                  </a:schemeClr>
                </a:solidFill>
                <a:latin typeface="Helvetica" pitchFamily="34" charset="0"/>
              </a:rPr>
              <a:pPr algn="r" fontAlgn="auto">
                <a:spcBef>
                  <a:spcPts val="0"/>
                </a:spcBef>
                <a:spcAft>
                  <a:spcPts val="0"/>
                </a:spcAft>
                <a:defRPr/>
              </a:pPr>
              <a:t>14</a:t>
            </a:fld>
            <a:endParaRPr lang="en-US" sz="1000" dirty="0">
              <a:solidFill>
                <a:schemeClr val="tx2">
                  <a:shade val="50000"/>
                </a:schemeClr>
              </a:solidFill>
              <a:latin typeface="Helvetica" pitchFamily="34" charset="0"/>
            </a:endParaRPr>
          </a:p>
        </p:txBody>
      </p:sp>
      <p:pic>
        <p:nvPicPr>
          <p:cNvPr id="23557" name="Picture 6" descr="I:\Overseas Projects\PHOTOS\2012\1053392_stain.jpg"/>
          <p:cNvPicPr>
            <a:picLocks noChangeAspect="1" noChangeArrowheads="1"/>
          </p:cNvPicPr>
          <p:nvPr/>
        </p:nvPicPr>
        <p:blipFill>
          <a:blip r:embed="rId3" cstate="print"/>
          <a:srcRect/>
          <a:stretch>
            <a:fillRect/>
          </a:stretch>
        </p:blipFill>
        <p:spPr bwMode="auto">
          <a:xfrm>
            <a:off x="6143625" y="2500313"/>
            <a:ext cx="1350963" cy="2143125"/>
          </a:xfrm>
          <a:prstGeom prst="rect">
            <a:avLst/>
          </a:prstGeom>
          <a:noFill/>
          <a:ln w="9525">
            <a:noFill/>
            <a:miter lim="800000"/>
            <a:headEnd/>
            <a:tailEnd/>
          </a:ln>
        </p:spPr>
      </p:pic>
      <p:pic>
        <p:nvPicPr>
          <p:cNvPr id="23558" name="Picture 7" descr="I:\Overseas Projects\PHOTOS\2012\144750_urban_corrosion_009.jpg"/>
          <p:cNvPicPr>
            <a:picLocks noChangeAspect="1" noChangeArrowheads="1"/>
          </p:cNvPicPr>
          <p:nvPr/>
        </p:nvPicPr>
        <p:blipFill>
          <a:blip r:embed="rId4" cstate="print"/>
          <a:srcRect l="32143"/>
          <a:stretch>
            <a:fillRect/>
          </a:stretch>
        </p:blipFill>
        <p:spPr bwMode="auto">
          <a:xfrm>
            <a:off x="4429125" y="2928938"/>
            <a:ext cx="1357313" cy="14938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p:cNvSpPr>
          <p:nvPr>
            <p:ph type="title"/>
          </p:nvPr>
        </p:nvSpPr>
        <p:spPr>
          <a:xfrm>
            <a:off x="604838" y="274638"/>
            <a:ext cx="7467600" cy="1143000"/>
          </a:xfrm>
        </p:spPr>
        <p:txBody>
          <a:bodyPr/>
          <a:lstStyle/>
          <a:p>
            <a:pPr eaLnBrk="1" hangingPunct="1"/>
            <a:r>
              <a:rPr lang="en-US" sz="3400" b="1" smtClean="0">
                <a:solidFill>
                  <a:srgbClr val="FF6600"/>
                </a:solidFill>
              </a:rPr>
              <a:t>How Do We Clean ?</a:t>
            </a:r>
            <a:endParaRPr lang="en-US" smtClean="0"/>
          </a:p>
        </p:txBody>
      </p:sp>
      <p:sp>
        <p:nvSpPr>
          <p:cNvPr id="1028" name="Rectangle 4"/>
          <p:cNvSpPr>
            <a:spLocks noGrp="1"/>
          </p:cNvSpPr>
          <p:nvPr>
            <p:ph type="body" sz="half" idx="2"/>
          </p:nvPr>
        </p:nvSpPr>
        <p:spPr>
          <a:xfrm>
            <a:off x="554038" y="1600200"/>
            <a:ext cx="3660775" cy="4525963"/>
          </a:xfrm>
        </p:spPr>
        <p:txBody>
          <a:bodyPr/>
          <a:lstStyle/>
          <a:p>
            <a:pPr marL="0" indent="-457200" eaLnBrk="1" hangingPunct="1">
              <a:spcBef>
                <a:spcPts val="1200"/>
              </a:spcBef>
              <a:spcAft>
                <a:spcPts val="1200"/>
              </a:spcAft>
            </a:pPr>
            <a:r>
              <a:rPr lang="en-US" sz="2200" dirty="0" smtClean="0"/>
              <a:t>Mechanical</a:t>
            </a:r>
          </a:p>
          <a:p>
            <a:pPr marL="0" indent="-457200" eaLnBrk="1" hangingPunct="1">
              <a:spcBef>
                <a:spcPts val="1200"/>
              </a:spcBef>
              <a:spcAft>
                <a:spcPts val="1200"/>
              </a:spcAft>
            </a:pPr>
            <a:r>
              <a:rPr lang="en-US" sz="2200" dirty="0" smtClean="0"/>
              <a:t>Chemical</a:t>
            </a:r>
          </a:p>
          <a:p>
            <a:pPr marL="0" indent="-457200" eaLnBrk="1" hangingPunct="1">
              <a:spcBef>
                <a:spcPts val="1200"/>
              </a:spcBef>
              <a:spcAft>
                <a:spcPts val="1200"/>
              </a:spcAft>
            </a:pPr>
            <a:r>
              <a:rPr lang="en-US" sz="2200" dirty="0" smtClean="0"/>
              <a:t>Combination of Both</a:t>
            </a:r>
          </a:p>
          <a:p>
            <a:pPr marL="0" indent="-457200" eaLnBrk="1" hangingPunct="1">
              <a:spcBef>
                <a:spcPts val="1200"/>
              </a:spcBef>
              <a:spcAft>
                <a:spcPts val="1200"/>
              </a:spcAft>
            </a:pPr>
            <a:r>
              <a:rPr lang="en-US" sz="2200" dirty="0" smtClean="0"/>
              <a:t>Heat</a:t>
            </a:r>
          </a:p>
        </p:txBody>
      </p:sp>
      <p:graphicFrame>
        <p:nvGraphicFramePr>
          <p:cNvPr id="1026" name="Object 3"/>
          <p:cNvGraphicFramePr>
            <a:graphicFrameLocks noChangeAspect="1"/>
          </p:cNvGraphicFramePr>
          <p:nvPr/>
        </p:nvGraphicFramePr>
        <p:xfrm>
          <a:off x="4071938" y="1428750"/>
          <a:ext cx="3643312" cy="4525963"/>
        </p:xfrm>
        <a:graphic>
          <a:graphicData uri="http://schemas.openxmlformats.org/presentationml/2006/ole">
            <mc:AlternateContent xmlns:mc="http://schemas.openxmlformats.org/markup-compatibility/2006">
              <mc:Choice xmlns:v="urn:schemas-microsoft-com:vml" Requires="v">
                <p:oleObj spid="_x0000_s1027" name="Clip" r:id="rId4" imgW="1664208" imgH="1805940" progId="">
                  <p:embed/>
                </p:oleObj>
              </mc:Choice>
              <mc:Fallback>
                <p:oleObj name="Clip" r:id="rId4" imgW="1664208" imgH="1805940"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1938" y="1428750"/>
                        <a:ext cx="3643312" cy="4525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3ED3780B-681D-491A-8D36-A1BC380B04AF}" type="slidenum">
              <a:rPr lang="en-US" sz="1000">
                <a:solidFill>
                  <a:schemeClr val="tx2">
                    <a:shade val="50000"/>
                  </a:schemeClr>
                </a:solidFill>
                <a:latin typeface="Helvetica" pitchFamily="34" charset="0"/>
              </a:rPr>
              <a:pPr algn="r" fontAlgn="auto">
                <a:spcBef>
                  <a:spcPts val="0"/>
                </a:spcBef>
                <a:spcAft>
                  <a:spcPts val="0"/>
                </a:spcAft>
                <a:defRPr/>
              </a:pPr>
              <a:t>15</a:t>
            </a:fld>
            <a:endParaRPr lang="en-US" sz="1000" dirty="0">
              <a:solidFill>
                <a:schemeClr val="tx2">
                  <a:shade val="50000"/>
                </a:schemeClr>
              </a:solidFill>
              <a:latin typeface="Helvetica"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idx="4294967295"/>
          </p:nvPr>
        </p:nvSpPr>
        <p:spPr>
          <a:xfrm>
            <a:off x="747713" y="333375"/>
            <a:ext cx="7467600" cy="1143000"/>
          </a:xfrm>
        </p:spPr>
        <p:txBody>
          <a:bodyPr/>
          <a:lstStyle/>
          <a:p>
            <a:pPr eaLnBrk="1" hangingPunct="1"/>
            <a:r>
              <a:rPr lang="en-US" sz="3400" b="1" smtClean="0">
                <a:solidFill>
                  <a:srgbClr val="FF6600"/>
                </a:solidFill>
              </a:rPr>
              <a:t>Types of electrical cleaning machinery</a:t>
            </a:r>
          </a:p>
        </p:txBody>
      </p:sp>
      <p:sp>
        <p:nvSpPr>
          <p:cNvPr id="22531" name="Content Placeholder 2"/>
          <p:cNvSpPr>
            <a:spLocks noGrp="1"/>
          </p:cNvSpPr>
          <p:nvPr>
            <p:ph idx="4294967295"/>
          </p:nvPr>
        </p:nvSpPr>
        <p:spPr>
          <a:xfrm>
            <a:off x="714375" y="1557338"/>
            <a:ext cx="7467600" cy="4800600"/>
          </a:xfrm>
        </p:spPr>
        <p:txBody>
          <a:bodyPr/>
          <a:lstStyle/>
          <a:p>
            <a:pPr marL="0" indent="0" eaLnBrk="1" hangingPunct="1">
              <a:spcBef>
                <a:spcPts val="600"/>
              </a:spcBef>
              <a:spcAft>
                <a:spcPts val="1200"/>
              </a:spcAft>
              <a:buFont typeface="Wingdings 2" pitchFamily="18" charset="2"/>
              <a:buNone/>
              <a:defRPr/>
            </a:pPr>
            <a:r>
              <a:rPr lang="en-US" sz="2200" dirty="0" smtClean="0"/>
              <a:t>There are literally thousands and thousands of different types and brands of cleaning machines on the open market. It is important to use the best you can afford. </a:t>
            </a:r>
          </a:p>
          <a:p>
            <a:pPr marL="0" indent="0" eaLnBrk="1" hangingPunct="1">
              <a:spcBef>
                <a:spcPts val="600"/>
              </a:spcBef>
              <a:spcAft>
                <a:spcPts val="1200"/>
              </a:spcAft>
              <a:buFont typeface="Wingdings 2" pitchFamily="18" charset="2"/>
              <a:buNone/>
              <a:defRPr/>
            </a:pPr>
            <a:r>
              <a:rPr lang="en-US" sz="2200" dirty="0" smtClean="0"/>
              <a:t>The most common ones you will use are:</a:t>
            </a:r>
          </a:p>
          <a:p>
            <a:pPr marL="0" indent="-457200" eaLnBrk="1" hangingPunct="1">
              <a:spcBef>
                <a:spcPts val="600"/>
              </a:spcBef>
              <a:spcAft>
                <a:spcPts val="1200"/>
              </a:spcAft>
              <a:defRPr/>
            </a:pPr>
            <a:r>
              <a:rPr lang="en-US" sz="2200" dirty="0" smtClean="0"/>
              <a:t>Vacuum cleaners</a:t>
            </a:r>
          </a:p>
          <a:p>
            <a:pPr marL="0" indent="-457200" eaLnBrk="1" hangingPunct="1">
              <a:spcBef>
                <a:spcPts val="600"/>
              </a:spcBef>
              <a:spcAft>
                <a:spcPts val="1200"/>
              </a:spcAft>
              <a:defRPr/>
            </a:pPr>
            <a:r>
              <a:rPr lang="en-US" sz="2200" dirty="0" smtClean="0"/>
              <a:t>Scrubbing machines </a:t>
            </a:r>
          </a:p>
          <a:p>
            <a:pPr marL="0" indent="-457200" eaLnBrk="1" hangingPunct="1">
              <a:spcBef>
                <a:spcPts val="600"/>
              </a:spcBef>
              <a:spcAft>
                <a:spcPts val="1200"/>
              </a:spcAft>
              <a:defRPr/>
            </a:pPr>
            <a:r>
              <a:rPr lang="en-US" sz="2200" dirty="0" smtClean="0"/>
              <a:t>High speed polishing machines</a:t>
            </a:r>
          </a:p>
          <a:p>
            <a:pPr marL="0" indent="-457200" eaLnBrk="1" hangingPunct="1">
              <a:spcBef>
                <a:spcPts val="600"/>
              </a:spcBef>
              <a:spcAft>
                <a:spcPts val="1200"/>
              </a:spcAft>
              <a:defRPr/>
            </a:pPr>
            <a:r>
              <a:rPr lang="en-US" sz="2200" dirty="0" smtClean="0"/>
              <a:t>Carpet cleaning machines</a:t>
            </a:r>
          </a:p>
          <a:p>
            <a:pPr marL="0" indent="-457200" eaLnBrk="1" hangingPunct="1">
              <a:spcBef>
                <a:spcPts val="600"/>
              </a:spcBef>
              <a:spcAft>
                <a:spcPts val="1200"/>
              </a:spcAft>
              <a:defRPr/>
            </a:pPr>
            <a:r>
              <a:rPr lang="en-US" sz="2200" dirty="0" smtClean="0"/>
              <a:t>Steam cleaners</a:t>
            </a:r>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138490AE-1EF9-452D-8BA1-01A1E61AE32B}" type="slidenum">
              <a:rPr lang="en-US" sz="1000">
                <a:solidFill>
                  <a:schemeClr val="tx2">
                    <a:shade val="50000"/>
                  </a:schemeClr>
                </a:solidFill>
                <a:latin typeface="Helvetica" pitchFamily="34" charset="0"/>
              </a:rPr>
              <a:pPr algn="r" fontAlgn="auto">
                <a:spcBef>
                  <a:spcPts val="0"/>
                </a:spcBef>
                <a:spcAft>
                  <a:spcPts val="0"/>
                </a:spcAft>
                <a:defRPr/>
              </a:pPr>
              <a:t>16</a:t>
            </a:fld>
            <a:endParaRPr lang="en-US" sz="1000" dirty="0">
              <a:solidFill>
                <a:schemeClr val="tx2">
                  <a:shade val="50000"/>
                </a:schemeClr>
              </a:solidFill>
              <a:latin typeface="Helvetica" pitchFamily="34" charset="0"/>
            </a:endParaRPr>
          </a:p>
        </p:txBody>
      </p:sp>
      <p:pic>
        <p:nvPicPr>
          <p:cNvPr id="24581" name="Picture 6" descr="C:\Documents and Settings\user1\My Documents\hoover vac.WMF"/>
          <p:cNvPicPr>
            <a:picLocks noChangeAspect="1" noChangeArrowheads="1"/>
          </p:cNvPicPr>
          <p:nvPr/>
        </p:nvPicPr>
        <p:blipFill>
          <a:blip r:embed="rId3" cstate="print"/>
          <a:srcRect/>
          <a:stretch>
            <a:fillRect/>
          </a:stretch>
        </p:blipFill>
        <p:spPr bwMode="auto">
          <a:xfrm>
            <a:off x="6500813" y="3500438"/>
            <a:ext cx="1600200" cy="24463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Types of vacuum cleaners</a:t>
            </a:r>
          </a:p>
        </p:txBody>
      </p:sp>
      <p:sp>
        <p:nvSpPr>
          <p:cNvPr id="3" name="Content Placeholder 2"/>
          <p:cNvSpPr>
            <a:spLocks noGrp="1"/>
          </p:cNvSpPr>
          <p:nvPr>
            <p:ph idx="4294967295"/>
          </p:nvPr>
        </p:nvSpPr>
        <p:spPr>
          <a:xfrm>
            <a:off x="611188" y="1557338"/>
            <a:ext cx="7467600" cy="4525962"/>
          </a:xfrm>
        </p:spPr>
        <p:txBody>
          <a:bodyPr>
            <a:normAutofit/>
          </a:bodyPr>
          <a:lstStyle/>
          <a:p>
            <a:pPr marL="0" indent="-457200" eaLnBrk="1" hangingPunct="1">
              <a:spcBef>
                <a:spcPts val="1200"/>
              </a:spcBef>
              <a:spcAft>
                <a:spcPts val="1200"/>
              </a:spcAft>
              <a:defRPr/>
            </a:pPr>
            <a:r>
              <a:rPr lang="en-US" sz="2200" dirty="0" smtClean="0"/>
              <a:t>Uprights</a:t>
            </a:r>
          </a:p>
          <a:p>
            <a:pPr marL="0" indent="-457200" eaLnBrk="1" hangingPunct="1">
              <a:spcBef>
                <a:spcPts val="1200"/>
              </a:spcBef>
              <a:spcAft>
                <a:spcPts val="1200"/>
              </a:spcAft>
              <a:defRPr/>
            </a:pPr>
            <a:r>
              <a:rPr lang="en-US" sz="2200" dirty="0" smtClean="0"/>
              <a:t>Barrel</a:t>
            </a:r>
          </a:p>
          <a:p>
            <a:pPr marL="0" indent="-457200" eaLnBrk="1" hangingPunct="1">
              <a:spcBef>
                <a:spcPts val="1200"/>
              </a:spcBef>
              <a:spcAft>
                <a:spcPts val="1200"/>
              </a:spcAft>
              <a:defRPr/>
            </a:pPr>
            <a:r>
              <a:rPr lang="en-US" sz="2200" dirty="0" smtClean="0"/>
              <a:t>Canisters</a:t>
            </a:r>
          </a:p>
          <a:p>
            <a:pPr marL="0" indent="-457200" eaLnBrk="1" hangingPunct="1">
              <a:spcBef>
                <a:spcPts val="1200"/>
              </a:spcBef>
              <a:spcAft>
                <a:spcPts val="1200"/>
              </a:spcAft>
              <a:defRPr/>
            </a:pPr>
            <a:r>
              <a:rPr lang="en-US" sz="2200" dirty="0" smtClean="0"/>
              <a:t>Wet vacuums</a:t>
            </a:r>
          </a:p>
          <a:p>
            <a:pPr marL="0" indent="-457200" eaLnBrk="1" hangingPunct="1">
              <a:spcBef>
                <a:spcPts val="1200"/>
              </a:spcBef>
              <a:spcAft>
                <a:spcPts val="1200"/>
              </a:spcAft>
              <a:defRPr/>
            </a:pPr>
            <a:r>
              <a:rPr lang="en-US" sz="2200" dirty="0" smtClean="0"/>
              <a:t>Backpack</a:t>
            </a:r>
          </a:p>
          <a:p>
            <a:pPr marL="0" indent="-457200" eaLnBrk="1" hangingPunct="1">
              <a:spcBef>
                <a:spcPts val="1200"/>
              </a:spcBef>
              <a:spcAft>
                <a:spcPts val="1200"/>
              </a:spcAft>
              <a:defRPr/>
            </a:pPr>
            <a:r>
              <a:rPr lang="en-US" sz="2200" dirty="0" smtClean="0"/>
              <a:t>Stick vacuums</a:t>
            </a:r>
          </a:p>
          <a:p>
            <a:pPr marL="0" indent="-457200" eaLnBrk="1" hangingPunct="1">
              <a:spcBef>
                <a:spcPts val="1200"/>
              </a:spcBef>
              <a:spcAft>
                <a:spcPts val="1200"/>
              </a:spcAft>
              <a:defRPr/>
            </a:pPr>
            <a:r>
              <a:rPr lang="en-US" sz="2200" dirty="0" smtClean="0"/>
              <a:t>Hand held</a:t>
            </a: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34ACB2DA-D871-44A6-81FB-E5CDB64BEF33}" type="slidenum">
              <a:rPr lang="en-US" sz="1000">
                <a:solidFill>
                  <a:schemeClr val="tx2">
                    <a:shade val="50000"/>
                  </a:schemeClr>
                </a:solidFill>
                <a:latin typeface="Helvetica" pitchFamily="34" charset="0"/>
              </a:rPr>
              <a:pPr algn="r" fontAlgn="auto">
                <a:spcBef>
                  <a:spcPts val="0"/>
                </a:spcBef>
                <a:spcAft>
                  <a:spcPts val="0"/>
                </a:spcAft>
                <a:defRPr/>
              </a:pPr>
              <a:t>17</a:t>
            </a:fld>
            <a:endParaRPr lang="en-US" sz="1000" dirty="0">
              <a:solidFill>
                <a:schemeClr val="tx2">
                  <a:shade val="50000"/>
                </a:schemeClr>
              </a:solidFill>
              <a:latin typeface="Helvetica" pitchFamily="34" charset="0"/>
            </a:endParaRPr>
          </a:p>
        </p:txBody>
      </p:sp>
      <p:pic>
        <p:nvPicPr>
          <p:cNvPr id="25605" name="Picture 6" descr="C:\Users\Barbara\AppData\Local\Microsoft\Windows\Temporary Internet Files\Content.IE5\TTZDEVLP\MC900352571[1].wmf"/>
          <p:cNvPicPr>
            <a:picLocks noChangeAspect="1" noChangeArrowheads="1"/>
          </p:cNvPicPr>
          <p:nvPr/>
        </p:nvPicPr>
        <p:blipFill>
          <a:blip r:embed="rId3" cstate="print"/>
          <a:srcRect/>
          <a:stretch>
            <a:fillRect/>
          </a:stretch>
        </p:blipFill>
        <p:spPr bwMode="auto">
          <a:xfrm>
            <a:off x="6143625" y="1700213"/>
            <a:ext cx="1511300" cy="1435100"/>
          </a:xfrm>
          <a:prstGeom prst="rect">
            <a:avLst/>
          </a:prstGeom>
          <a:noFill/>
          <a:ln w="9525">
            <a:noFill/>
            <a:miter lim="800000"/>
            <a:headEnd/>
            <a:tailEnd/>
          </a:ln>
        </p:spPr>
      </p:pic>
      <p:pic>
        <p:nvPicPr>
          <p:cNvPr id="25606" name="Picture 7" descr="C:\Users\Barbara\AppData\Local\Microsoft\Windows\Temporary Internet Files\Content.IE5\FOYHTT55\MC900412036[1].wmf"/>
          <p:cNvPicPr>
            <a:picLocks noChangeAspect="1" noChangeArrowheads="1"/>
          </p:cNvPicPr>
          <p:nvPr/>
        </p:nvPicPr>
        <p:blipFill>
          <a:blip r:embed="rId4" cstate="print"/>
          <a:srcRect/>
          <a:stretch>
            <a:fillRect/>
          </a:stretch>
        </p:blipFill>
        <p:spPr bwMode="auto">
          <a:xfrm>
            <a:off x="6215063" y="3702050"/>
            <a:ext cx="1785937" cy="1706563"/>
          </a:xfrm>
          <a:prstGeom prst="rect">
            <a:avLst/>
          </a:prstGeom>
          <a:noFill/>
          <a:ln w="9525">
            <a:noFill/>
            <a:miter lim="800000"/>
            <a:headEnd/>
            <a:tailEnd/>
          </a:ln>
        </p:spPr>
      </p:pic>
      <p:pic>
        <p:nvPicPr>
          <p:cNvPr id="23559" name="Picture 7" descr="I:\Overseas Projects\PHOTOS\2012\backpack vacuum.jpeg"/>
          <p:cNvPicPr>
            <a:picLocks noChangeAspect="1" noChangeArrowheads="1"/>
          </p:cNvPicPr>
          <p:nvPr/>
        </p:nvPicPr>
        <p:blipFill>
          <a:blip r:embed="rId5" cstate="print">
            <a:duotone>
              <a:schemeClr val="accent4">
                <a:shade val="45000"/>
                <a:satMod val="135000"/>
              </a:schemeClr>
              <a:prstClr val="white"/>
            </a:duotone>
          </a:blip>
          <a:srcRect/>
          <a:stretch>
            <a:fillRect/>
          </a:stretch>
        </p:blipFill>
        <p:spPr bwMode="auto">
          <a:xfrm>
            <a:off x="4143372" y="2643182"/>
            <a:ext cx="1522411" cy="2228810"/>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Types of other electrical cleaning equipment </a:t>
            </a:r>
          </a:p>
        </p:txBody>
      </p:sp>
      <p:sp>
        <p:nvSpPr>
          <p:cNvPr id="3" name="Content Placeholder 2"/>
          <p:cNvSpPr>
            <a:spLocks noGrp="1"/>
          </p:cNvSpPr>
          <p:nvPr>
            <p:ph idx="4294967295"/>
          </p:nvPr>
        </p:nvSpPr>
        <p:spPr>
          <a:xfrm>
            <a:off x="611188" y="1643063"/>
            <a:ext cx="7467600" cy="4525962"/>
          </a:xfrm>
        </p:spPr>
        <p:txBody>
          <a:bodyPr>
            <a:noAutofit/>
          </a:bodyPr>
          <a:lstStyle/>
          <a:p>
            <a:pPr marL="0" indent="-457200" eaLnBrk="1" hangingPunct="1">
              <a:spcBef>
                <a:spcPts val="1000"/>
              </a:spcBef>
              <a:spcAft>
                <a:spcPts val="1000"/>
              </a:spcAft>
              <a:defRPr/>
            </a:pPr>
            <a:r>
              <a:rPr lang="en-US" sz="2200" dirty="0" smtClean="0"/>
              <a:t>Scrubbers</a:t>
            </a:r>
          </a:p>
          <a:p>
            <a:pPr marL="0" indent="-457200" eaLnBrk="1" hangingPunct="1">
              <a:spcBef>
                <a:spcPts val="1000"/>
              </a:spcBef>
              <a:spcAft>
                <a:spcPts val="1000"/>
              </a:spcAft>
              <a:defRPr/>
            </a:pPr>
            <a:r>
              <a:rPr lang="en-US" sz="2200" dirty="0" smtClean="0"/>
              <a:t>Polishers</a:t>
            </a:r>
          </a:p>
          <a:p>
            <a:pPr marL="0" indent="-457200" eaLnBrk="1" hangingPunct="1">
              <a:spcBef>
                <a:spcPts val="1000"/>
              </a:spcBef>
              <a:spcAft>
                <a:spcPts val="1000"/>
              </a:spcAft>
              <a:defRPr/>
            </a:pPr>
            <a:r>
              <a:rPr lang="en-US" sz="2200" dirty="0" smtClean="0"/>
              <a:t>Carpet cleaning machines</a:t>
            </a:r>
          </a:p>
          <a:p>
            <a:pPr marL="0" indent="-457200" eaLnBrk="1" hangingPunct="1">
              <a:spcBef>
                <a:spcPts val="1000"/>
              </a:spcBef>
              <a:spcAft>
                <a:spcPts val="1000"/>
              </a:spcAft>
              <a:defRPr/>
            </a:pPr>
            <a:r>
              <a:rPr lang="en-US" sz="2200" dirty="0" smtClean="0"/>
              <a:t>Upholstery cleaning machines</a:t>
            </a:r>
          </a:p>
          <a:p>
            <a:pPr marL="0" indent="-457200" eaLnBrk="1" hangingPunct="1">
              <a:spcBef>
                <a:spcPts val="1000"/>
              </a:spcBef>
              <a:spcAft>
                <a:spcPts val="1000"/>
              </a:spcAft>
              <a:defRPr/>
            </a:pPr>
            <a:r>
              <a:rPr lang="en-US" sz="2200" dirty="0" smtClean="0"/>
              <a:t>High pressure washers</a:t>
            </a:r>
          </a:p>
          <a:p>
            <a:pPr marL="0" indent="-457200" eaLnBrk="1" hangingPunct="1">
              <a:spcBef>
                <a:spcPts val="1000"/>
              </a:spcBef>
              <a:spcAft>
                <a:spcPts val="1000"/>
              </a:spcAft>
              <a:defRPr/>
            </a:pPr>
            <a:r>
              <a:rPr lang="en-US" sz="2200" dirty="0" smtClean="0"/>
              <a:t>Steam cleaners</a:t>
            </a:r>
          </a:p>
          <a:p>
            <a:pPr marL="0" indent="-457200" eaLnBrk="1" hangingPunct="1">
              <a:spcBef>
                <a:spcPts val="1000"/>
              </a:spcBef>
              <a:spcAft>
                <a:spcPts val="1000"/>
              </a:spcAft>
              <a:defRPr/>
            </a:pPr>
            <a:r>
              <a:rPr lang="en-US" sz="2200" dirty="0" smtClean="0"/>
              <a:t>Portable dryers</a:t>
            </a:r>
          </a:p>
          <a:p>
            <a:pPr marL="0" indent="-457200" eaLnBrk="1" hangingPunct="1">
              <a:spcBef>
                <a:spcPts val="1000"/>
              </a:spcBef>
              <a:spcAft>
                <a:spcPts val="1000"/>
              </a:spcAft>
              <a:defRPr/>
            </a:pPr>
            <a:r>
              <a:rPr lang="en-US" sz="2200" dirty="0" smtClean="0"/>
              <a:t>Blowers</a:t>
            </a:r>
          </a:p>
          <a:p>
            <a:pPr marL="360000" indent="-360000" eaLnBrk="1" fontAlgn="auto" hangingPunct="1">
              <a:spcBef>
                <a:spcPts val="1000"/>
              </a:spcBef>
              <a:spcAft>
                <a:spcPts val="10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8BA4682A-0FAD-4DE3-B3F3-EAB350DBE1C0}" type="slidenum">
              <a:rPr lang="en-US" sz="1000">
                <a:solidFill>
                  <a:schemeClr val="tx2">
                    <a:shade val="50000"/>
                  </a:schemeClr>
                </a:solidFill>
                <a:latin typeface="Helvetica" pitchFamily="34" charset="0"/>
              </a:rPr>
              <a:pPr algn="r" fontAlgn="auto">
                <a:spcBef>
                  <a:spcPts val="0"/>
                </a:spcBef>
                <a:spcAft>
                  <a:spcPts val="0"/>
                </a:spcAft>
                <a:defRPr/>
              </a:pPr>
              <a:t>18</a:t>
            </a:fld>
            <a:endParaRPr lang="en-US" sz="1000" dirty="0">
              <a:solidFill>
                <a:schemeClr val="tx2">
                  <a:shade val="50000"/>
                </a:schemeClr>
              </a:solidFill>
              <a:latin typeface="Helvetica" pitchFamily="34" charset="0"/>
            </a:endParaRPr>
          </a:p>
        </p:txBody>
      </p:sp>
      <p:pic>
        <p:nvPicPr>
          <p:cNvPr id="26629" name="Picture 8" descr="C:\Users\Barbara\AppData\Local\Microsoft\Windows\Temporary Internet Files\Content.IE5\KN1UCD06\MC900334130[1].wmf"/>
          <p:cNvPicPr>
            <a:picLocks noChangeAspect="1" noChangeArrowheads="1"/>
          </p:cNvPicPr>
          <p:nvPr/>
        </p:nvPicPr>
        <p:blipFill>
          <a:blip r:embed="rId3" cstate="print"/>
          <a:srcRect/>
          <a:stretch>
            <a:fillRect/>
          </a:stretch>
        </p:blipFill>
        <p:spPr bwMode="auto">
          <a:xfrm>
            <a:off x="5715000" y="2286000"/>
            <a:ext cx="2230438" cy="27305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idx="4294967295"/>
          </p:nvPr>
        </p:nvSpPr>
        <p:spPr>
          <a:xfrm>
            <a:off x="611188" y="333375"/>
            <a:ext cx="7467600" cy="1143000"/>
          </a:xfrm>
        </p:spPr>
        <p:txBody>
          <a:bodyPr/>
          <a:lstStyle/>
          <a:p>
            <a:pPr eaLnBrk="1" hangingPunct="1"/>
            <a:r>
              <a:rPr lang="en-US" sz="3400" b="1" dirty="0" smtClean="0">
                <a:solidFill>
                  <a:srgbClr val="FF6600"/>
                </a:solidFill>
              </a:rPr>
              <a:t>Non-electrical heavy equipment</a:t>
            </a:r>
          </a:p>
        </p:txBody>
      </p:sp>
      <p:sp>
        <p:nvSpPr>
          <p:cNvPr id="3" name="Content Placeholder 2"/>
          <p:cNvSpPr>
            <a:spLocks noGrp="1"/>
          </p:cNvSpPr>
          <p:nvPr>
            <p:ph idx="4294967295"/>
          </p:nvPr>
        </p:nvSpPr>
        <p:spPr>
          <a:xfrm>
            <a:off x="611188" y="1557338"/>
            <a:ext cx="7467600" cy="4525962"/>
          </a:xfrm>
        </p:spPr>
        <p:txBody>
          <a:bodyPr>
            <a:normAutofit/>
          </a:bodyPr>
          <a:lstStyle/>
          <a:p>
            <a:pPr marL="0" indent="-457200" eaLnBrk="1" hangingPunct="1">
              <a:spcBef>
                <a:spcPts val="1200"/>
              </a:spcBef>
              <a:spcAft>
                <a:spcPts val="1200"/>
              </a:spcAft>
              <a:defRPr/>
            </a:pPr>
            <a:r>
              <a:rPr lang="en-US" sz="2200" dirty="0" smtClean="0"/>
              <a:t>Sweepers </a:t>
            </a:r>
          </a:p>
          <a:p>
            <a:pPr marL="0" indent="-457200" eaLnBrk="1" hangingPunct="1">
              <a:spcBef>
                <a:spcPts val="1200"/>
              </a:spcBef>
              <a:spcAft>
                <a:spcPts val="1200"/>
              </a:spcAft>
              <a:defRPr/>
            </a:pPr>
            <a:r>
              <a:rPr lang="en-US" sz="2200" dirty="0" smtClean="0"/>
              <a:t>Carpet sweepers</a:t>
            </a:r>
          </a:p>
          <a:p>
            <a:pPr marL="0" indent="-457200" eaLnBrk="1" hangingPunct="1">
              <a:spcBef>
                <a:spcPts val="1200"/>
              </a:spcBef>
              <a:spcAft>
                <a:spcPts val="1200"/>
              </a:spcAft>
              <a:defRPr/>
            </a:pPr>
            <a:r>
              <a:rPr lang="en-US" sz="2200" dirty="0" smtClean="0"/>
              <a:t>Trolleys</a:t>
            </a:r>
          </a:p>
          <a:p>
            <a:pPr marL="360000" indent="-360000" eaLnBrk="1" fontAlgn="auto" hangingPunct="1">
              <a:spcBef>
                <a:spcPts val="600"/>
              </a:spcBef>
              <a:spcAft>
                <a:spcPts val="1200"/>
              </a:spcAft>
              <a:buFont typeface="Wingdings 2"/>
              <a:buChar char=""/>
              <a:defRPr/>
            </a:pPr>
            <a:endParaRPr lang="en-US" sz="2200" kern="1200" dirty="0" smtClean="0"/>
          </a:p>
          <a:p>
            <a:pPr marL="360000" indent="-360000" eaLnBrk="1" fontAlgn="auto" hangingPunct="1">
              <a:spcBef>
                <a:spcPts val="600"/>
              </a:spcBef>
              <a:spcAft>
                <a:spcPts val="12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BB269FE8-3E23-4D6C-ACC6-8E3757D103E1}" type="slidenum">
              <a:rPr lang="en-US" sz="1000">
                <a:solidFill>
                  <a:schemeClr val="tx2">
                    <a:shade val="50000"/>
                  </a:schemeClr>
                </a:solidFill>
                <a:latin typeface="Helvetica" pitchFamily="34" charset="0"/>
              </a:rPr>
              <a:pPr algn="r" fontAlgn="auto">
                <a:spcBef>
                  <a:spcPts val="0"/>
                </a:spcBef>
                <a:spcAft>
                  <a:spcPts val="0"/>
                </a:spcAft>
                <a:defRPr/>
              </a:pPr>
              <a:t>19</a:t>
            </a:fld>
            <a:endParaRPr lang="en-US" sz="1000" dirty="0">
              <a:solidFill>
                <a:schemeClr val="tx2">
                  <a:shade val="50000"/>
                </a:schemeClr>
              </a:solidFill>
              <a:latin typeface="Helvetica" pitchFamily="34" charset="0"/>
            </a:endParaRPr>
          </a:p>
        </p:txBody>
      </p:sp>
      <p:pic>
        <p:nvPicPr>
          <p:cNvPr id="27653" name="Picture 6" descr="C:\Users\Barbara\AppData\Local\Microsoft\Windows\Temporary Internet Files\Content.IE5\X9EHRIK2\MC900330961[1].wmf"/>
          <p:cNvPicPr>
            <a:picLocks noChangeAspect="1" noChangeArrowheads="1"/>
          </p:cNvPicPr>
          <p:nvPr/>
        </p:nvPicPr>
        <p:blipFill>
          <a:blip r:embed="rId3" cstate="print"/>
          <a:srcRect/>
          <a:stretch>
            <a:fillRect/>
          </a:stretch>
        </p:blipFill>
        <p:spPr bwMode="auto">
          <a:xfrm>
            <a:off x="4214813" y="2428875"/>
            <a:ext cx="846137" cy="1814513"/>
          </a:xfrm>
          <a:prstGeom prst="rect">
            <a:avLst/>
          </a:prstGeom>
          <a:noFill/>
          <a:ln w="9525">
            <a:noFill/>
            <a:miter lim="800000"/>
            <a:headEnd/>
            <a:tailEnd/>
          </a:ln>
        </p:spPr>
      </p:pic>
      <p:pic>
        <p:nvPicPr>
          <p:cNvPr id="27654" name="Picture 8" descr="C:\Users\Barbara\AppData\Local\Microsoft\Windows\Temporary Internet Files\Content.IE5\PGD32EUH\MC900286965[1].wmf"/>
          <p:cNvPicPr>
            <a:picLocks noChangeAspect="1" noChangeArrowheads="1"/>
          </p:cNvPicPr>
          <p:nvPr/>
        </p:nvPicPr>
        <p:blipFill>
          <a:blip r:embed="rId4" cstate="print"/>
          <a:srcRect/>
          <a:stretch>
            <a:fillRect/>
          </a:stretch>
        </p:blipFill>
        <p:spPr bwMode="auto">
          <a:xfrm>
            <a:off x="5286375" y="4143375"/>
            <a:ext cx="2311400" cy="1612900"/>
          </a:xfrm>
          <a:prstGeom prst="rect">
            <a:avLst/>
          </a:prstGeom>
          <a:noFill/>
          <a:ln w="9525">
            <a:noFill/>
            <a:miter lim="800000"/>
            <a:headEnd/>
            <a:tailEnd/>
          </a:ln>
        </p:spPr>
      </p:pic>
      <p:pic>
        <p:nvPicPr>
          <p:cNvPr id="27655" name="Picture 7" descr="I:\Overseas Projects\PHOTOS\2012\774431_limpieza_cleaning_.jpg"/>
          <p:cNvPicPr>
            <a:picLocks noChangeAspect="1" noChangeArrowheads="1"/>
          </p:cNvPicPr>
          <p:nvPr/>
        </p:nvPicPr>
        <p:blipFill>
          <a:blip r:embed="rId5" cstate="print"/>
          <a:srcRect l="16467" r="13548" b="12518"/>
          <a:stretch>
            <a:fillRect/>
          </a:stretch>
        </p:blipFill>
        <p:spPr bwMode="auto">
          <a:xfrm>
            <a:off x="5643563" y="1214438"/>
            <a:ext cx="2071687" cy="30464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Other cleaning equipment  (1)</a:t>
            </a:r>
          </a:p>
        </p:txBody>
      </p:sp>
      <p:sp>
        <p:nvSpPr>
          <p:cNvPr id="3" name="Content Placeholder 2"/>
          <p:cNvSpPr>
            <a:spLocks noGrp="1"/>
          </p:cNvSpPr>
          <p:nvPr>
            <p:ph idx="4294967295"/>
          </p:nvPr>
        </p:nvSpPr>
        <p:spPr>
          <a:xfrm>
            <a:off x="563563" y="1412875"/>
            <a:ext cx="7467600" cy="4165600"/>
          </a:xfrm>
        </p:spPr>
        <p:txBody>
          <a:bodyPr>
            <a:normAutofit/>
          </a:bodyPr>
          <a:lstStyle/>
          <a:p>
            <a:pPr marL="0" indent="-457200" eaLnBrk="1" hangingPunct="1">
              <a:spcBef>
                <a:spcPts val="1200"/>
              </a:spcBef>
              <a:spcAft>
                <a:spcPts val="1200"/>
              </a:spcAft>
              <a:defRPr/>
            </a:pPr>
            <a:r>
              <a:rPr lang="en-US" sz="2200" dirty="0" smtClean="0"/>
              <a:t>Mops and Buckets</a:t>
            </a:r>
          </a:p>
          <a:p>
            <a:pPr marL="0" indent="-457200" eaLnBrk="1" hangingPunct="1">
              <a:spcBef>
                <a:spcPts val="1200"/>
              </a:spcBef>
              <a:spcAft>
                <a:spcPts val="1200"/>
              </a:spcAft>
              <a:defRPr/>
            </a:pPr>
            <a:r>
              <a:rPr lang="en-US" sz="2200" dirty="0" smtClean="0"/>
              <a:t>Brooms and brushes</a:t>
            </a:r>
          </a:p>
          <a:p>
            <a:pPr marL="0" indent="-457200" eaLnBrk="1" hangingPunct="1">
              <a:spcBef>
                <a:spcPts val="1200"/>
              </a:spcBef>
              <a:spcAft>
                <a:spcPts val="1200"/>
              </a:spcAft>
              <a:defRPr/>
            </a:pPr>
            <a:r>
              <a:rPr lang="en-US" sz="2200" dirty="0" smtClean="0"/>
              <a:t>Dustpans</a:t>
            </a:r>
          </a:p>
          <a:p>
            <a:pPr marL="0" indent="-457200" eaLnBrk="1" hangingPunct="1">
              <a:spcBef>
                <a:spcPts val="1200"/>
              </a:spcBef>
              <a:spcAft>
                <a:spcPts val="1200"/>
              </a:spcAft>
              <a:defRPr/>
            </a:pPr>
            <a:r>
              <a:rPr lang="en-US" sz="2200" dirty="0" smtClean="0"/>
              <a:t>Feather Dusters</a:t>
            </a:r>
          </a:p>
          <a:p>
            <a:pPr marL="0" indent="-457200" eaLnBrk="1" hangingPunct="1">
              <a:spcBef>
                <a:spcPts val="1200"/>
              </a:spcBef>
              <a:spcAft>
                <a:spcPts val="1200"/>
              </a:spcAft>
              <a:defRPr/>
            </a:pPr>
            <a:r>
              <a:rPr lang="en-US" sz="2200" dirty="0" smtClean="0"/>
              <a:t>Wet floor signs</a:t>
            </a:r>
          </a:p>
          <a:p>
            <a:pPr marL="360000" indent="-360000" eaLnBrk="1" fontAlgn="auto" hangingPunct="1">
              <a:spcBef>
                <a:spcPts val="1200"/>
              </a:spcBef>
              <a:spcAft>
                <a:spcPts val="12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574BAE2A-533C-4F4F-9B0D-B41B306BC690}" type="slidenum">
              <a:rPr lang="en-US" sz="1000">
                <a:solidFill>
                  <a:schemeClr val="tx2">
                    <a:shade val="50000"/>
                  </a:schemeClr>
                </a:solidFill>
                <a:latin typeface="Helvetica" pitchFamily="34" charset="0"/>
              </a:rPr>
              <a:pPr algn="r" fontAlgn="auto">
                <a:spcBef>
                  <a:spcPts val="0"/>
                </a:spcBef>
                <a:spcAft>
                  <a:spcPts val="0"/>
                </a:spcAft>
                <a:defRPr/>
              </a:pPr>
              <a:t>20</a:t>
            </a:fld>
            <a:endParaRPr lang="en-US" sz="1000" dirty="0">
              <a:solidFill>
                <a:schemeClr val="tx2">
                  <a:shade val="50000"/>
                </a:schemeClr>
              </a:solidFill>
              <a:latin typeface="Helvetica" pitchFamily="34" charset="0"/>
            </a:endParaRPr>
          </a:p>
        </p:txBody>
      </p:sp>
      <p:pic>
        <p:nvPicPr>
          <p:cNvPr id="28677" name="Picture 10" descr="C:\Users\Barbara\AppData\Local\Microsoft\Windows\Temporary Internet Files\Content.IE5\X9EHRIK2\MC900016919[1].wmf"/>
          <p:cNvPicPr>
            <a:picLocks noChangeAspect="1" noChangeArrowheads="1"/>
          </p:cNvPicPr>
          <p:nvPr/>
        </p:nvPicPr>
        <p:blipFill>
          <a:blip r:embed="rId3" cstate="print"/>
          <a:srcRect/>
          <a:stretch>
            <a:fillRect/>
          </a:stretch>
        </p:blipFill>
        <p:spPr bwMode="auto">
          <a:xfrm>
            <a:off x="5580063" y="1643063"/>
            <a:ext cx="1911350" cy="30718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Other cleaning equipment (2)</a:t>
            </a:r>
          </a:p>
        </p:txBody>
      </p:sp>
      <p:sp>
        <p:nvSpPr>
          <p:cNvPr id="3" name="Content Placeholder 2"/>
          <p:cNvSpPr>
            <a:spLocks noGrp="1"/>
          </p:cNvSpPr>
          <p:nvPr>
            <p:ph idx="4294967295"/>
          </p:nvPr>
        </p:nvSpPr>
        <p:spPr>
          <a:xfrm>
            <a:off x="563563" y="1620838"/>
            <a:ext cx="7467600" cy="4165600"/>
          </a:xfrm>
        </p:spPr>
        <p:txBody>
          <a:bodyPr>
            <a:normAutofit/>
          </a:bodyPr>
          <a:lstStyle/>
          <a:p>
            <a:pPr marL="0" indent="-457200" eaLnBrk="1" hangingPunct="1">
              <a:spcBef>
                <a:spcPts val="600"/>
              </a:spcBef>
              <a:spcAft>
                <a:spcPts val="1200"/>
              </a:spcAft>
              <a:defRPr/>
            </a:pPr>
            <a:r>
              <a:rPr lang="en-US" sz="2200" dirty="0" smtClean="0"/>
              <a:t>Nippers</a:t>
            </a:r>
          </a:p>
          <a:p>
            <a:pPr marL="0" indent="-457200" eaLnBrk="1" hangingPunct="1">
              <a:spcBef>
                <a:spcPts val="600"/>
              </a:spcBef>
              <a:spcAft>
                <a:spcPts val="1200"/>
              </a:spcAft>
              <a:defRPr/>
            </a:pPr>
            <a:r>
              <a:rPr lang="en-US" sz="2200" dirty="0" smtClean="0"/>
              <a:t>Chemical bottles</a:t>
            </a:r>
          </a:p>
          <a:p>
            <a:pPr marL="0" indent="-457200" eaLnBrk="1" hangingPunct="1">
              <a:spcBef>
                <a:spcPts val="600"/>
              </a:spcBef>
              <a:spcAft>
                <a:spcPts val="1200"/>
              </a:spcAft>
              <a:defRPr/>
            </a:pPr>
            <a:r>
              <a:rPr lang="en-US" sz="2200" dirty="0" smtClean="0"/>
              <a:t>Cleaning cloths</a:t>
            </a:r>
          </a:p>
          <a:p>
            <a:pPr marL="0" indent="-457200" eaLnBrk="1" hangingPunct="1">
              <a:spcBef>
                <a:spcPts val="600"/>
              </a:spcBef>
              <a:spcAft>
                <a:spcPts val="1200"/>
              </a:spcAft>
              <a:defRPr/>
            </a:pPr>
            <a:r>
              <a:rPr lang="en-US" sz="2200" dirty="0" smtClean="0"/>
              <a:t>Scourers</a:t>
            </a:r>
          </a:p>
          <a:p>
            <a:pPr marL="0" indent="-457200" eaLnBrk="1" hangingPunct="1">
              <a:spcBef>
                <a:spcPts val="600"/>
              </a:spcBef>
              <a:spcAft>
                <a:spcPts val="1200"/>
              </a:spcAft>
              <a:defRPr/>
            </a:pPr>
            <a:r>
              <a:rPr lang="en-US" sz="2200" dirty="0" smtClean="0"/>
              <a:t>Sand sieve</a:t>
            </a:r>
          </a:p>
          <a:p>
            <a:pPr marL="360000" indent="-360000" eaLnBrk="1" fontAlgn="auto" hangingPunct="1">
              <a:spcBef>
                <a:spcPts val="600"/>
              </a:spcBef>
              <a:spcAft>
                <a:spcPts val="12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CA3F663E-2877-4F2F-8A3A-5015B67DFF46}" type="slidenum">
              <a:rPr lang="en-US" sz="1000">
                <a:solidFill>
                  <a:schemeClr val="tx2">
                    <a:shade val="50000"/>
                  </a:schemeClr>
                </a:solidFill>
                <a:latin typeface="Helvetica" pitchFamily="34" charset="0"/>
              </a:rPr>
              <a:pPr algn="r" fontAlgn="auto">
                <a:spcBef>
                  <a:spcPts val="0"/>
                </a:spcBef>
                <a:spcAft>
                  <a:spcPts val="0"/>
                </a:spcAft>
                <a:defRPr/>
              </a:pPr>
              <a:t>21</a:t>
            </a:fld>
            <a:endParaRPr lang="en-US" sz="1000" dirty="0">
              <a:solidFill>
                <a:schemeClr val="tx2">
                  <a:shade val="50000"/>
                </a:schemeClr>
              </a:solidFill>
              <a:latin typeface="Helvetica" pitchFamily="34" charset="0"/>
            </a:endParaRPr>
          </a:p>
        </p:txBody>
      </p:sp>
      <p:pic>
        <p:nvPicPr>
          <p:cNvPr id="29701" name="Picture 2" descr="C:\Users\Barbara\AppData\Local\Microsoft\Windows\Temporary Internet Files\Content.IE5\KN1UCD06\MC900038655[1].wmf"/>
          <p:cNvPicPr>
            <a:picLocks noChangeAspect="1" noChangeArrowheads="1"/>
          </p:cNvPicPr>
          <p:nvPr/>
        </p:nvPicPr>
        <p:blipFill>
          <a:blip r:embed="rId3" cstate="print"/>
          <a:srcRect/>
          <a:stretch>
            <a:fillRect/>
          </a:stretch>
        </p:blipFill>
        <p:spPr bwMode="auto">
          <a:xfrm>
            <a:off x="5715000" y="1857375"/>
            <a:ext cx="1443038" cy="1443038"/>
          </a:xfrm>
          <a:prstGeom prst="rect">
            <a:avLst/>
          </a:prstGeom>
          <a:noFill/>
          <a:ln w="9525">
            <a:noFill/>
            <a:miter lim="800000"/>
            <a:headEnd/>
            <a:tailEnd/>
          </a:ln>
        </p:spPr>
      </p:pic>
      <p:pic>
        <p:nvPicPr>
          <p:cNvPr id="29702" name="Picture 7" descr="I:\Overseas Projects\PHOTOS\2012\1024420_sweep-set.jpg"/>
          <p:cNvPicPr>
            <a:picLocks noChangeAspect="1" noChangeArrowheads="1"/>
          </p:cNvPicPr>
          <p:nvPr/>
        </p:nvPicPr>
        <p:blipFill>
          <a:blip r:embed="rId4" cstate="print"/>
          <a:srcRect/>
          <a:stretch>
            <a:fillRect/>
          </a:stretch>
        </p:blipFill>
        <p:spPr bwMode="auto">
          <a:xfrm>
            <a:off x="4857750" y="3571875"/>
            <a:ext cx="1989138" cy="20510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Cleaning Accessories </a:t>
            </a:r>
          </a:p>
        </p:txBody>
      </p:sp>
      <p:sp>
        <p:nvSpPr>
          <p:cNvPr id="3" name="Content Placeholder 2"/>
          <p:cNvSpPr>
            <a:spLocks noGrp="1"/>
          </p:cNvSpPr>
          <p:nvPr>
            <p:ph idx="4294967295"/>
          </p:nvPr>
        </p:nvSpPr>
        <p:spPr>
          <a:xfrm>
            <a:off x="611188" y="1557338"/>
            <a:ext cx="7467600" cy="5300662"/>
          </a:xfrm>
        </p:spPr>
        <p:txBody>
          <a:bodyPr>
            <a:normAutofit fontScale="77500" lnSpcReduction="20000"/>
          </a:bodyPr>
          <a:lstStyle/>
          <a:p>
            <a:pPr marL="0" indent="-457200" eaLnBrk="1" hangingPunct="1">
              <a:lnSpc>
                <a:spcPct val="120000"/>
              </a:lnSpc>
              <a:spcBef>
                <a:spcPts val="600"/>
              </a:spcBef>
              <a:spcAft>
                <a:spcPts val="1200"/>
              </a:spcAft>
              <a:defRPr/>
            </a:pPr>
            <a:r>
              <a:rPr lang="en-US" sz="2800" dirty="0" smtClean="0"/>
              <a:t>Toilet rolls</a:t>
            </a:r>
          </a:p>
          <a:p>
            <a:pPr marL="0" indent="-457200" eaLnBrk="1" hangingPunct="1">
              <a:lnSpc>
                <a:spcPct val="120000"/>
              </a:lnSpc>
              <a:spcBef>
                <a:spcPts val="600"/>
              </a:spcBef>
              <a:spcAft>
                <a:spcPts val="1200"/>
              </a:spcAft>
              <a:defRPr/>
            </a:pPr>
            <a:r>
              <a:rPr lang="en-US" sz="2800" dirty="0" smtClean="0"/>
              <a:t>Paper towels</a:t>
            </a:r>
          </a:p>
          <a:p>
            <a:pPr marL="0" indent="-457200" eaLnBrk="1" hangingPunct="1">
              <a:lnSpc>
                <a:spcPct val="120000"/>
              </a:lnSpc>
              <a:spcBef>
                <a:spcPts val="600"/>
              </a:spcBef>
              <a:spcAft>
                <a:spcPts val="1200"/>
              </a:spcAft>
              <a:defRPr/>
            </a:pPr>
            <a:r>
              <a:rPr lang="en-US" sz="2800" dirty="0" smtClean="0"/>
              <a:t>Light globes</a:t>
            </a:r>
          </a:p>
          <a:p>
            <a:pPr marL="0" indent="-457200" eaLnBrk="1" hangingPunct="1">
              <a:lnSpc>
                <a:spcPct val="120000"/>
              </a:lnSpc>
              <a:spcBef>
                <a:spcPts val="600"/>
              </a:spcBef>
              <a:spcAft>
                <a:spcPts val="1200"/>
              </a:spcAft>
              <a:defRPr/>
            </a:pPr>
            <a:r>
              <a:rPr lang="en-US" sz="2800" dirty="0" smtClean="0"/>
              <a:t>Garbage bags</a:t>
            </a:r>
          </a:p>
          <a:p>
            <a:pPr marL="0" indent="-457200" eaLnBrk="1" hangingPunct="1">
              <a:lnSpc>
                <a:spcPct val="120000"/>
              </a:lnSpc>
              <a:spcBef>
                <a:spcPts val="600"/>
              </a:spcBef>
              <a:spcAft>
                <a:spcPts val="1200"/>
              </a:spcAft>
              <a:defRPr/>
            </a:pPr>
            <a:r>
              <a:rPr lang="en-US" sz="2800" dirty="0" smtClean="0"/>
              <a:t>Bin Liners</a:t>
            </a:r>
          </a:p>
          <a:p>
            <a:pPr marL="0" indent="-457200" eaLnBrk="1" hangingPunct="1">
              <a:lnSpc>
                <a:spcPct val="120000"/>
              </a:lnSpc>
              <a:spcBef>
                <a:spcPts val="600"/>
              </a:spcBef>
              <a:spcAft>
                <a:spcPts val="1200"/>
              </a:spcAft>
              <a:defRPr/>
            </a:pPr>
            <a:r>
              <a:rPr lang="en-US" sz="2800" dirty="0" smtClean="0"/>
              <a:t>Sanitary bags</a:t>
            </a:r>
          </a:p>
          <a:p>
            <a:pPr marL="0" indent="-457200" eaLnBrk="1" hangingPunct="1">
              <a:lnSpc>
                <a:spcPct val="120000"/>
              </a:lnSpc>
              <a:spcBef>
                <a:spcPts val="600"/>
              </a:spcBef>
              <a:spcAft>
                <a:spcPts val="1200"/>
              </a:spcAft>
              <a:defRPr/>
            </a:pPr>
            <a:r>
              <a:rPr lang="en-US" sz="2800" dirty="0" smtClean="0"/>
              <a:t>Roller towels</a:t>
            </a:r>
          </a:p>
          <a:p>
            <a:pPr marL="0" indent="-457200" eaLnBrk="1" hangingPunct="1">
              <a:lnSpc>
                <a:spcPct val="120000"/>
              </a:lnSpc>
              <a:spcBef>
                <a:spcPts val="600"/>
              </a:spcBef>
              <a:spcAft>
                <a:spcPts val="1200"/>
              </a:spcAft>
              <a:defRPr/>
            </a:pPr>
            <a:r>
              <a:rPr lang="en-US" sz="2800" dirty="0" smtClean="0"/>
              <a:t>Tissues</a:t>
            </a:r>
          </a:p>
          <a:p>
            <a:pPr marL="0" indent="-457200" eaLnBrk="1" hangingPunct="1">
              <a:lnSpc>
                <a:spcPct val="120000"/>
              </a:lnSpc>
              <a:spcBef>
                <a:spcPts val="600"/>
              </a:spcBef>
              <a:spcAft>
                <a:spcPts val="1200"/>
              </a:spcAft>
              <a:defRPr/>
            </a:pPr>
            <a:r>
              <a:rPr lang="en-US" sz="2800" dirty="0" smtClean="0"/>
              <a:t>Soap</a:t>
            </a:r>
          </a:p>
          <a:p>
            <a:pPr marL="360000" indent="-360000" eaLnBrk="1" fontAlgn="auto" hangingPunct="1">
              <a:lnSpc>
                <a:spcPct val="120000"/>
              </a:lnSpc>
              <a:spcBef>
                <a:spcPts val="600"/>
              </a:spcBef>
              <a:spcAft>
                <a:spcPts val="12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5BBDF9ED-9439-4BC6-8CD4-87DD5D5C7364}" type="slidenum">
              <a:rPr lang="en-US" sz="1000">
                <a:solidFill>
                  <a:schemeClr val="tx2">
                    <a:shade val="50000"/>
                  </a:schemeClr>
                </a:solidFill>
                <a:latin typeface="Helvetica" pitchFamily="34" charset="0"/>
              </a:rPr>
              <a:pPr algn="r" fontAlgn="auto">
                <a:spcBef>
                  <a:spcPts val="0"/>
                </a:spcBef>
                <a:spcAft>
                  <a:spcPts val="0"/>
                </a:spcAft>
                <a:defRPr/>
              </a:pPr>
              <a:t>22</a:t>
            </a:fld>
            <a:endParaRPr lang="en-US" sz="1000" dirty="0">
              <a:solidFill>
                <a:schemeClr val="tx2">
                  <a:shade val="50000"/>
                </a:schemeClr>
              </a:solidFill>
              <a:latin typeface="Helvetica" pitchFamily="34" charset="0"/>
            </a:endParaRPr>
          </a:p>
        </p:txBody>
      </p:sp>
      <p:pic>
        <p:nvPicPr>
          <p:cNvPr id="30725" name="Picture 6" descr="C:\Users\Barbara\AppData\Local\Microsoft\Windows\Temporary Internet Files\Content.IE5\TTZDEVLP\MC900013021[1].wmf"/>
          <p:cNvPicPr>
            <a:picLocks noChangeAspect="1" noChangeArrowheads="1"/>
          </p:cNvPicPr>
          <p:nvPr/>
        </p:nvPicPr>
        <p:blipFill>
          <a:blip r:embed="rId3" cstate="print"/>
          <a:srcRect/>
          <a:stretch>
            <a:fillRect/>
          </a:stretch>
        </p:blipFill>
        <p:spPr bwMode="auto">
          <a:xfrm>
            <a:off x="6357938" y="1714500"/>
            <a:ext cx="1208087" cy="1195388"/>
          </a:xfrm>
          <a:prstGeom prst="rect">
            <a:avLst/>
          </a:prstGeom>
          <a:noFill/>
          <a:ln w="9525">
            <a:noFill/>
            <a:miter lim="800000"/>
            <a:headEnd/>
            <a:tailEnd/>
          </a:ln>
        </p:spPr>
      </p:pic>
      <p:pic>
        <p:nvPicPr>
          <p:cNvPr id="30726" name="Picture 7" descr="C:\Users\Barbara\AppData\Local\Microsoft\Windows\Temporary Internet Files\Content.IE5\FOYHTT55\MP900448589[1].jpg"/>
          <p:cNvPicPr>
            <a:picLocks noChangeAspect="1" noChangeArrowheads="1"/>
          </p:cNvPicPr>
          <p:nvPr/>
        </p:nvPicPr>
        <p:blipFill>
          <a:blip r:embed="rId4" cstate="print"/>
          <a:srcRect/>
          <a:stretch>
            <a:fillRect/>
          </a:stretch>
        </p:blipFill>
        <p:spPr bwMode="auto">
          <a:xfrm>
            <a:off x="5491163" y="2928938"/>
            <a:ext cx="2290762" cy="24288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Cleaning  Chemical knowledge</a:t>
            </a:r>
          </a:p>
        </p:txBody>
      </p:sp>
      <p:sp>
        <p:nvSpPr>
          <p:cNvPr id="3" name="Content Placeholder 2"/>
          <p:cNvSpPr>
            <a:spLocks noGrp="1"/>
          </p:cNvSpPr>
          <p:nvPr>
            <p:ph idx="4294967295"/>
          </p:nvPr>
        </p:nvSpPr>
        <p:spPr>
          <a:xfrm>
            <a:off x="611188" y="1557338"/>
            <a:ext cx="7467600" cy="4525962"/>
          </a:xfrm>
        </p:spPr>
        <p:txBody>
          <a:bodyPr>
            <a:normAutofit/>
          </a:bodyPr>
          <a:lstStyle/>
          <a:p>
            <a:pPr marL="0" indent="-457200" eaLnBrk="1" hangingPunct="1">
              <a:spcBef>
                <a:spcPts val="600"/>
              </a:spcBef>
              <a:spcAft>
                <a:spcPts val="1200"/>
              </a:spcAft>
              <a:defRPr/>
            </a:pPr>
            <a:endParaRPr lang="en-US" sz="2200" dirty="0" smtClean="0"/>
          </a:p>
          <a:p>
            <a:pPr marL="0" indent="-457200" eaLnBrk="1" hangingPunct="1">
              <a:spcBef>
                <a:spcPts val="600"/>
              </a:spcBef>
              <a:spcAft>
                <a:spcPts val="1200"/>
              </a:spcAft>
              <a:defRPr/>
            </a:pPr>
            <a:r>
              <a:rPr lang="en-US" sz="2200" dirty="0" smtClean="0"/>
              <a:t>Presented by</a:t>
            </a:r>
          </a:p>
          <a:p>
            <a:pPr marL="0" indent="-457200" eaLnBrk="1" hangingPunct="1">
              <a:spcBef>
                <a:spcPts val="600"/>
              </a:spcBef>
              <a:spcAft>
                <a:spcPts val="1200"/>
              </a:spcAft>
              <a:defRPr/>
            </a:pPr>
            <a:r>
              <a:rPr lang="en-US" sz="2200" dirty="0" smtClean="0"/>
              <a:t>From</a:t>
            </a:r>
          </a:p>
          <a:p>
            <a:pPr marL="360000" indent="-360000" eaLnBrk="1" fontAlgn="auto" hangingPunct="1">
              <a:spcBef>
                <a:spcPts val="600"/>
              </a:spcBef>
              <a:spcAft>
                <a:spcPts val="12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AF248ABE-7F36-468C-A981-2B55EF13F7B9}" type="slidenum">
              <a:rPr lang="en-US" sz="1000">
                <a:solidFill>
                  <a:schemeClr val="tx2">
                    <a:shade val="50000"/>
                  </a:schemeClr>
                </a:solidFill>
                <a:latin typeface="Helvetica" pitchFamily="34" charset="0"/>
              </a:rPr>
              <a:pPr algn="r" fontAlgn="auto">
                <a:spcBef>
                  <a:spcPts val="0"/>
                </a:spcBef>
                <a:spcAft>
                  <a:spcPts val="0"/>
                </a:spcAft>
                <a:defRPr/>
              </a:pPr>
              <a:t>23</a:t>
            </a:fld>
            <a:endParaRPr lang="en-US" sz="1000" dirty="0">
              <a:solidFill>
                <a:schemeClr val="tx2">
                  <a:shade val="50000"/>
                </a:schemeClr>
              </a:solidFill>
              <a:latin typeface="Helvetica" pitchFamily="34" charset="0"/>
            </a:endParaRPr>
          </a:p>
        </p:txBody>
      </p:sp>
      <p:pic>
        <p:nvPicPr>
          <p:cNvPr id="31749" name="Picture 7" descr="C:\Users\Barbara\AppData\Local\Microsoft\Windows\Temporary Internet Files\Content.IE5\FOYHTT55\MP900439278[1].jpg"/>
          <p:cNvPicPr>
            <a:picLocks noChangeAspect="1" noChangeArrowheads="1"/>
          </p:cNvPicPr>
          <p:nvPr/>
        </p:nvPicPr>
        <p:blipFill>
          <a:blip r:embed="rId3" cstate="print"/>
          <a:srcRect/>
          <a:stretch>
            <a:fillRect/>
          </a:stretch>
        </p:blipFill>
        <p:spPr bwMode="auto">
          <a:xfrm>
            <a:off x="5072063" y="2714625"/>
            <a:ext cx="2854325" cy="18970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Types of cleaning chemicals </a:t>
            </a:r>
          </a:p>
        </p:txBody>
      </p:sp>
      <p:sp>
        <p:nvSpPr>
          <p:cNvPr id="32771" name="Content Placeholder 2"/>
          <p:cNvSpPr>
            <a:spLocks noGrp="1"/>
          </p:cNvSpPr>
          <p:nvPr>
            <p:ph idx="4294967295"/>
          </p:nvPr>
        </p:nvSpPr>
        <p:spPr>
          <a:xfrm>
            <a:off x="611188" y="1557338"/>
            <a:ext cx="7467600" cy="5300662"/>
          </a:xfrm>
        </p:spPr>
        <p:txBody>
          <a:bodyPr/>
          <a:lstStyle/>
          <a:p>
            <a:pPr marL="0" indent="-457200" eaLnBrk="1" hangingPunct="1">
              <a:spcBef>
                <a:spcPts val="1200"/>
              </a:spcBef>
              <a:spcAft>
                <a:spcPts val="1200"/>
              </a:spcAft>
            </a:pPr>
            <a:r>
              <a:rPr lang="en-US" sz="2200" dirty="0" smtClean="0"/>
              <a:t>Acids</a:t>
            </a:r>
          </a:p>
          <a:p>
            <a:pPr marL="0" indent="-457200" eaLnBrk="1" hangingPunct="1">
              <a:spcBef>
                <a:spcPts val="1200"/>
              </a:spcBef>
              <a:spcAft>
                <a:spcPts val="1200"/>
              </a:spcAft>
            </a:pPr>
            <a:r>
              <a:rPr lang="en-US" sz="2200" dirty="0" smtClean="0"/>
              <a:t>Alkalis</a:t>
            </a:r>
          </a:p>
          <a:p>
            <a:pPr marL="0" indent="-457200" eaLnBrk="1" hangingPunct="1">
              <a:spcBef>
                <a:spcPts val="1200"/>
              </a:spcBef>
              <a:spcAft>
                <a:spcPts val="1200"/>
              </a:spcAft>
            </a:pPr>
            <a:r>
              <a:rPr lang="en-US" sz="2200" dirty="0" smtClean="0"/>
              <a:t>Abrasives</a:t>
            </a:r>
          </a:p>
          <a:p>
            <a:pPr marL="0" indent="-457200" eaLnBrk="1" hangingPunct="1">
              <a:spcBef>
                <a:spcPts val="1200"/>
              </a:spcBef>
              <a:spcAft>
                <a:spcPts val="1200"/>
              </a:spcAft>
            </a:pPr>
            <a:r>
              <a:rPr lang="en-US" sz="2200" dirty="0" smtClean="0"/>
              <a:t>Detergents</a:t>
            </a:r>
          </a:p>
          <a:p>
            <a:pPr marL="0" indent="-457200" eaLnBrk="1" hangingPunct="1">
              <a:spcBef>
                <a:spcPts val="1200"/>
              </a:spcBef>
              <a:spcAft>
                <a:spcPts val="1200"/>
              </a:spcAft>
            </a:pPr>
            <a:r>
              <a:rPr lang="en-US" sz="2200" dirty="0" smtClean="0"/>
              <a:t>Bleaches</a:t>
            </a:r>
          </a:p>
          <a:p>
            <a:pPr marL="0" indent="-457200" eaLnBrk="1" hangingPunct="1">
              <a:spcBef>
                <a:spcPts val="1200"/>
              </a:spcBef>
              <a:spcAft>
                <a:spcPts val="1200"/>
              </a:spcAft>
            </a:pPr>
            <a:r>
              <a:rPr lang="en-US" sz="2200" dirty="0" smtClean="0"/>
              <a:t>Disinfectants and </a:t>
            </a:r>
            <a:r>
              <a:rPr lang="en-US" sz="2200" dirty="0" err="1" smtClean="0"/>
              <a:t>Sanitisers</a:t>
            </a:r>
            <a:endParaRPr lang="en-US" sz="2200" dirty="0" smtClean="0"/>
          </a:p>
          <a:p>
            <a:pPr marL="0" indent="-457200" eaLnBrk="1" hangingPunct="1">
              <a:spcBef>
                <a:spcPts val="1200"/>
              </a:spcBef>
              <a:spcAft>
                <a:spcPts val="1200"/>
              </a:spcAft>
            </a:pPr>
            <a:r>
              <a:rPr lang="en-US" sz="2200" dirty="0" smtClean="0"/>
              <a:t>Polishes</a:t>
            </a:r>
          </a:p>
          <a:p>
            <a:pPr marL="0" indent="-457200" eaLnBrk="1" hangingPunct="1">
              <a:spcBef>
                <a:spcPts val="1200"/>
              </a:spcBef>
              <a:spcAft>
                <a:spcPts val="1200"/>
              </a:spcAft>
            </a:pPr>
            <a:r>
              <a:rPr lang="en-US" sz="2200" dirty="0" smtClean="0"/>
              <a:t>Solvents</a:t>
            </a:r>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2B796260-A3BB-485A-888F-DF946D52B632}" type="slidenum">
              <a:rPr lang="en-US" sz="1000">
                <a:solidFill>
                  <a:schemeClr val="tx2">
                    <a:shade val="50000"/>
                  </a:schemeClr>
                </a:solidFill>
                <a:latin typeface="Helvetica" pitchFamily="34" charset="0"/>
              </a:rPr>
              <a:pPr algn="r" fontAlgn="auto">
                <a:spcBef>
                  <a:spcPts val="0"/>
                </a:spcBef>
                <a:spcAft>
                  <a:spcPts val="0"/>
                </a:spcAft>
                <a:defRPr/>
              </a:pPr>
              <a:t>24</a:t>
            </a:fld>
            <a:endParaRPr lang="en-US" sz="1000" dirty="0">
              <a:solidFill>
                <a:schemeClr val="tx2">
                  <a:shade val="50000"/>
                </a:schemeClr>
              </a:solidFill>
              <a:latin typeface="Helvetica" pitchFamily="34" charset="0"/>
            </a:endParaRPr>
          </a:p>
        </p:txBody>
      </p:sp>
      <p:pic>
        <p:nvPicPr>
          <p:cNvPr id="32773" name="Picture 6" descr="C:\Users\Barbara\AppData\Local\Microsoft\Windows\Temporary Internet Files\Content.IE5\F6T2GJGP\MP900437306[1].jpg"/>
          <p:cNvPicPr>
            <a:picLocks noChangeAspect="1" noChangeArrowheads="1"/>
          </p:cNvPicPr>
          <p:nvPr/>
        </p:nvPicPr>
        <p:blipFill>
          <a:blip r:embed="rId3" cstate="print"/>
          <a:srcRect l="15163" r="15094" b="12640"/>
          <a:stretch>
            <a:fillRect/>
          </a:stretch>
        </p:blipFill>
        <p:spPr bwMode="auto">
          <a:xfrm>
            <a:off x="6072188" y="1357313"/>
            <a:ext cx="1643062" cy="2571750"/>
          </a:xfrm>
          <a:prstGeom prst="rect">
            <a:avLst/>
          </a:prstGeom>
          <a:noFill/>
          <a:ln w="9525">
            <a:noFill/>
            <a:miter lim="800000"/>
            <a:headEnd/>
            <a:tailEnd/>
          </a:ln>
        </p:spPr>
      </p:pic>
      <p:pic>
        <p:nvPicPr>
          <p:cNvPr id="32774" name="Picture 6" descr="I:\Overseas Projects\PHOTOS\2012\Oxalic-Acid.jpg"/>
          <p:cNvPicPr>
            <a:picLocks noChangeAspect="1" noChangeArrowheads="1"/>
          </p:cNvPicPr>
          <p:nvPr/>
        </p:nvPicPr>
        <p:blipFill>
          <a:blip r:embed="rId4" cstate="print"/>
          <a:srcRect/>
          <a:stretch>
            <a:fillRect/>
          </a:stretch>
        </p:blipFill>
        <p:spPr bwMode="auto">
          <a:xfrm>
            <a:off x="6143625" y="4143375"/>
            <a:ext cx="1517650" cy="13573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p:nvPr>
        </p:nvSpPr>
        <p:spPr>
          <a:xfrm>
            <a:off x="684213" y="71438"/>
            <a:ext cx="7772400" cy="935037"/>
          </a:xfrm>
        </p:spPr>
        <p:txBody>
          <a:bodyPr/>
          <a:lstStyle/>
          <a:p>
            <a:pPr eaLnBrk="1" hangingPunct="1"/>
            <a:r>
              <a:rPr lang="en-US" sz="3400" b="1" smtClean="0">
                <a:solidFill>
                  <a:srgbClr val="FF6600"/>
                </a:solidFill>
              </a:rPr>
              <a:t>The  W.A.T.C.H. principle</a:t>
            </a:r>
            <a:endParaRPr lang="en-AU" smtClean="0">
              <a:solidFill>
                <a:schemeClr val="accent2"/>
              </a:solidFill>
            </a:endParaRPr>
          </a:p>
        </p:txBody>
      </p:sp>
      <p:sp>
        <p:nvSpPr>
          <p:cNvPr id="33795" name="Rectangle 3"/>
          <p:cNvSpPr>
            <a:spLocks noGrp="1"/>
          </p:cNvSpPr>
          <p:nvPr>
            <p:ph type="body" idx="1"/>
          </p:nvPr>
        </p:nvSpPr>
        <p:spPr>
          <a:xfrm>
            <a:off x="684213" y="1214438"/>
            <a:ext cx="8102600" cy="5160962"/>
          </a:xfrm>
        </p:spPr>
        <p:txBody>
          <a:bodyPr/>
          <a:lstStyle/>
          <a:p>
            <a:pPr marL="457200" indent="-457200" eaLnBrk="1" hangingPunct="1">
              <a:spcBef>
                <a:spcPts val="1200"/>
              </a:spcBef>
              <a:spcAft>
                <a:spcPts val="1200"/>
              </a:spcAft>
            </a:pPr>
            <a:r>
              <a:rPr lang="en-AU" sz="2200" b="1" dirty="0" smtClean="0"/>
              <a:t>WATER</a:t>
            </a:r>
            <a:r>
              <a:rPr lang="en-AU" sz="2200" dirty="0" smtClean="0"/>
              <a:t> - Holds the dirt in suspension with the addition of chemicals. It is a good rinse aid BUT it is heavy and can damage surfaces</a:t>
            </a:r>
          </a:p>
          <a:p>
            <a:pPr marL="457200" indent="-457200" eaLnBrk="1" hangingPunct="1">
              <a:spcBef>
                <a:spcPts val="1200"/>
              </a:spcBef>
              <a:spcAft>
                <a:spcPts val="1200"/>
              </a:spcAft>
            </a:pPr>
            <a:r>
              <a:rPr lang="en-AU" sz="2200" b="1" dirty="0" smtClean="0"/>
              <a:t>ACTION</a:t>
            </a:r>
            <a:r>
              <a:rPr lang="en-AU" sz="2200" dirty="0" smtClean="0"/>
              <a:t> - Mechanical action - human or machine</a:t>
            </a:r>
          </a:p>
          <a:p>
            <a:pPr marL="457200" indent="-457200" eaLnBrk="1" hangingPunct="1">
              <a:spcBef>
                <a:spcPts val="1200"/>
              </a:spcBef>
              <a:spcAft>
                <a:spcPts val="1200"/>
              </a:spcAft>
            </a:pPr>
            <a:r>
              <a:rPr lang="en-AU" sz="2200" b="1" dirty="0" smtClean="0"/>
              <a:t>TIME</a:t>
            </a:r>
            <a:r>
              <a:rPr lang="en-AU" sz="2200" dirty="0" smtClean="0"/>
              <a:t> = Cost, but chemicals need time to work</a:t>
            </a:r>
          </a:p>
          <a:p>
            <a:pPr marL="457200" indent="-457200" eaLnBrk="1" hangingPunct="1">
              <a:spcBef>
                <a:spcPts val="1200"/>
              </a:spcBef>
              <a:spcAft>
                <a:spcPts val="1200"/>
              </a:spcAft>
            </a:pPr>
            <a:r>
              <a:rPr lang="en-AU" sz="2200" b="1" dirty="0" smtClean="0"/>
              <a:t>CHEMICAL</a:t>
            </a:r>
            <a:r>
              <a:rPr lang="en-AU" sz="2200" dirty="0" smtClean="0"/>
              <a:t> - Different types for different soils.</a:t>
            </a:r>
          </a:p>
          <a:p>
            <a:pPr marL="457200" indent="-457200" eaLnBrk="1" hangingPunct="1">
              <a:spcBef>
                <a:spcPts val="1200"/>
              </a:spcBef>
              <a:spcAft>
                <a:spcPts val="1200"/>
              </a:spcAft>
            </a:pPr>
            <a:r>
              <a:rPr lang="en-AU" sz="2200" b="1" dirty="0" smtClean="0"/>
              <a:t>HEAT</a:t>
            </a:r>
            <a:r>
              <a:rPr lang="en-AU" sz="2200" dirty="0" smtClean="0"/>
              <a:t> - Hot water increases chemical activity - sterilisation</a:t>
            </a:r>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3ED3780B-681D-491A-8D36-A1BC380B04AF}" type="slidenum">
              <a:rPr lang="en-US" sz="1000">
                <a:solidFill>
                  <a:schemeClr val="tx2">
                    <a:shade val="50000"/>
                  </a:schemeClr>
                </a:solidFill>
                <a:latin typeface="Helvetica" pitchFamily="34" charset="0"/>
              </a:rPr>
              <a:pPr algn="r" fontAlgn="auto">
                <a:spcBef>
                  <a:spcPts val="0"/>
                </a:spcBef>
                <a:spcAft>
                  <a:spcPts val="0"/>
                </a:spcAft>
                <a:defRPr/>
              </a:pPr>
              <a:t>25</a:t>
            </a:fld>
            <a:endParaRPr lang="en-US" sz="1000" dirty="0">
              <a:solidFill>
                <a:schemeClr val="tx2">
                  <a:shade val="50000"/>
                </a:schemeClr>
              </a:solidFill>
              <a:latin typeface="Helvetica"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p:cNvSpPr>
          <p:nvPr>
            <p:ph type="title"/>
          </p:nvPr>
        </p:nvSpPr>
        <p:spPr>
          <a:xfrm>
            <a:off x="762000" y="142875"/>
            <a:ext cx="7772400" cy="1143000"/>
          </a:xfrm>
        </p:spPr>
        <p:txBody>
          <a:bodyPr/>
          <a:lstStyle/>
          <a:p>
            <a:pPr eaLnBrk="1" hangingPunct="1"/>
            <a:r>
              <a:rPr lang="en-US" sz="3400" b="1" smtClean="0">
                <a:solidFill>
                  <a:srgbClr val="FF6600"/>
                </a:solidFill>
              </a:rPr>
              <a:t>Safe Handling of Chemicals </a:t>
            </a:r>
            <a:endParaRPr lang="en-US" smtClean="0"/>
          </a:p>
        </p:txBody>
      </p:sp>
      <p:graphicFrame>
        <p:nvGraphicFramePr>
          <p:cNvPr id="2050" name="Object 3"/>
          <p:cNvGraphicFramePr>
            <a:graphicFrameLocks noGrp="1" noChangeAspect="1"/>
          </p:cNvGraphicFramePr>
          <p:nvPr>
            <p:ph type="clipArt" sz="half" idx="1"/>
          </p:nvPr>
        </p:nvGraphicFramePr>
        <p:xfrm>
          <a:off x="428625" y="1385888"/>
          <a:ext cx="3041650" cy="3829050"/>
        </p:xfrm>
        <a:graphic>
          <a:graphicData uri="http://schemas.openxmlformats.org/presentationml/2006/ole">
            <mc:AlternateContent xmlns:mc="http://schemas.openxmlformats.org/markup-compatibility/2006">
              <mc:Choice xmlns:v="urn:schemas-microsoft-com:vml" Requires="v">
                <p:oleObj spid="_x0000_s2051" name="Clip" r:id="rId4" imgW="4579545" imgH="5036745" progId="">
                  <p:embed/>
                </p:oleObj>
              </mc:Choice>
              <mc:Fallback>
                <p:oleObj name="Clip" r:id="rId4" imgW="4579545" imgH="5036745"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625" y="1385888"/>
                        <a:ext cx="3041650" cy="3829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72" name="Rectangle 4"/>
          <p:cNvSpPr>
            <a:spLocks noGrp="1"/>
          </p:cNvSpPr>
          <p:nvPr>
            <p:ph type="body" sz="half" idx="2"/>
          </p:nvPr>
        </p:nvSpPr>
        <p:spPr>
          <a:xfrm>
            <a:off x="3643313" y="1500188"/>
            <a:ext cx="4572000" cy="4572000"/>
          </a:xfrm>
        </p:spPr>
        <p:txBody>
          <a:bodyPr/>
          <a:lstStyle/>
          <a:p>
            <a:pPr marL="457200" indent="-457200" eaLnBrk="1" hangingPunct="1">
              <a:spcBef>
                <a:spcPts val="1200"/>
              </a:spcBef>
              <a:spcAft>
                <a:spcPts val="1200"/>
              </a:spcAft>
              <a:defRPr/>
            </a:pPr>
            <a:r>
              <a:rPr lang="en-US" sz="2200" dirty="0" smtClean="0"/>
              <a:t>NEVER mix any chemicals</a:t>
            </a:r>
          </a:p>
          <a:p>
            <a:pPr marL="457200" indent="-457200" eaLnBrk="1" hangingPunct="1">
              <a:spcBef>
                <a:spcPts val="1200"/>
              </a:spcBef>
              <a:spcAft>
                <a:spcPts val="1200"/>
              </a:spcAft>
              <a:defRPr/>
            </a:pPr>
            <a:r>
              <a:rPr lang="en-US" sz="2200" dirty="0" smtClean="0"/>
              <a:t>Follow manufacturer’s instructions re dilution rates/uses</a:t>
            </a:r>
          </a:p>
          <a:p>
            <a:pPr marL="457200" indent="-457200" eaLnBrk="1" hangingPunct="1">
              <a:spcBef>
                <a:spcPts val="1200"/>
              </a:spcBef>
              <a:spcAft>
                <a:spcPts val="1200"/>
              </a:spcAft>
              <a:defRPr/>
            </a:pPr>
            <a:r>
              <a:rPr lang="en-US" sz="2200" dirty="0" smtClean="0"/>
              <a:t>Wear protective clothing</a:t>
            </a:r>
          </a:p>
          <a:p>
            <a:pPr marL="457200" indent="-457200" eaLnBrk="1" hangingPunct="1">
              <a:spcBef>
                <a:spcPts val="1200"/>
              </a:spcBef>
              <a:spcAft>
                <a:spcPts val="1200"/>
              </a:spcAft>
              <a:defRPr/>
            </a:pPr>
            <a:r>
              <a:rPr lang="en-US" sz="2200" dirty="0" smtClean="0"/>
              <a:t>Correct labeling</a:t>
            </a:r>
          </a:p>
          <a:p>
            <a:pPr marL="457200" indent="-457200" eaLnBrk="1" hangingPunct="1">
              <a:spcBef>
                <a:spcPts val="1200"/>
              </a:spcBef>
              <a:spcAft>
                <a:spcPts val="1200"/>
              </a:spcAft>
              <a:defRPr/>
            </a:pPr>
            <a:r>
              <a:rPr lang="en-US" sz="2200" dirty="0" smtClean="0"/>
              <a:t>Clean up spillages promptly</a:t>
            </a:r>
          </a:p>
          <a:p>
            <a:pPr eaLnBrk="1" hangingPunct="1">
              <a:spcBef>
                <a:spcPts val="1200"/>
              </a:spcBef>
              <a:spcAft>
                <a:spcPts val="1200"/>
              </a:spcAft>
              <a:defRPr/>
            </a:pPr>
            <a:endParaRPr lang="en-US" sz="2600" dirty="0" smtClean="0"/>
          </a:p>
          <a:p>
            <a:pPr eaLnBrk="1" hangingPunct="1">
              <a:spcBef>
                <a:spcPts val="1200"/>
              </a:spcBef>
              <a:spcAft>
                <a:spcPts val="1200"/>
              </a:spcAft>
              <a:defRPr/>
            </a:pPr>
            <a:endParaRPr lang="en-US" sz="2600" dirty="0" smtClean="0"/>
          </a:p>
        </p:txBody>
      </p:sp>
      <p:sp>
        <p:nvSpPr>
          <p:cNvPr id="5"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3ED3780B-681D-491A-8D36-A1BC380B04AF}" type="slidenum">
              <a:rPr lang="en-US" sz="1000">
                <a:solidFill>
                  <a:schemeClr val="tx2">
                    <a:shade val="50000"/>
                  </a:schemeClr>
                </a:solidFill>
                <a:latin typeface="Helvetica" pitchFamily="34" charset="0"/>
              </a:rPr>
              <a:pPr algn="r" fontAlgn="auto">
                <a:spcBef>
                  <a:spcPts val="0"/>
                </a:spcBef>
                <a:spcAft>
                  <a:spcPts val="0"/>
                </a:spcAft>
                <a:defRPr/>
              </a:pPr>
              <a:t>26</a:t>
            </a:fld>
            <a:endParaRPr lang="en-US" sz="1000" dirty="0">
              <a:solidFill>
                <a:schemeClr val="tx2">
                  <a:shade val="50000"/>
                </a:schemeClr>
              </a:solidFill>
              <a:latin typeface="Helvetica"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Protective Clothing and Equipment</a:t>
            </a:r>
            <a:br>
              <a:rPr lang="en-US" sz="3400" b="1" smtClean="0">
                <a:solidFill>
                  <a:srgbClr val="FF6600"/>
                </a:solidFill>
              </a:rPr>
            </a:br>
            <a:endParaRPr lang="en-US" sz="3400" b="1" smtClean="0">
              <a:solidFill>
                <a:srgbClr val="FF6600"/>
              </a:solidFill>
            </a:endParaRPr>
          </a:p>
        </p:txBody>
      </p:sp>
      <p:sp>
        <p:nvSpPr>
          <p:cNvPr id="3" name="Content Placeholder 2"/>
          <p:cNvSpPr>
            <a:spLocks noGrp="1"/>
          </p:cNvSpPr>
          <p:nvPr>
            <p:ph idx="4294967295"/>
          </p:nvPr>
        </p:nvSpPr>
        <p:spPr>
          <a:xfrm>
            <a:off x="611188" y="1285875"/>
            <a:ext cx="7467600" cy="4525963"/>
          </a:xfrm>
        </p:spPr>
        <p:txBody>
          <a:bodyPr>
            <a:normAutofit/>
          </a:bodyPr>
          <a:lstStyle/>
          <a:p>
            <a:pPr marL="0" indent="0" eaLnBrk="1" fontAlgn="auto" hangingPunct="1">
              <a:spcBef>
                <a:spcPts val="1200"/>
              </a:spcBef>
              <a:spcAft>
                <a:spcPts val="1200"/>
              </a:spcAft>
              <a:buFont typeface="Wingdings 2"/>
              <a:buNone/>
              <a:defRPr/>
            </a:pPr>
            <a:r>
              <a:rPr lang="en-US" sz="2200" kern="1200" dirty="0" smtClean="0"/>
              <a:t>Always wear and use the correct protective clothing and equipment for the task you are performing.</a:t>
            </a:r>
            <a:endParaRPr lang="en-US" sz="2200" kern="1200" dirty="0"/>
          </a:p>
          <a:p>
            <a:pPr marL="457200" indent="-457200" eaLnBrk="1" hangingPunct="1">
              <a:spcBef>
                <a:spcPts val="1200"/>
              </a:spcBef>
              <a:spcAft>
                <a:spcPts val="1200"/>
              </a:spcAft>
              <a:defRPr/>
            </a:pPr>
            <a:r>
              <a:rPr lang="en-US" sz="2200" dirty="0" smtClean="0"/>
              <a:t>Decanting chemicals</a:t>
            </a:r>
          </a:p>
          <a:p>
            <a:pPr marL="457200" indent="-457200" eaLnBrk="1" hangingPunct="1">
              <a:spcBef>
                <a:spcPts val="1200"/>
              </a:spcBef>
              <a:spcAft>
                <a:spcPts val="1200"/>
              </a:spcAft>
              <a:defRPr/>
            </a:pPr>
            <a:r>
              <a:rPr lang="en-US" sz="2200" dirty="0" smtClean="0"/>
              <a:t>Cleaning bathrooms</a:t>
            </a:r>
          </a:p>
          <a:p>
            <a:pPr marL="457200" indent="-457200" eaLnBrk="1" hangingPunct="1">
              <a:spcBef>
                <a:spcPts val="1200"/>
              </a:spcBef>
              <a:spcAft>
                <a:spcPts val="1200"/>
              </a:spcAft>
              <a:defRPr/>
            </a:pPr>
            <a:r>
              <a:rPr lang="en-US" sz="2200" dirty="0" smtClean="0"/>
              <a:t>High pressure washing</a:t>
            </a:r>
          </a:p>
          <a:p>
            <a:pPr marL="457200" indent="-457200" eaLnBrk="1" hangingPunct="1">
              <a:spcBef>
                <a:spcPts val="1200"/>
              </a:spcBef>
              <a:spcAft>
                <a:spcPts val="1200"/>
              </a:spcAft>
              <a:defRPr/>
            </a:pPr>
            <a:r>
              <a:rPr lang="en-US" sz="2200" dirty="0" smtClean="0"/>
              <a:t>Carpet cleaning</a:t>
            </a:r>
          </a:p>
          <a:p>
            <a:pPr marL="457200" indent="-457200" eaLnBrk="1" hangingPunct="1">
              <a:spcBef>
                <a:spcPts val="1200"/>
              </a:spcBef>
              <a:spcAft>
                <a:spcPts val="1200"/>
              </a:spcAft>
              <a:defRPr/>
            </a:pPr>
            <a:r>
              <a:rPr lang="en-US" sz="2200" dirty="0" smtClean="0"/>
              <a:t>Using noisy equipment (blowers)</a:t>
            </a:r>
          </a:p>
          <a:p>
            <a:pPr marL="360000" indent="-360000" eaLnBrk="1" fontAlgn="auto" hangingPunct="1">
              <a:spcBef>
                <a:spcPts val="1200"/>
              </a:spcBef>
              <a:spcAft>
                <a:spcPts val="12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780BB94C-453E-463A-840F-C569E51F06FD}" type="slidenum">
              <a:rPr lang="en-US" sz="1000">
                <a:solidFill>
                  <a:schemeClr val="tx2">
                    <a:shade val="50000"/>
                  </a:schemeClr>
                </a:solidFill>
                <a:latin typeface="Helvetica" pitchFamily="34" charset="0"/>
              </a:rPr>
              <a:pPr algn="r" fontAlgn="auto">
                <a:spcBef>
                  <a:spcPts val="0"/>
                </a:spcBef>
                <a:spcAft>
                  <a:spcPts val="0"/>
                </a:spcAft>
                <a:defRPr/>
              </a:pPr>
              <a:t>27</a:t>
            </a:fld>
            <a:endParaRPr lang="en-US" sz="1000" dirty="0">
              <a:solidFill>
                <a:schemeClr val="tx2">
                  <a:shade val="50000"/>
                </a:schemeClr>
              </a:solidFill>
              <a:latin typeface="Helvetica" pitchFamily="34" charset="0"/>
            </a:endParaRPr>
          </a:p>
        </p:txBody>
      </p:sp>
      <p:pic>
        <p:nvPicPr>
          <p:cNvPr id="34821" name="Picture 6" descr="C:\Users\Barbara\AppData\Local\Microsoft\Windows\Temporary Internet Files\Content.IE5\TTZDEVLP\MC900018420[1].wmf"/>
          <p:cNvPicPr>
            <a:picLocks noChangeAspect="1" noChangeArrowheads="1"/>
          </p:cNvPicPr>
          <p:nvPr/>
        </p:nvPicPr>
        <p:blipFill>
          <a:blip r:embed="rId3" cstate="print"/>
          <a:srcRect/>
          <a:stretch>
            <a:fillRect/>
          </a:stretch>
        </p:blipFill>
        <p:spPr bwMode="auto">
          <a:xfrm>
            <a:off x="6072188" y="2500313"/>
            <a:ext cx="1703387" cy="22923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Prepare to clean</a:t>
            </a:r>
          </a:p>
        </p:txBody>
      </p:sp>
      <p:sp>
        <p:nvSpPr>
          <p:cNvPr id="3" name="Content Placeholder 2"/>
          <p:cNvSpPr>
            <a:spLocks noGrp="1"/>
          </p:cNvSpPr>
          <p:nvPr>
            <p:ph idx="4294967295"/>
          </p:nvPr>
        </p:nvSpPr>
        <p:spPr>
          <a:xfrm>
            <a:off x="611188" y="1557338"/>
            <a:ext cx="7467600" cy="4525962"/>
          </a:xfrm>
        </p:spPr>
        <p:txBody>
          <a:bodyPr>
            <a:normAutofit/>
          </a:bodyPr>
          <a:lstStyle/>
          <a:p>
            <a:pPr marL="457200" indent="-457200" eaLnBrk="1" hangingPunct="1">
              <a:spcBef>
                <a:spcPts val="1200"/>
              </a:spcBef>
              <a:spcAft>
                <a:spcPts val="1200"/>
              </a:spcAft>
              <a:defRPr/>
            </a:pPr>
            <a:r>
              <a:rPr lang="en-US" sz="2200" dirty="0" smtClean="0"/>
              <a:t>Have all equipment you need for cleaning</a:t>
            </a:r>
          </a:p>
          <a:p>
            <a:pPr marL="457200" indent="-457200" eaLnBrk="1" hangingPunct="1">
              <a:spcBef>
                <a:spcPts val="1200"/>
              </a:spcBef>
              <a:spcAft>
                <a:spcPts val="1200"/>
              </a:spcAft>
              <a:defRPr/>
            </a:pPr>
            <a:r>
              <a:rPr lang="en-US" sz="2200" dirty="0" smtClean="0"/>
              <a:t>Assess area for damage</a:t>
            </a:r>
          </a:p>
          <a:p>
            <a:pPr marL="457200" indent="-457200" eaLnBrk="1" hangingPunct="1">
              <a:spcBef>
                <a:spcPts val="1200"/>
              </a:spcBef>
              <a:spcAft>
                <a:spcPts val="1200"/>
              </a:spcAft>
              <a:defRPr/>
            </a:pPr>
            <a:r>
              <a:rPr lang="en-US" sz="2200" dirty="0" smtClean="0"/>
              <a:t>Use caution signs and barriers</a:t>
            </a:r>
          </a:p>
          <a:p>
            <a:pPr marL="457200" indent="-457200" eaLnBrk="1" hangingPunct="1">
              <a:spcBef>
                <a:spcPts val="1200"/>
              </a:spcBef>
              <a:spcAft>
                <a:spcPts val="1200"/>
              </a:spcAft>
              <a:defRPr/>
            </a:pPr>
            <a:r>
              <a:rPr lang="en-US" sz="2200" dirty="0" smtClean="0"/>
              <a:t>Remove furniture</a:t>
            </a:r>
          </a:p>
          <a:p>
            <a:pPr marL="457200" indent="-457200" eaLnBrk="1" hangingPunct="1">
              <a:spcBef>
                <a:spcPts val="1200"/>
              </a:spcBef>
              <a:spcAft>
                <a:spcPts val="1200"/>
              </a:spcAft>
              <a:defRPr/>
            </a:pPr>
            <a:r>
              <a:rPr lang="en-US" sz="2200" dirty="0" smtClean="0"/>
              <a:t>Cover furniture</a:t>
            </a: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12A5C548-7DC2-4307-986F-707FEAB348C2}" type="slidenum">
              <a:rPr lang="en-US" sz="1000">
                <a:solidFill>
                  <a:schemeClr val="tx2">
                    <a:shade val="50000"/>
                  </a:schemeClr>
                </a:solidFill>
                <a:latin typeface="Helvetica" pitchFamily="34" charset="0"/>
              </a:rPr>
              <a:pPr algn="r" fontAlgn="auto">
                <a:spcBef>
                  <a:spcPts val="0"/>
                </a:spcBef>
                <a:spcAft>
                  <a:spcPts val="0"/>
                </a:spcAft>
                <a:defRPr/>
              </a:pPr>
              <a:t>28</a:t>
            </a:fld>
            <a:endParaRPr lang="en-US" sz="1000" dirty="0">
              <a:solidFill>
                <a:schemeClr val="tx2">
                  <a:shade val="50000"/>
                </a:schemeClr>
              </a:solidFill>
              <a:latin typeface="Helvetica" pitchFamily="34" charset="0"/>
            </a:endParaRPr>
          </a:p>
        </p:txBody>
      </p:sp>
      <p:pic>
        <p:nvPicPr>
          <p:cNvPr id="35845" name="Picture 6" descr="C:\Documents and Settings\danielc\Local Settings\Temporary Internet Files\Content.IE5\WOYKSSHU\MC900297791[1].wmf"/>
          <p:cNvPicPr>
            <a:picLocks noChangeAspect="1" noChangeArrowheads="1"/>
          </p:cNvPicPr>
          <p:nvPr/>
        </p:nvPicPr>
        <p:blipFill>
          <a:blip r:embed="rId3" cstate="print"/>
          <a:srcRect/>
          <a:stretch>
            <a:fillRect/>
          </a:stretch>
        </p:blipFill>
        <p:spPr bwMode="auto">
          <a:xfrm>
            <a:off x="5572125" y="2714625"/>
            <a:ext cx="1765300" cy="18129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Undertake the cleaning process</a:t>
            </a:r>
          </a:p>
        </p:txBody>
      </p:sp>
      <p:sp>
        <p:nvSpPr>
          <p:cNvPr id="3" name="Content Placeholder 2"/>
          <p:cNvSpPr>
            <a:spLocks noGrp="1"/>
          </p:cNvSpPr>
          <p:nvPr>
            <p:ph idx="4294967295"/>
          </p:nvPr>
        </p:nvSpPr>
        <p:spPr>
          <a:xfrm>
            <a:off x="539750" y="1484313"/>
            <a:ext cx="7467600" cy="4525962"/>
          </a:xfrm>
        </p:spPr>
        <p:txBody>
          <a:bodyPr>
            <a:normAutofit/>
          </a:bodyPr>
          <a:lstStyle/>
          <a:p>
            <a:pPr marL="457200" indent="-457200" eaLnBrk="1" hangingPunct="1">
              <a:spcBef>
                <a:spcPts val="600"/>
              </a:spcBef>
              <a:spcAft>
                <a:spcPts val="1200"/>
              </a:spcAft>
              <a:defRPr/>
            </a:pPr>
            <a:r>
              <a:rPr lang="en-US" sz="2200" dirty="0" smtClean="0"/>
              <a:t>Remove all waste</a:t>
            </a:r>
          </a:p>
          <a:p>
            <a:pPr marL="457200" indent="-457200" eaLnBrk="1" hangingPunct="1">
              <a:spcBef>
                <a:spcPts val="600"/>
              </a:spcBef>
              <a:spcAft>
                <a:spcPts val="1200"/>
              </a:spcAft>
              <a:defRPr/>
            </a:pPr>
            <a:r>
              <a:rPr lang="en-US" sz="2200" dirty="0" smtClean="0"/>
              <a:t>Dry tasks</a:t>
            </a:r>
          </a:p>
          <a:p>
            <a:pPr marL="457200" indent="-457200" eaLnBrk="1" hangingPunct="1">
              <a:spcBef>
                <a:spcPts val="600"/>
              </a:spcBef>
              <a:spcAft>
                <a:spcPts val="1200"/>
              </a:spcAft>
              <a:defRPr/>
            </a:pPr>
            <a:r>
              <a:rPr lang="en-US" sz="2200" dirty="0" smtClean="0"/>
              <a:t>Wet tasks</a:t>
            </a:r>
          </a:p>
          <a:p>
            <a:pPr marL="457200" indent="-457200" eaLnBrk="1" hangingPunct="1">
              <a:spcBef>
                <a:spcPts val="600"/>
              </a:spcBef>
              <a:spcAft>
                <a:spcPts val="1200"/>
              </a:spcAft>
              <a:defRPr/>
            </a:pPr>
            <a:r>
              <a:rPr lang="en-US" sz="2200" dirty="0" smtClean="0"/>
              <a:t>Clean top to bottom</a:t>
            </a:r>
          </a:p>
          <a:p>
            <a:pPr marL="457200" indent="-457200" eaLnBrk="1" hangingPunct="1">
              <a:spcBef>
                <a:spcPts val="600"/>
              </a:spcBef>
              <a:spcAft>
                <a:spcPts val="1200"/>
              </a:spcAft>
              <a:defRPr/>
            </a:pPr>
            <a:r>
              <a:rPr lang="en-US" sz="2200" dirty="0" smtClean="0"/>
              <a:t>Floor cleaning last</a:t>
            </a:r>
          </a:p>
          <a:p>
            <a:pPr marL="457200" indent="-457200" eaLnBrk="1" hangingPunct="1">
              <a:spcBef>
                <a:spcPts val="600"/>
              </a:spcBef>
              <a:spcAft>
                <a:spcPts val="1200"/>
              </a:spcAft>
              <a:defRPr/>
            </a:pPr>
            <a:r>
              <a:rPr lang="en-US" sz="2200" dirty="0" smtClean="0"/>
              <a:t>Work systematically</a:t>
            </a:r>
          </a:p>
          <a:p>
            <a:pPr marL="457200" indent="-457200" eaLnBrk="1" hangingPunct="1">
              <a:spcBef>
                <a:spcPts val="600"/>
              </a:spcBef>
              <a:spcAft>
                <a:spcPts val="1200"/>
              </a:spcAft>
              <a:defRPr/>
            </a:pPr>
            <a:r>
              <a:rPr lang="en-US" sz="2200" dirty="0" smtClean="0"/>
              <a:t>Final check</a:t>
            </a:r>
          </a:p>
          <a:p>
            <a:pPr marL="360000" indent="-360000" eaLnBrk="1" fontAlgn="auto" hangingPunct="1">
              <a:spcBef>
                <a:spcPts val="600"/>
              </a:spcBef>
              <a:spcAft>
                <a:spcPts val="12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53FEE071-4560-44B7-8718-E468BE31EFED}" type="slidenum">
              <a:rPr lang="en-US" sz="1000">
                <a:solidFill>
                  <a:schemeClr val="tx2">
                    <a:shade val="50000"/>
                  </a:schemeClr>
                </a:solidFill>
                <a:latin typeface="Helvetica" pitchFamily="34" charset="0"/>
              </a:rPr>
              <a:pPr algn="r" fontAlgn="auto">
                <a:spcBef>
                  <a:spcPts val="0"/>
                </a:spcBef>
                <a:spcAft>
                  <a:spcPts val="0"/>
                </a:spcAft>
                <a:defRPr/>
              </a:pPr>
              <a:t>29</a:t>
            </a:fld>
            <a:endParaRPr lang="en-US" sz="1000" dirty="0">
              <a:solidFill>
                <a:schemeClr val="tx2">
                  <a:shade val="50000"/>
                </a:schemeClr>
              </a:solidFill>
              <a:latin typeface="Helvetica" pitchFamily="34" charset="0"/>
            </a:endParaRPr>
          </a:p>
        </p:txBody>
      </p:sp>
      <p:pic>
        <p:nvPicPr>
          <p:cNvPr id="36869" name="Picture 6" descr="C:\Users\Barbara\AppData\Local\Microsoft\Windows\Temporary Internet Files\Content.IE5\KN1UCD06\MC900053412[1].wmf"/>
          <p:cNvPicPr>
            <a:picLocks noChangeAspect="1" noChangeArrowheads="1"/>
          </p:cNvPicPr>
          <p:nvPr/>
        </p:nvPicPr>
        <p:blipFill>
          <a:blip r:embed="rId3" cstate="print"/>
          <a:srcRect/>
          <a:stretch>
            <a:fillRect/>
          </a:stretch>
        </p:blipFill>
        <p:spPr bwMode="auto">
          <a:xfrm>
            <a:off x="4929188" y="1928813"/>
            <a:ext cx="2293937" cy="23018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idx="4294967295"/>
          </p:nvPr>
        </p:nvSpPr>
        <p:spPr>
          <a:xfrm>
            <a:off x="611188" y="71438"/>
            <a:ext cx="7467600" cy="1143000"/>
          </a:xfrm>
        </p:spPr>
        <p:txBody>
          <a:bodyPr/>
          <a:lstStyle/>
          <a:p>
            <a:pPr eaLnBrk="1" hangingPunct="1"/>
            <a:r>
              <a:rPr lang="en-US" sz="3400" b="1" smtClean="0">
                <a:solidFill>
                  <a:srgbClr val="FF6600"/>
                </a:solidFill>
              </a:rPr>
              <a:t>Dispose of waste</a:t>
            </a:r>
          </a:p>
        </p:txBody>
      </p:sp>
      <p:sp>
        <p:nvSpPr>
          <p:cNvPr id="3" name="Content Placeholder 2"/>
          <p:cNvSpPr>
            <a:spLocks noGrp="1"/>
          </p:cNvSpPr>
          <p:nvPr>
            <p:ph idx="4294967295"/>
          </p:nvPr>
        </p:nvSpPr>
        <p:spPr>
          <a:xfrm>
            <a:off x="611188" y="1214438"/>
            <a:ext cx="7467600" cy="4525962"/>
          </a:xfrm>
        </p:spPr>
        <p:txBody>
          <a:bodyPr>
            <a:normAutofit/>
          </a:bodyPr>
          <a:lstStyle/>
          <a:p>
            <a:pPr marL="0" indent="0" eaLnBrk="1" fontAlgn="auto" hangingPunct="1">
              <a:spcBef>
                <a:spcPts val="600"/>
              </a:spcBef>
              <a:spcAft>
                <a:spcPts val="1200"/>
              </a:spcAft>
              <a:buFont typeface="Wingdings 2" pitchFamily="18" charset="2"/>
              <a:buNone/>
              <a:defRPr/>
            </a:pPr>
            <a:r>
              <a:rPr lang="en-US" sz="2200" kern="1200" dirty="0" smtClean="0"/>
              <a:t>Types of waste:</a:t>
            </a:r>
          </a:p>
          <a:p>
            <a:pPr marL="457200" indent="-457200" eaLnBrk="1" hangingPunct="1">
              <a:spcBef>
                <a:spcPts val="600"/>
              </a:spcBef>
              <a:spcAft>
                <a:spcPts val="1200"/>
              </a:spcAft>
              <a:defRPr/>
            </a:pPr>
            <a:r>
              <a:rPr lang="en-US" sz="2200" dirty="0" smtClean="0"/>
              <a:t>Food waste</a:t>
            </a:r>
          </a:p>
          <a:p>
            <a:pPr marL="457200" indent="-457200" eaLnBrk="1" hangingPunct="1">
              <a:spcBef>
                <a:spcPts val="600"/>
              </a:spcBef>
              <a:spcAft>
                <a:spcPts val="1200"/>
              </a:spcAft>
              <a:defRPr/>
            </a:pPr>
            <a:r>
              <a:rPr lang="en-US" sz="2200" dirty="0" smtClean="0"/>
              <a:t>Dry waste</a:t>
            </a:r>
          </a:p>
          <a:p>
            <a:pPr marL="457200" indent="-457200" eaLnBrk="1" hangingPunct="1">
              <a:spcBef>
                <a:spcPts val="600"/>
              </a:spcBef>
              <a:spcAft>
                <a:spcPts val="1200"/>
              </a:spcAft>
              <a:defRPr/>
            </a:pPr>
            <a:r>
              <a:rPr lang="en-US" sz="2200" dirty="0" smtClean="0"/>
              <a:t>Recyclable waste</a:t>
            </a:r>
          </a:p>
          <a:p>
            <a:pPr marL="457200" indent="-457200" eaLnBrk="1" hangingPunct="1">
              <a:spcBef>
                <a:spcPts val="600"/>
              </a:spcBef>
              <a:spcAft>
                <a:spcPts val="1200"/>
              </a:spcAft>
              <a:defRPr/>
            </a:pPr>
            <a:r>
              <a:rPr lang="en-US" sz="2200" dirty="0" smtClean="0"/>
              <a:t>Medical and infectious waste</a:t>
            </a:r>
          </a:p>
          <a:p>
            <a:pPr marL="457200" indent="-457200" eaLnBrk="1" hangingPunct="1">
              <a:spcBef>
                <a:spcPts val="600"/>
              </a:spcBef>
              <a:spcAft>
                <a:spcPts val="1200"/>
              </a:spcAft>
              <a:defRPr/>
            </a:pPr>
            <a:r>
              <a:rPr lang="en-US" sz="2200" dirty="0" smtClean="0"/>
              <a:t>Return waste</a:t>
            </a:r>
          </a:p>
          <a:p>
            <a:pPr marL="360000" indent="-360000" eaLnBrk="1" fontAlgn="auto" hangingPunct="1">
              <a:spcBef>
                <a:spcPts val="600"/>
              </a:spcBef>
              <a:spcAft>
                <a:spcPts val="12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468576F9-6614-4306-A620-3E07307017B1}" type="slidenum">
              <a:rPr lang="en-US" sz="1000">
                <a:solidFill>
                  <a:schemeClr val="tx2">
                    <a:shade val="50000"/>
                  </a:schemeClr>
                </a:solidFill>
                <a:latin typeface="Helvetica" pitchFamily="34" charset="0"/>
              </a:rPr>
              <a:pPr algn="r" fontAlgn="auto">
                <a:spcBef>
                  <a:spcPts val="0"/>
                </a:spcBef>
                <a:spcAft>
                  <a:spcPts val="0"/>
                </a:spcAft>
                <a:defRPr/>
              </a:pPr>
              <a:t>30</a:t>
            </a:fld>
            <a:endParaRPr lang="en-US" sz="1000" dirty="0">
              <a:solidFill>
                <a:schemeClr val="tx2">
                  <a:shade val="50000"/>
                </a:schemeClr>
              </a:solidFill>
              <a:latin typeface="Helvetica" pitchFamily="34" charset="0"/>
            </a:endParaRPr>
          </a:p>
        </p:txBody>
      </p:sp>
      <p:pic>
        <p:nvPicPr>
          <p:cNvPr id="37893" name="Picture 9" descr="C:\Users\Barbara\AppData\Local\Microsoft\Windows\Temporary Internet Files\Content.IE5\F6T2GJGP\MP900437389[1].jpg"/>
          <p:cNvPicPr>
            <a:picLocks noChangeAspect="1" noChangeArrowheads="1"/>
          </p:cNvPicPr>
          <p:nvPr/>
        </p:nvPicPr>
        <p:blipFill>
          <a:blip r:embed="rId3" cstate="print"/>
          <a:srcRect/>
          <a:stretch>
            <a:fillRect/>
          </a:stretch>
        </p:blipFill>
        <p:spPr bwMode="auto">
          <a:xfrm>
            <a:off x="5643563" y="1428750"/>
            <a:ext cx="2098675" cy="30892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idx="4294967295"/>
          </p:nvPr>
        </p:nvSpPr>
        <p:spPr>
          <a:xfrm>
            <a:off x="611188" y="214313"/>
            <a:ext cx="7467600" cy="1143000"/>
          </a:xfrm>
        </p:spPr>
        <p:txBody>
          <a:bodyPr/>
          <a:lstStyle/>
          <a:p>
            <a:pPr eaLnBrk="1" hangingPunct="1"/>
            <a:r>
              <a:rPr lang="en-US" sz="3400" b="1" smtClean="0">
                <a:solidFill>
                  <a:srgbClr val="FF6600"/>
                </a:solidFill>
              </a:rPr>
              <a:t>Clean, check and store cleaning equipment and chemicals</a:t>
            </a:r>
          </a:p>
        </p:txBody>
      </p:sp>
      <p:sp>
        <p:nvSpPr>
          <p:cNvPr id="3" name="Content Placeholder 2"/>
          <p:cNvSpPr>
            <a:spLocks noGrp="1"/>
          </p:cNvSpPr>
          <p:nvPr>
            <p:ph idx="4294967295"/>
          </p:nvPr>
        </p:nvSpPr>
        <p:spPr>
          <a:xfrm>
            <a:off x="611188" y="1557338"/>
            <a:ext cx="8032750" cy="4943475"/>
          </a:xfrm>
        </p:spPr>
        <p:txBody>
          <a:bodyPr>
            <a:noAutofit/>
          </a:bodyPr>
          <a:lstStyle/>
          <a:p>
            <a:pPr marL="457200" indent="-457200" eaLnBrk="1" hangingPunct="1">
              <a:spcBef>
                <a:spcPts val="600"/>
              </a:spcBef>
              <a:spcAft>
                <a:spcPts val="600"/>
              </a:spcAft>
              <a:defRPr/>
            </a:pPr>
            <a:r>
              <a:rPr lang="en-US" sz="2200" dirty="0" smtClean="0"/>
              <a:t>Clean and check all equipment</a:t>
            </a:r>
          </a:p>
          <a:p>
            <a:pPr marL="457200" indent="-457200" eaLnBrk="1" hangingPunct="1">
              <a:spcBef>
                <a:spcPts val="600"/>
              </a:spcBef>
              <a:spcAft>
                <a:spcPts val="600"/>
              </a:spcAft>
              <a:defRPr/>
            </a:pPr>
            <a:r>
              <a:rPr lang="en-US" sz="2200" dirty="0" smtClean="0"/>
              <a:t>Store tidily</a:t>
            </a:r>
          </a:p>
          <a:p>
            <a:pPr marL="457200" indent="-457200" eaLnBrk="1" hangingPunct="1">
              <a:spcBef>
                <a:spcPts val="600"/>
              </a:spcBef>
              <a:spcAft>
                <a:spcPts val="600"/>
              </a:spcAft>
              <a:defRPr/>
            </a:pPr>
            <a:r>
              <a:rPr lang="en-US" sz="2200" dirty="0" smtClean="0"/>
              <a:t>Empty and wash buckets and mops</a:t>
            </a:r>
          </a:p>
          <a:p>
            <a:pPr marL="457200" indent="-457200" eaLnBrk="1" hangingPunct="1">
              <a:spcBef>
                <a:spcPts val="600"/>
              </a:spcBef>
              <a:spcAft>
                <a:spcPts val="600"/>
              </a:spcAft>
              <a:defRPr/>
            </a:pPr>
            <a:r>
              <a:rPr lang="en-US" sz="2200" dirty="0" smtClean="0"/>
              <a:t>Clean all brushes</a:t>
            </a:r>
          </a:p>
          <a:p>
            <a:pPr marL="457200" indent="-457200" eaLnBrk="1" hangingPunct="1">
              <a:spcBef>
                <a:spcPts val="600"/>
              </a:spcBef>
              <a:spcAft>
                <a:spcPts val="600"/>
              </a:spcAft>
              <a:defRPr/>
            </a:pPr>
            <a:r>
              <a:rPr lang="en-US" sz="2200" dirty="0" smtClean="0"/>
              <a:t>Store all similar items together</a:t>
            </a:r>
          </a:p>
          <a:p>
            <a:pPr marL="457200" indent="-457200" eaLnBrk="1" hangingPunct="1">
              <a:spcBef>
                <a:spcPts val="600"/>
              </a:spcBef>
              <a:spcAft>
                <a:spcPts val="600"/>
              </a:spcAft>
              <a:defRPr/>
            </a:pPr>
            <a:r>
              <a:rPr lang="en-US" sz="2200" dirty="0" smtClean="0"/>
              <a:t>Clean and restack trolley</a:t>
            </a:r>
          </a:p>
          <a:p>
            <a:pPr marL="457200" indent="-457200" eaLnBrk="1" hangingPunct="1">
              <a:spcBef>
                <a:spcPts val="600"/>
              </a:spcBef>
              <a:spcAft>
                <a:spcPts val="600"/>
              </a:spcAft>
              <a:defRPr/>
            </a:pPr>
            <a:r>
              <a:rPr lang="en-US" sz="2200" dirty="0" smtClean="0"/>
              <a:t>Remove any waste</a:t>
            </a:r>
          </a:p>
          <a:p>
            <a:pPr marL="457200" indent="-457200" eaLnBrk="1" hangingPunct="1">
              <a:spcBef>
                <a:spcPts val="600"/>
              </a:spcBef>
              <a:spcAft>
                <a:spcPts val="600"/>
              </a:spcAft>
              <a:defRPr/>
            </a:pPr>
            <a:r>
              <a:rPr lang="en-US" sz="2200" dirty="0" smtClean="0"/>
              <a:t>Refill chemical bottles</a:t>
            </a:r>
          </a:p>
          <a:p>
            <a:pPr marL="457200" indent="-457200" eaLnBrk="1" hangingPunct="1">
              <a:spcBef>
                <a:spcPts val="600"/>
              </a:spcBef>
              <a:spcAft>
                <a:spcPts val="600"/>
              </a:spcAft>
              <a:defRPr/>
            </a:pPr>
            <a:r>
              <a:rPr lang="en-US" sz="2200" dirty="0" smtClean="0"/>
              <a:t>Sort cleaning cloths</a:t>
            </a:r>
          </a:p>
          <a:p>
            <a:pPr marL="457200" indent="-457200" eaLnBrk="1" hangingPunct="1">
              <a:spcBef>
                <a:spcPts val="600"/>
              </a:spcBef>
              <a:spcAft>
                <a:spcPts val="600"/>
              </a:spcAft>
              <a:defRPr/>
            </a:pPr>
            <a:r>
              <a:rPr lang="en-US" sz="2200" dirty="0" smtClean="0"/>
              <a:t>Check protective equipment</a:t>
            </a:r>
          </a:p>
          <a:p>
            <a:pPr marL="360000" indent="-360000" eaLnBrk="1" fontAlgn="auto" hangingPunct="1">
              <a:spcBef>
                <a:spcPts val="600"/>
              </a:spcBef>
              <a:spcAft>
                <a:spcPts val="6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D1A1CC9E-2A69-47FD-8654-00F63725E8E4}" type="slidenum">
              <a:rPr lang="en-US" sz="1000">
                <a:solidFill>
                  <a:schemeClr val="tx2">
                    <a:shade val="50000"/>
                  </a:schemeClr>
                </a:solidFill>
                <a:latin typeface="Helvetica" pitchFamily="34" charset="0"/>
              </a:rPr>
              <a:pPr algn="r" fontAlgn="auto">
                <a:spcBef>
                  <a:spcPts val="0"/>
                </a:spcBef>
                <a:spcAft>
                  <a:spcPts val="0"/>
                </a:spcAft>
                <a:defRPr/>
              </a:pPr>
              <a:t>31</a:t>
            </a:fld>
            <a:endParaRPr lang="en-US" sz="1000" dirty="0">
              <a:solidFill>
                <a:schemeClr val="tx2">
                  <a:shade val="50000"/>
                </a:schemeClr>
              </a:solidFill>
              <a:latin typeface="Helvetica" pitchFamily="34" charset="0"/>
            </a:endParaRPr>
          </a:p>
        </p:txBody>
      </p:sp>
      <p:pic>
        <p:nvPicPr>
          <p:cNvPr id="38917" name="Picture 6" descr="C:\Users\Barbara\AppData\Local\Microsoft\Windows\Temporary Internet Files\Content.IE5\TTZDEVLP\MC900442139[1].png"/>
          <p:cNvPicPr>
            <a:picLocks noChangeAspect="1" noChangeArrowheads="1"/>
          </p:cNvPicPr>
          <p:nvPr/>
        </p:nvPicPr>
        <p:blipFill>
          <a:blip r:embed="rId3" cstate="print"/>
          <a:srcRect/>
          <a:stretch>
            <a:fillRect/>
          </a:stretch>
        </p:blipFill>
        <p:spPr bwMode="auto">
          <a:xfrm>
            <a:off x="6072188" y="2714625"/>
            <a:ext cx="2176462" cy="22209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p:cNvSpPr>
          <p:nvPr>
            <p:ph type="title"/>
          </p:nvPr>
        </p:nvSpPr>
        <p:spPr>
          <a:xfrm>
            <a:off x="685800" y="381000"/>
            <a:ext cx="7772400" cy="990600"/>
          </a:xfrm>
        </p:spPr>
        <p:txBody>
          <a:bodyPr/>
          <a:lstStyle/>
          <a:p>
            <a:pPr eaLnBrk="1" hangingPunct="1"/>
            <a:r>
              <a:rPr lang="en-US" sz="3400" b="1" smtClean="0">
                <a:solidFill>
                  <a:srgbClr val="FF6600"/>
                </a:solidFill>
              </a:rPr>
              <a:t>Care of the Vacuum cleaner</a:t>
            </a:r>
            <a:endParaRPr lang="en-US" smtClean="0"/>
          </a:p>
        </p:txBody>
      </p:sp>
      <p:graphicFrame>
        <p:nvGraphicFramePr>
          <p:cNvPr id="3074" name="Object 3"/>
          <p:cNvGraphicFramePr>
            <a:graphicFrameLocks noGrp="1" noChangeAspect="1"/>
          </p:cNvGraphicFramePr>
          <p:nvPr>
            <p:ph type="clipArt" sz="half" idx="1"/>
          </p:nvPr>
        </p:nvGraphicFramePr>
        <p:xfrm>
          <a:off x="714375" y="1785938"/>
          <a:ext cx="2911475" cy="3092450"/>
        </p:xfrm>
        <a:graphic>
          <a:graphicData uri="http://schemas.openxmlformats.org/presentationml/2006/ole">
            <mc:AlternateContent xmlns:mc="http://schemas.openxmlformats.org/markup-compatibility/2006">
              <mc:Choice xmlns:v="urn:schemas-microsoft-com:vml" Requires="v">
                <p:oleObj spid="_x0000_s3075" name="Clip" r:id="rId4" imgW="2059663" imgH="1910281" progId="">
                  <p:embed/>
                </p:oleObj>
              </mc:Choice>
              <mc:Fallback>
                <p:oleObj name="Clip" r:id="rId4" imgW="2059663" imgH="1910281" progId="">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4375" y="1785938"/>
                        <a:ext cx="2911475" cy="309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6" name="Rectangle 4"/>
          <p:cNvSpPr>
            <a:spLocks noGrp="1"/>
          </p:cNvSpPr>
          <p:nvPr>
            <p:ph type="body" sz="half" idx="2"/>
          </p:nvPr>
        </p:nvSpPr>
        <p:spPr>
          <a:xfrm>
            <a:off x="3929063" y="1500188"/>
            <a:ext cx="4286250" cy="4700587"/>
          </a:xfrm>
        </p:spPr>
        <p:txBody>
          <a:bodyPr/>
          <a:lstStyle/>
          <a:p>
            <a:pPr marL="457200" indent="-457200" eaLnBrk="1" hangingPunct="1">
              <a:spcBef>
                <a:spcPts val="600"/>
              </a:spcBef>
              <a:spcAft>
                <a:spcPts val="1200"/>
              </a:spcAft>
            </a:pPr>
            <a:r>
              <a:rPr lang="en-US" sz="2200" dirty="0" smtClean="0"/>
              <a:t>Empty cloth dust bag or replace paper bag daily </a:t>
            </a:r>
          </a:p>
          <a:p>
            <a:pPr marL="457200" indent="-457200" eaLnBrk="1" hangingPunct="1">
              <a:spcBef>
                <a:spcPts val="600"/>
              </a:spcBef>
              <a:spcAft>
                <a:spcPts val="1200"/>
              </a:spcAft>
            </a:pPr>
            <a:r>
              <a:rPr lang="en-US" sz="2200" dirty="0" smtClean="0"/>
              <a:t>Damp wipe exterior of machine</a:t>
            </a:r>
          </a:p>
          <a:p>
            <a:pPr marL="457200" indent="-457200" eaLnBrk="1" hangingPunct="1">
              <a:spcBef>
                <a:spcPts val="600"/>
              </a:spcBef>
              <a:spcAft>
                <a:spcPts val="1200"/>
              </a:spcAft>
            </a:pPr>
            <a:r>
              <a:rPr lang="en-US" sz="2200" dirty="0" smtClean="0"/>
              <a:t>Check wiring/switches daily for faults</a:t>
            </a:r>
          </a:p>
          <a:p>
            <a:pPr marL="457200" indent="-457200" eaLnBrk="1" hangingPunct="1">
              <a:spcBef>
                <a:spcPts val="600"/>
              </a:spcBef>
              <a:spcAft>
                <a:spcPts val="1200"/>
              </a:spcAft>
            </a:pPr>
            <a:r>
              <a:rPr lang="en-US" sz="2200" dirty="0" smtClean="0"/>
              <a:t>Oil squeaky wheels</a:t>
            </a:r>
          </a:p>
          <a:p>
            <a:pPr marL="457200" indent="-457200" eaLnBrk="1" hangingPunct="1">
              <a:spcBef>
                <a:spcPts val="600"/>
              </a:spcBef>
              <a:spcAft>
                <a:spcPts val="1200"/>
              </a:spcAft>
            </a:pPr>
            <a:r>
              <a:rPr lang="en-US" sz="2200" dirty="0" smtClean="0"/>
              <a:t>Replace filters regularly</a:t>
            </a:r>
          </a:p>
          <a:p>
            <a:pPr marL="457200" indent="-457200" eaLnBrk="1" hangingPunct="1">
              <a:spcBef>
                <a:spcPts val="600"/>
              </a:spcBef>
              <a:spcAft>
                <a:spcPts val="1200"/>
              </a:spcAft>
            </a:pPr>
            <a:r>
              <a:rPr lang="en-US" sz="2200" dirty="0" smtClean="0"/>
              <a:t>Regular maintenance</a:t>
            </a:r>
          </a:p>
        </p:txBody>
      </p:sp>
      <p:sp>
        <p:nvSpPr>
          <p:cNvPr id="5"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3ED3780B-681D-491A-8D36-A1BC380B04AF}" type="slidenum">
              <a:rPr lang="en-US" sz="1000">
                <a:solidFill>
                  <a:schemeClr val="tx2">
                    <a:shade val="50000"/>
                  </a:schemeClr>
                </a:solidFill>
                <a:latin typeface="Helvetica" pitchFamily="34" charset="0"/>
              </a:rPr>
              <a:pPr algn="r" fontAlgn="auto">
                <a:spcBef>
                  <a:spcPts val="0"/>
                </a:spcBef>
                <a:spcAft>
                  <a:spcPts val="0"/>
                </a:spcAft>
                <a:defRPr/>
              </a:pPr>
              <a:t>32</a:t>
            </a:fld>
            <a:endParaRPr lang="en-US" sz="1000" dirty="0">
              <a:solidFill>
                <a:schemeClr val="tx2">
                  <a:shade val="50000"/>
                </a:schemeClr>
              </a:solidFill>
              <a:latin typeface="Helvetica" pitchFamily="34"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Wet cleaning tasks</a:t>
            </a:r>
          </a:p>
        </p:txBody>
      </p:sp>
      <p:sp>
        <p:nvSpPr>
          <p:cNvPr id="3" name="Content Placeholder 2"/>
          <p:cNvSpPr>
            <a:spLocks noGrp="1"/>
          </p:cNvSpPr>
          <p:nvPr>
            <p:ph idx="4294967295"/>
          </p:nvPr>
        </p:nvSpPr>
        <p:spPr>
          <a:xfrm>
            <a:off x="604838" y="1474788"/>
            <a:ext cx="7467600" cy="4525962"/>
          </a:xfrm>
        </p:spPr>
        <p:txBody>
          <a:bodyPr>
            <a:normAutofit fontScale="92500" lnSpcReduction="20000"/>
          </a:bodyPr>
          <a:lstStyle/>
          <a:p>
            <a:pPr marL="457200" indent="-457200" eaLnBrk="1" hangingPunct="1">
              <a:spcBef>
                <a:spcPts val="600"/>
              </a:spcBef>
              <a:spcAft>
                <a:spcPts val="1200"/>
              </a:spcAft>
              <a:defRPr/>
            </a:pPr>
            <a:r>
              <a:rPr lang="en-US" sz="2400" dirty="0" smtClean="0"/>
              <a:t>Toilet cleaning</a:t>
            </a:r>
          </a:p>
          <a:p>
            <a:pPr marL="457200" indent="-457200" eaLnBrk="1" hangingPunct="1">
              <a:spcBef>
                <a:spcPts val="600"/>
              </a:spcBef>
              <a:spcAft>
                <a:spcPts val="1200"/>
              </a:spcAft>
              <a:defRPr/>
            </a:pPr>
            <a:r>
              <a:rPr lang="en-US" sz="2400" dirty="0" smtClean="0"/>
              <a:t>Washroom cleaning</a:t>
            </a:r>
          </a:p>
          <a:p>
            <a:pPr marL="457200" indent="-457200" eaLnBrk="1" hangingPunct="1">
              <a:spcBef>
                <a:spcPts val="600"/>
              </a:spcBef>
              <a:spcAft>
                <a:spcPts val="1200"/>
              </a:spcAft>
              <a:defRPr/>
            </a:pPr>
            <a:r>
              <a:rPr lang="en-US" sz="2400" dirty="0" smtClean="0"/>
              <a:t>Bathroom cleaning</a:t>
            </a:r>
          </a:p>
          <a:p>
            <a:pPr marL="457200" indent="-457200" eaLnBrk="1" hangingPunct="1">
              <a:spcBef>
                <a:spcPts val="600"/>
              </a:spcBef>
              <a:spcAft>
                <a:spcPts val="1200"/>
              </a:spcAft>
              <a:defRPr/>
            </a:pPr>
            <a:r>
              <a:rPr lang="en-US" sz="2400" dirty="0" smtClean="0"/>
              <a:t>Mopping floors</a:t>
            </a:r>
          </a:p>
          <a:p>
            <a:pPr marL="457200" indent="-457200" eaLnBrk="1" hangingPunct="1">
              <a:spcBef>
                <a:spcPts val="600"/>
              </a:spcBef>
              <a:spcAft>
                <a:spcPts val="1200"/>
              </a:spcAft>
              <a:defRPr/>
            </a:pPr>
            <a:r>
              <a:rPr lang="en-US" sz="2400" dirty="0" smtClean="0"/>
              <a:t>Pressure washing</a:t>
            </a:r>
          </a:p>
          <a:p>
            <a:pPr marL="457200" indent="-457200" eaLnBrk="1" hangingPunct="1">
              <a:spcBef>
                <a:spcPts val="600"/>
              </a:spcBef>
              <a:spcAft>
                <a:spcPts val="1200"/>
              </a:spcAft>
              <a:defRPr/>
            </a:pPr>
            <a:r>
              <a:rPr lang="en-US" sz="2400" dirty="0" smtClean="0"/>
              <a:t>Dishwashing</a:t>
            </a:r>
          </a:p>
          <a:p>
            <a:pPr marL="457200" indent="-457200" eaLnBrk="1" hangingPunct="1">
              <a:spcBef>
                <a:spcPts val="600"/>
              </a:spcBef>
              <a:spcAft>
                <a:spcPts val="1200"/>
              </a:spcAft>
              <a:defRPr/>
            </a:pPr>
            <a:r>
              <a:rPr lang="en-US" sz="2400" dirty="0" smtClean="0"/>
              <a:t>Scrubbing</a:t>
            </a:r>
          </a:p>
          <a:p>
            <a:pPr marL="457200" indent="-457200" eaLnBrk="1" hangingPunct="1">
              <a:spcBef>
                <a:spcPts val="600"/>
              </a:spcBef>
              <a:spcAft>
                <a:spcPts val="1200"/>
              </a:spcAft>
              <a:defRPr/>
            </a:pPr>
            <a:r>
              <a:rPr lang="en-US" sz="2400" dirty="0" smtClean="0"/>
              <a:t>Carpet and upholstery cleaning</a:t>
            </a:r>
          </a:p>
          <a:p>
            <a:pPr marL="457200" indent="-457200" eaLnBrk="1" hangingPunct="1">
              <a:spcBef>
                <a:spcPts val="600"/>
              </a:spcBef>
              <a:spcAft>
                <a:spcPts val="1200"/>
              </a:spcAft>
              <a:defRPr/>
            </a:pPr>
            <a:r>
              <a:rPr lang="en-US" sz="2400" dirty="0" smtClean="0"/>
              <a:t>Window cleaning</a:t>
            </a:r>
          </a:p>
          <a:p>
            <a:pPr marL="360000" indent="-360000" eaLnBrk="1" fontAlgn="auto" hangingPunct="1">
              <a:spcBef>
                <a:spcPts val="600"/>
              </a:spcBef>
              <a:spcAft>
                <a:spcPts val="12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6B8CF281-FCCA-4711-9B66-D673326FAC1D}" type="slidenum">
              <a:rPr lang="en-US" sz="1000">
                <a:solidFill>
                  <a:schemeClr val="tx2">
                    <a:shade val="50000"/>
                  </a:schemeClr>
                </a:solidFill>
                <a:latin typeface="Helvetica" pitchFamily="34" charset="0"/>
              </a:rPr>
              <a:pPr algn="r" fontAlgn="auto">
                <a:spcBef>
                  <a:spcPts val="0"/>
                </a:spcBef>
                <a:spcAft>
                  <a:spcPts val="0"/>
                </a:spcAft>
                <a:defRPr/>
              </a:pPr>
              <a:t>33</a:t>
            </a:fld>
            <a:endParaRPr lang="en-US" sz="1000" dirty="0">
              <a:solidFill>
                <a:schemeClr val="tx2">
                  <a:shade val="50000"/>
                </a:schemeClr>
              </a:solidFill>
              <a:latin typeface="Helvetica" pitchFamily="34" charset="0"/>
            </a:endParaRPr>
          </a:p>
        </p:txBody>
      </p:sp>
      <p:pic>
        <p:nvPicPr>
          <p:cNvPr id="39941" name="Picture 6" descr="C:\Users\Barbara\AppData\Local\Microsoft\Windows\Temporary Internet Files\Content.IE5\PGD32EUH\MP900399797[1].jpg"/>
          <p:cNvPicPr>
            <a:picLocks noChangeAspect="1" noChangeArrowheads="1"/>
          </p:cNvPicPr>
          <p:nvPr/>
        </p:nvPicPr>
        <p:blipFill>
          <a:blip r:embed="rId3" cstate="print"/>
          <a:srcRect/>
          <a:stretch>
            <a:fillRect/>
          </a:stretch>
        </p:blipFill>
        <p:spPr bwMode="auto">
          <a:xfrm>
            <a:off x="5692775" y="1928813"/>
            <a:ext cx="2109788" cy="30718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Dry cleaning tasks</a:t>
            </a:r>
          </a:p>
        </p:txBody>
      </p:sp>
      <p:sp>
        <p:nvSpPr>
          <p:cNvPr id="3" name="Content Placeholder 2"/>
          <p:cNvSpPr>
            <a:spLocks noGrp="1"/>
          </p:cNvSpPr>
          <p:nvPr>
            <p:ph idx="4294967295"/>
          </p:nvPr>
        </p:nvSpPr>
        <p:spPr>
          <a:xfrm>
            <a:off x="500063" y="1428750"/>
            <a:ext cx="7467600" cy="5572125"/>
          </a:xfrm>
        </p:spPr>
        <p:txBody>
          <a:bodyPr>
            <a:noAutofit/>
          </a:bodyPr>
          <a:lstStyle/>
          <a:p>
            <a:pPr marL="457200" indent="-457200" eaLnBrk="1" hangingPunct="1">
              <a:spcBef>
                <a:spcPts val="600"/>
              </a:spcBef>
              <a:spcAft>
                <a:spcPts val="600"/>
              </a:spcAft>
              <a:defRPr/>
            </a:pPr>
            <a:r>
              <a:rPr lang="en-US" sz="2200" dirty="0" smtClean="0"/>
              <a:t>Vacuum cleaning</a:t>
            </a:r>
          </a:p>
          <a:p>
            <a:pPr marL="457200" indent="-457200" eaLnBrk="1" hangingPunct="1">
              <a:spcBef>
                <a:spcPts val="600"/>
              </a:spcBef>
              <a:spcAft>
                <a:spcPts val="600"/>
              </a:spcAft>
              <a:defRPr/>
            </a:pPr>
            <a:r>
              <a:rPr lang="en-US" sz="2200" dirty="0" smtClean="0"/>
              <a:t>Dusting</a:t>
            </a:r>
          </a:p>
          <a:p>
            <a:pPr marL="457200" indent="-457200" eaLnBrk="1" hangingPunct="1">
              <a:spcBef>
                <a:spcPts val="600"/>
              </a:spcBef>
              <a:spcAft>
                <a:spcPts val="600"/>
              </a:spcAft>
              <a:defRPr/>
            </a:pPr>
            <a:r>
              <a:rPr lang="en-US" sz="2200" dirty="0" smtClean="0"/>
              <a:t>Dust mopping</a:t>
            </a:r>
          </a:p>
          <a:p>
            <a:pPr marL="457200" indent="-457200" eaLnBrk="1" hangingPunct="1">
              <a:spcBef>
                <a:spcPts val="600"/>
              </a:spcBef>
              <a:spcAft>
                <a:spcPts val="600"/>
              </a:spcAft>
              <a:defRPr/>
            </a:pPr>
            <a:r>
              <a:rPr lang="en-US" sz="2200" dirty="0" smtClean="0"/>
              <a:t>Polishing</a:t>
            </a:r>
          </a:p>
          <a:p>
            <a:pPr marL="457200" indent="-457200" eaLnBrk="1" hangingPunct="1">
              <a:spcBef>
                <a:spcPts val="600"/>
              </a:spcBef>
              <a:spcAft>
                <a:spcPts val="600"/>
              </a:spcAft>
              <a:defRPr/>
            </a:pPr>
            <a:r>
              <a:rPr lang="en-US" sz="2200" dirty="0" smtClean="0"/>
              <a:t>Buffing</a:t>
            </a:r>
          </a:p>
          <a:p>
            <a:pPr marL="457200" indent="-457200" eaLnBrk="1" hangingPunct="1">
              <a:spcBef>
                <a:spcPts val="600"/>
              </a:spcBef>
              <a:spcAft>
                <a:spcPts val="600"/>
              </a:spcAft>
              <a:defRPr/>
            </a:pPr>
            <a:r>
              <a:rPr lang="en-US" sz="2200" dirty="0" smtClean="0"/>
              <a:t>Dry cleaning</a:t>
            </a:r>
          </a:p>
          <a:p>
            <a:pPr marL="457200" indent="-457200" eaLnBrk="1" hangingPunct="1">
              <a:spcBef>
                <a:spcPts val="600"/>
              </a:spcBef>
              <a:spcAft>
                <a:spcPts val="600"/>
              </a:spcAft>
              <a:defRPr/>
            </a:pPr>
            <a:r>
              <a:rPr lang="en-US" sz="2200" dirty="0" smtClean="0"/>
              <a:t>Sweeping</a:t>
            </a:r>
          </a:p>
          <a:p>
            <a:pPr marL="457200" indent="-457200" eaLnBrk="1" hangingPunct="1">
              <a:spcBef>
                <a:spcPts val="600"/>
              </a:spcBef>
              <a:spcAft>
                <a:spcPts val="600"/>
              </a:spcAft>
              <a:defRPr/>
            </a:pPr>
            <a:r>
              <a:rPr lang="en-US" sz="2200" dirty="0" smtClean="0"/>
              <a:t>Blowing</a:t>
            </a:r>
          </a:p>
          <a:p>
            <a:pPr marL="457200" indent="-457200" eaLnBrk="1" hangingPunct="1">
              <a:spcBef>
                <a:spcPts val="600"/>
              </a:spcBef>
              <a:spcAft>
                <a:spcPts val="600"/>
              </a:spcAft>
              <a:defRPr/>
            </a:pPr>
            <a:r>
              <a:rPr lang="en-US" sz="2200" dirty="0" smtClean="0"/>
              <a:t>Empty ashtrays</a:t>
            </a:r>
          </a:p>
          <a:p>
            <a:pPr marL="457200" indent="-457200" eaLnBrk="1" hangingPunct="1">
              <a:spcBef>
                <a:spcPts val="600"/>
              </a:spcBef>
              <a:spcAft>
                <a:spcPts val="600"/>
              </a:spcAft>
              <a:defRPr/>
            </a:pPr>
            <a:r>
              <a:rPr lang="en-US" sz="2200" dirty="0" smtClean="0"/>
              <a:t>Pick up litter/ waste removal</a:t>
            </a:r>
          </a:p>
          <a:p>
            <a:pPr marL="360000" indent="-360000" eaLnBrk="1" fontAlgn="auto" hangingPunct="1">
              <a:spcBef>
                <a:spcPts val="600"/>
              </a:spcBef>
              <a:spcAft>
                <a:spcPts val="6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5460EDC3-E650-4733-B0A6-0CA0305BD04E}" type="slidenum">
              <a:rPr lang="en-US" sz="1000">
                <a:solidFill>
                  <a:schemeClr val="tx2">
                    <a:shade val="50000"/>
                  </a:schemeClr>
                </a:solidFill>
                <a:latin typeface="Helvetica" pitchFamily="34" charset="0"/>
              </a:rPr>
              <a:pPr algn="r" fontAlgn="auto">
                <a:spcBef>
                  <a:spcPts val="0"/>
                </a:spcBef>
                <a:spcAft>
                  <a:spcPts val="0"/>
                </a:spcAft>
                <a:defRPr/>
              </a:pPr>
              <a:t>34</a:t>
            </a:fld>
            <a:endParaRPr lang="en-US" sz="1000" dirty="0">
              <a:solidFill>
                <a:schemeClr val="tx2">
                  <a:shade val="50000"/>
                </a:schemeClr>
              </a:solidFill>
              <a:latin typeface="Helvetica" pitchFamily="34" charset="0"/>
            </a:endParaRPr>
          </a:p>
        </p:txBody>
      </p:sp>
      <p:pic>
        <p:nvPicPr>
          <p:cNvPr id="40965" name="Picture 6" descr="C:\Documents and Settings\danielc\Local Settings\Temporary Internet Files\Content.IE5\M0QL8DHR\MP900400289[1].jpg"/>
          <p:cNvPicPr>
            <a:picLocks noChangeAspect="1" noChangeArrowheads="1"/>
          </p:cNvPicPr>
          <p:nvPr/>
        </p:nvPicPr>
        <p:blipFill>
          <a:blip r:embed="rId3" cstate="print"/>
          <a:srcRect/>
          <a:stretch>
            <a:fillRect/>
          </a:stretch>
        </p:blipFill>
        <p:spPr bwMode="auto">
          <a:xfrm>
            <a:off x="4643438" y="2286000"/>
            <a:ext cx="2992437" cy="21637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Types of Maintenance </a:t>
            </a:r>
          </a:p>
        </p:txBody>
      </p:sp>
      <p:sp>
        <p:nvSpPr>
          <p:cNvPr id="3" name="Content Placeholder 2"/>
          <p:cNvSpPr>
            <a:spLocks noGrp="1"/>
          </p:cNvSpPr>
          <p:nvPr>
            <p:ph idx="4294967295"/>
          </p:nvPr>
        </p:nvSpPr>
        <p:spPr>
          <a:xfrm>
            <a:off x="611188" y="1557338"/>
            <a:ext cx="7467600" cy="4525962"/>
          </a:xfrm>
        </p:spPr>
        <p:txBody>
          <a:bodyPr>
            <a:normAutofit/>
          </a:bodyPr>
          <a:lstStyle/>
          <a:p>
            <a:pPr marL="0" indent="0" eaLnBrk="1" fontAlgn="auto" hangingPunct="1">
              <a:spcBef>
                <a:spcPts val="1200"/>
              </a:spcBef>
              <a:spcAft>
                <a:spcPts val="1200"/>
              </a:spcAft>
              <a:buFont typeface="Wingdings 2"/>
              <a:buNone/>
              <a:defRPr/>
            </a:pPr>
            <a:r>
              <a:rPr lang="en-US" sz="2200" kern="1200" dirty="0" smtClean="0"/>
              <a:t>Maintenance tasks are endless but can be </a:t>
            </a:r>
            <a:r>
              <a:rPr lang="en-US" sz="2200" kern="1200" dirty="0" err="1" smtClean="0"/>
              <a:t>summarised</a:t>
            </a:r>
            <a:r>
              <a:rPr lang="en-US" sz="2200" kern="1200" dirty="0" smtClean="0"/>
              <a:t> as</a:t>
            </a:r>
          </a:p>
          <a:p>
            <a:pPr marL="457200" indent="-457200" eaLnBrk="1" hangingPunct="1">
              <a:spcBef>
                <a:spcPts val="1200"/>
              </a:spcBef>
              <a:spcAft>
                <a:spcPts val="1200"/>
              </a:spcAft>
              <a:defRPr/>
            </a:pPr>
            <a:r>
              <a:rPr lang="en-US" sz="2200" dirty="0" smtClean="0"/>
              <a:t>Urgent</a:t>
            </a:r>
          </a:p>
          <a:p>
            <a:pPr marL="457200" indent="-457200" eaLnBrk="1" hangingPunct="1">
              <a:spcBef>
                <a:spcPts val="1200"/>
              </a:spcBef>
              <a:spcAft>
                <a:spcPts val="1200"/>
              </a:spcAft>
              <a:defRPr/>
            </a:pPr>
            <a:r>
              <a:rPr lang="en-US" sz="2200" dirty="0" smtClean="0"/>
              <a:t>Preventative</a:t>
            </a:r>
          </a:p>
          <a:p>
            <a:pPr marL="457200" indent="-457200" eaLnBrk="1" hangingPunct="1">
              <a:spcBef>
                <a:spcPts val="1200"/>
              </a:spcBef>
              <a:spcAft>
                <a:spcPts val="1200"/>
              </a:spcAft>
              <a:defRPr/>
            </a:pPr>
            <a:r>
              <a:rPr lang="en-US" sz="2200" dirty="0" smtClean="0"/>
              <a:t>Planned</a:t>
            </a:r>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F1029E99-A827-4B5F-ACF2-8B75293DF824}" type="slidenum">
              <a:rPr lang="en-US" sz="1000">
                <a:solidFill>
                  <a:schemeClr val="tx2">
                    <a:shade val="50000"/>
                  </a:schemeClr>
                </a:solidFill>
                <a:latin typeface="Helvetica" pitchFamily="34" charset="0"/>
              </a:rPr>
              <a:pPr algn="r" fontAlgn="auto">
                <a:spcBef>
                  <a:spcPts val="0"/>
                </a:spcBef>
                <a:spcAft>
                  <a:spcPts val="0"/>
                </a:spcAft>
                <a:defRPr/>
              </a:pPr>
              <a:t>35</a:t>
            </a:fld>
            <a:endParaRPr lang="en-US" sz="1000" dirty="0">
              <a:solidFill>
                <a:schemeClr val="tx2">
                  <a:shade val="50000"/>
                </a:schemeClr>
              </a:solidFill>
              <a:latin typeface="Helvetica" pitchFamily="34" charset="0"/>
            </a:endParaRPr>
          </a:p>
        </p:txBody>
      </p:sp>
      <p:pic>
        <p:nvPicPr>
          <p:cNvPr id="41989" name="Picture 6" descr="C:\Documents and Settings\danielc\Local Settings\Temporary Internet Files\Content.IE5\LSIXJYS2\MP900314372[1].jpg"/>
          <p:cNvPicPr>
            <a:picLocks noChangeAspect="1" noChangeArrowheads="1"/>
          </p:cNvPicPr>
          <p:nvPr/>
        </p:nvPicPr>
        <p:blipFill>
          <a:blip r:embed="rId3" cstate="print"/>
          <a:srcRect/>
          <a:stretch>
            <a:fillRect/>
          </a:stretch>
        </p:blipFill>
        <p:spPr bwMode="auto">
          <a:xfrm>
            <a:off x="6357938" y="2214563"/>
            <a:ext cx="1433512" cy="30400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Types of tradesmen needed   (1)</a:t>
            </a:r>
          </a:p>
        </p:txBody>
      </p:sp>
      <p:sp>
        <p:nvSpPr>
          <p:cNvPr id="43011" name="Content Placeholder 2"/>
          <p:cNvSpPr>
            <a:spLocks noGrp="1"/>
          </p:cNvSpPr>
          <p:nvPr>
            <p:ph idx="4294967295"/>
          </p:nvPr>
        </p:nvSpPr>
        <p:spPr>
          <a:xfrm>
            <a:off x="611188" y="1557338"/>
            <a:ext cx="7467600" cy="4525962"/>
          </a:xfrm>
        </p:spPr>
        <p:txBody>
          <a:bodyPr/>
          <a:lstStyle/>
          <a:p>
            <a:pPr marL="457200" indent="-457200" eaLnBrk="1" hangingPunct="1">
              <a:spcBef>
                <a:spcPts val="1200"/>
              </a:spcBef>
              <a:spcAft>
                <a:spcPts val="1200"/>
              </a:spcAft>
            </a:pPr>
            <a:r>
              <a:rPr lang="en-US" sz="2200" dirty="0" smtClean="0"/>
              <a:t>Air conditioning and heating specialists</a:t>
            </a:r>
          </a:p>
          <a:p>
            <a:pPr marL="457200" indent="-457200" eaLnBrk="1" hangingPunct="1">
              <a:spcBef>
                <a:spcPts val="1200"/>
              </a:spcBef>
              <a:spcAft>
                <a:spcPts val="1200"/>
              </a:spcAft>
            </a:pPr>
            <a:r>
              <a:rPr lang="en-US" sz="2200" dirty="0" smtClean="0"/>
              <a:t>Water treatment technicians</a:t>
            </a:r>
          </a:p>
          <a:p>
            <a:pPr marL="457200" indent="-457200" eaLnBrk="1" hangingPunct="1">
              <a:spcBef>
                <a:spcPts val="1200"/>
              </a:spcBef>
              <a:spcAft>
                <a:spcPts val="1200"/>
              </a:spcAft>
            </a:pPr>
            <a:r>
              <a:rPr lang="en-US" sz="2200" dirty="0" smtClean="0"/>
              <a:t>Upholsters</a:t>
            </a:r>
          </a:p>
          <a:p>
            <a:pPr marL="457200" indent="-457200" eaLnBrk="1" hangingPunct="1">
              <a:spcBef>
                <a:spcPts val="1200"/>
              </a:spcBef>
              <a:spcAft>
                <a:spcPts val="1200"/>
              </a:spcAft>
            </a:pPr>
            <a:r>
              <a:rPr lang="en-US" sz="2200" dirty="0" smtClean="0"/>
              <a:t>Carpet layers</a:t>
            </a:r>
          </a:p>
          <a:p>
            <a:pPr marL="457200" indent="-457200" eaLnBrk="1" hangingPunct="1">
              <a:spcBef>
                <a:spcPts val="1200"/>
              </a:spcBef>
              <a:spcAft>
                <a:spcPts val="1200"/>
              </a:spcAft>
            </a:pPr>
            <a:r>
              <a:rPr lang="en-US" sz="2200" dirty="0" smtClean="0"/>
              <a:t>General hands</a:t>
            </a:r>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FF5086C1-B118-40C5-A6A0-75897B78B913}" type="slidenum">
              <a:rPr lang="en-US" sz="1000">
                <a:solidFill>
                  <a:schemeClr val="tx2">
                    <a:shade val="50000"/>
                  </a:schemeClr>
                </a:solidFill>
                <a:latin typeface="Helvetica" pitchFamily="34" charset="0"/>
              </a:rPr>
              <a:pPr algn="r" fontAlgn="auto">
                <a:spcBef>
                  <a:spcPts val="0"/>
                </a:spcBef>
                <a:spcAft>
                  <a:spcPts val="0"/>
                </a:spcAft>
                <a:defRPr/>
              </a:pPr>
              <a:t>36</a:t>
            </a:fld>
            <a:endParaRPr lang="en-US" sz="1000" dirty="0">
              <a:solidFill>
                <a:schemeClr val="tx2">
                  <a:shade val="50000"/>
                </a:schemeClr>
              </a:solidFill>
              <a:latin typeface="Helvetica" pitchFamily="34" charset="0"/>
            </a:endParaRPr>
          </a:p>
        </p:txBody>
      </p:sp>
      <p:pic>
        <p:nvPicPr>
          <p:cNvPr id="43013" name="Picture 6" descr="C:\Users\Barbara\AppData\Local\Microsoft\Windows\Temporary Internet Files\Content.IE5\PGD32EUH\MC900245147[1].wmf"/>
          <p:cNvPicPr>
            <a:picLocks noChangeAspect="1" noChangeArrowheads="1"/>
          </p:cNvPicPr>
          <p:nvPr/>
        </p:nvPicPr>
        <p:blipFill>
          <a:blip r:embed="rId3" cstate="print"/>
          <a:srcRect/>
          <a:stretch>
            <a:fillRect/>
          </a:stretch>
        </p:blipFill>
        <p:spPr bwMode="auto">
          <a:xfrm>
            <a:off x="5857875" y="2714625"/>
            <a:ext cx="1954213" cy="20081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Types of tradesmen needed (2)</a:t>
            </a:r>
          </a:p>
        </p:txBody>
      </p:sp>
      <p:sp>
        <p:nvSpPr>
          <p:cNvPr id="3" name="Content Placeholder 2"/>
          <p:cNvSpPr>
            <a:spLocks noGrp="1"/>
          </p:cNvSpPr>
          <p:nvPr>
            <p:ph idx="4294967295"/>
          </p:nvPr>
        </p:nvSpPr>
        <p:spPr>
          <a:xfrm>
            <a:off x="611188" y="1557338"/>
            <a:ext cx="7467600" cy="4525962"/>
          </a:xfrm>
        </p:spPr>
        <p:txBody>
          <a:bodyPr>
            <a:normAutofit/>
          </a:bodyPr>
          <a:lstStyle/>
          <a:p>
            <a:pPr marL="457200" indent="-457200" eaLnBrk="1" hangingPunct="1">
              <a:spcBef>
                <a:spcPts val="600"/>
              </a:spcBef>
              <a:spcAft>
                <a:spcPts val="1200"/>
              </a:spcAft>
              <a:defRPr/>
            </a:pPr>
            <a:r>
              <a:rPr lang="en-US" sz="2200" dirty="0" smtClean="0"/>
              <a:t>Electricians</a:t>
            </a:r>
          </a:p>
          <a:p>
            <a:pPr marL="457200" indent="-457200" eaLnBrk="1" hangingPunct="1">
              <a:spcBef>
                <a:spcPts val="600"/>
              </a:spcBef>
              <a:spcAft>
                <a:spcPts val="1200"/>
              </a:spcAft>
              <a:defRPr/>
            </a:pPr>
            <a:r>
              <a:rPr lang="en-US" sz="2200" dirty="0" smtClean="0"/>
              <a:t>Plumbers and gasfitters</a:t>
            </a:r>
          </a:p>
          <a:p>
            <a:pPr marL="457200" indent="-457200" eaLnBrk="1" hangingPunct="1">
              <a:spcBef>
                <a:spcPts val="600"/>
              </a:spcBef>
              <a:spcAft>
                <a:spcPts val="1200"/>
              </a:spcAft>
              <a:defRPr/>
            </a:pPr>
            <a:r>
              <a:rPr lang="en-US" sz="2200" dirty="0" smtClean="0"/>
              <a:t>Carpenters</a:t>
            </a:r>
          </a:p>
          <a:p>
            <a:pPr marL="457200" indent="-457200" eaLnBrk="1" hangingPunct="1">
              <a:spcBef>
                <a:spcPts val="600"/>
              </a:spcBef>
              <a:spcAft>
                <a:spcPts val="1200"/>
              </a:spcAft>
              <a:defRPr/>
            </a:pPr>
            <a:r>
              <a:rPr lang="en-US" sz="2200" dirty="0" smtClean="0"/>
              <a:t>Painters and decorators</a:t>
            </a:r>
          </a:p>
          <a:p>
            <a:pPr marL="457200" indent="-457200" eaLnBrk="1" hangingPunct="1">
              <a:spcBef>
                <a:spcPts val="600"/>
              </a:spcBef>
              <a:spcAft>
                <a:spcPts val="1200"/>
              </a:spcAft>
              <a:defRPr/>
            </a:pPr>
            <a:r>
              <a:rPr lang="en-US" sz="2200" dirty="0" smtClean="0"/>
              <a:t>Mechanical engineers</a:t>
            </a:r>
          </a:p>
          <a:p>
            <a:pPr marL="360000" indent="-360000" eaLnBrk="1" fontAlgn="auto" hangingPunct="1">
              <a:spcBef>
                <a:spcPts val="600"/>
              </a:spcBef>
              <a:spcAft>
                <a:spcPts val="12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99C9E745-C1BD-4D81-9ED7-33692AAFAA92}" type="slidenum">
              <a:rPr lang="en-US" sz="1000">
                <a:solidFill>
                  <a:schemeClr val="tx2">
                    <a:shade val="50000"/>
                  </a:schemeClr>
                </a:solidFill>
                <a:latin typeface="Helvetica" pitchFamily="34" charset="0"/>
              </a:rPr>
              <a:pPr algn="r" fontAlgn="auto">
                <a:spcBef>
                  <a:spcPts val="0"/>
                </a:spcBef>
                <a:spcAft>
                  <a:spcPts val="0"/>
                </a:spcAft>
                <a:defRPr/>
              </a:pPr>
              <a:t>37</a:t>
            </a:fld>
            <a:endParaRPr lang="en-US" sz="1000" dirty="0">
              <a:solidFill>
                <a:schemeClr val="tx2">
                  <a:shade val="50000"/>
                </a:schemeClr>
              </a:solidFill>
              <a:latin typeface="Helvetica" pitchFamily="34" charset="0"/>
            </a:endParaRPr>
          </a:p>
        </p:txBody>
      </p:sp>
      <p:pic>
        <p:nvPicPr>
          <p:cNvPr id="44037" name="Picture 7" descr="C:\Documents and Settings\danielc\Local Settings\Temporary Internet Files\Content.IE5\LSIXJYS2\MC900280300[1].wmf"/>
          <p:cNvPicPr>
            <a:picLocks noChangeAspect="1" noChangeArrowheads="1"/>
          </p:cNvPicPr>
          <p:nvPr/>
        </p:nvPicPr>
        <p:blipFill>
          <a:blip r:embed="rId3" cstate="print"/>
          <a:srcRect/>
          <a:stretch>
            <a:fillRect/>
          </a:stretch>
        </p:blipFill>
        <p:spPr bwMode="auto">
          <a:xfrm>
            <a:off x="5786438" y="2000250"/>
            <a:ext cx="1685925" cy="2298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Receive tasks </a:t>
            </a:r>
          </a:p>
        </p:txBody>
      </p:sp>
      <p:sp>
        <p:nvSpPr>
          <p:cNvPr id="3" name="Content Placeholder 2"/>
          <p:cNvSpPr>
            <a:spLocks noGrp="1"/>
          </p:cNvSpPr>
          <p:nvPr>
            <p:ph idx="4294967295"/>
          </p:nvPr>
        </p:nvSpPr>
        <p:spPr>
          <a:xfrm>
            <a:off x="611188" y="1557338"/>
            <a:ext cx="7467600" cy="4525962"/>
          </a:xfrm>
        </p:spPr>
        <p:txBody>
          <a:bodyPr>
            <a:normAutofit/>
          </a:bodyPr>
          <a:lstStyle/>
          <a:p>
            <a:pPr marL="0" indent="0" eaLnBrk="1" fontAlgn="auto" hangingPunct="1">
              <a:spcBef>
                <a:spcPts val="1200"/>
              </a:spcBef>
              <a:spcAft>
                <a:spcPts val="1200"/>
              </a:spcAft>
              <a:buFont typeface="Wingdings 2"/>
              <a:buNone/>
              <a:defRPr/>
            </a:pPr>
            <a:r>
              <a:rPr lang="en-US" sz="2200" kern="1200" dirty="0" smtClean="0"/>
              <a:t>Tasks are reported in several ways and should be attended to as soon as possible:</a:t>
            </a:r>
            <a:endParaRPr lang="en-US" sz="2200" kern="1200" dirty="0"/>
          </a:p>
          <a:p>
            <a:pPr marL="457200" indent="-457200" eaLnBrk="1" hangingPunct="1">
              <a:spcBef>
                <a:spcPts val="1200"/>
              </a:spcBef>
              <a:spcAft>
                <a:spcPts val="1200"/>
              </a:spcAft>
              <a:defRPr/>
            </a:pPr>
            <a:r>
              <a:rPr lang="en-US" sz="2200" dirty="0" smtClean="0"/>
              <a:t>From the guest</a:t>
            </a:r>
          </a:p>
          <a:p>
            <a:pPr marL="457200" indent="-457200" eaLnBrk="1" hangingPunct="1">
              <a:spcBef>
                <a:spcPts val="1200"/>
              </a:spcBef>
              <a:spcAft>
                <a:spcPts val="1200"/>
              </a:spcAft>
              <a:defRPr/>
            </a:pPr>
            <a:r>
              <a:rPr lang="en-US" sz="2200" dirty="0" smtClean="0"/>
              <a:t>From all departments</a:t>
            </a:r>
          </a:p>
          <a:p>
            <a:pPr marL="457200" indent="-457200" eaLnBrk="1" hangingPunct="1">
              <a:spcBef>
                <a:spcPts val="1200"/>
              </a:spcBef>
              <a:spcAft>
                <a:spcPts val="1200"/>
              </a:spcAft>
              <a:defRPr/>
            </a:pPr>
            <a:r>
              <a:rPr lang="en-US" sz="2200" dirty="0" smtClean="0"/>
              <a:t>By telephone</a:t>
            </a:r>
          </a:p>
          <a:p>
            <a:pPr marL="457200" indent="-457200" eaLnBrk="1" hangingPunct="1">
              <a:spcBef>
                <a:spcPts val="1200"/>
              </a:spcBef>
              <a:spcAft>
                <a:spcPts val="1200"/>
              </a:spcAft>
              <a:defRPr/>
            </a:pPr>
            <a:r>
              <a:rPr lang="en-US" sz="2200" dirty="0" smtClean="0"/>
              <a:t>By written worksheet</a:t>
            </a:r>
          </a:p>
          <a:p>
            <a:pPr marL="457200" indent="-457200" eaLnBrk="1" hangingPunct="1">
              <a:spcBef>
                <a:spcPts val="1200"/>
              </a:spcBef>
              <a:spcAft>
                <a:spcPts val="1200"/>
              </a:spcAft>
              <a:defRPr/>
            </a:pPr>
            <a:r>
              <a:rPr lang="en-US" sz="2200" dirty="0" smtClean="0"/>
              <a:t>By computer</a:t>
            </a:r>
          </a:p>
          <a:p>
            <a:pPr marL="360000" indent="-360000" eaLnBrk="1" fontAlgn="auto" hangingPunct="1">
              <a:spcBef>
                <a:spcPts val="1200"/>
              </a:spcBef>
              <a:spcAft>
                <a:spcPts val="12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6C6A6B85-23EA-4F2D-8E25-29C05FC2060D}" type="slidenum">
              <a:rPr lang="en-US" sz="1000">
                <a:solidFill>
                  <a:schemeClr val="tx2">
                    <a:shade val="50000"/>
                  </a:schemeClr>
                </a:solidFill>
                <a:latin typeface="Helvetica" pitchFamily="34" charset="0"/>
              </a:rPr>
              <a:pPr algn="r" fontAlgn="auto">
                <a:spcBef>
                  <a:spcPts val="0"/>
                </a:spcBef>
                <a:spcAft>
                  <a:spcPts val="0"/>
                </a:spcAft>
                <a:defRPr/>
              </a:pPr>
              <a:t>38</a:t>
            </a:fld>
            <a:endParaRPr lang="en-US" sz="1000" dirty="0">
              <a:solidFill>
                <a:schemeClr val="tx2">
                  <a:shade val="50000"/>
                </a:schemeClr>
              </a:solidFill>
              <a:latin typeface="Helvetica" pitchFamily="34" charset="0"/>
            </a:endParaRPr>
          </a:p>
        </p:txBody>
      </p:sp>
      <p:pic>
        <p:nvPicPr>
          <p:cNvPr id="45061" name="Picture 6" descr="C:\Users\Barbara\AppData\Local\Microsoft\Windows\Temporary Internet Files\Content.IE5\X9EHRIK2\MC900433949[1].png"/>
          <p:cNvPicPr>
            <a:picLocks noChangeAspect="1" noChangeArrowheads="1"/>
          </p:cNvPicPr>
          <p:nvPr/>
        </p:nvPicPr>
        <p:blipFill>
          <a:blip r:embed="rId3" cstate="print"/>
          <a:srcRect/>
          <a:stretch>
            <a:fillRect/>
          </a:stretch>
        </p:blipFill>
        <p:spPr bwMode="auto">
          <a:xfrm>
            <a:off x="6357938" y="4429125"/>
            <a:ext cx="1714500" cy="1714500"/>
          </a:xfrm>
          <a:prstGeom prst="rect">
            <a:avLst/>
          </a:prstGeom>
          <a:noFill/>
          <a:ln w="9525">
            <a:noFill/>
            <a:miter lim="800000"/>
            <a:headEnd/>
            <a:tailEnd/>
          </a:ln>
        </p:spPr>
      </p:pic>
      <p:pic>
        <p:nvPicPr>
          <p:cNvPr id="45062" name="Picture 8" descr="C:\Users\Barbara\AppData\Local\Microsoft\Windows\Temporary Internet Files\Content.IE5\F6T2GJGP\MC900349127[1].wmf"/>
          <p:cNvPicPr>
            <a:picLocks noChangeAspect="1" noChangeArrowheads="1"/>
          </p:cNvPicPr>
          <p:nvPr/>
        </p:nvPicPr>
        <p:blipFill>
          <a:blip r:embed="rId4" cstate="print"/>
          <a:srcRect/>
          <a:stretch>
            <a:fillRect/>
          </a:stretch>
        </p:blipFill>
        <p:spPr bwMode="auto">
          <a:xfrm>
            <a:off x="6429375" y="2286000"/>
            <a:ext cx="1652588" cy="19399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Perform tasks</a:t>
            </a:r>
          </a:p>
        </p:txBody>
      </p:sp>
      <p:sp>
        <p:nvSpPr>
          <p:cNvPr id="3" name="Content Placeholder 2"/>
          <p:cNvSpPr>
            <a:spLocks noGrp="1"/>
          </p:cNvSpPr>
          <p:nvPr>
            <p:ph idx="4294967295"/>
          </p:nvPr>
        </p:nvSpPr>
        <p:spPr>
          <a:xfrm>
            <a:off x="571500" y="1557338"/>
            <a:ext cx="7467600" cy="4525962"/>
          </a:xfrm>
        </p:spPr>
        <p:txBody>
          <a:bodyPr>
            <a:normAutofit/>
          </a:bodyPr>
          <a:lstStyle/>
          <a:p>
            <a:pPr marL="457200" indent="-457200" eaLnBrk="1" hangingPunct="1">
              <a:spcBef>
                <a:spcPts val="1200"/>
              </a:spcBef>
              <a:spcAft>
                <a:spcPts val="1200"/>
              </a:spcAft>
              <a:defRPr/>
            </a:pPr>
            <a:r>
              <a:rPr lang="en-US" sz="2200" dirty="0" smtClean="0"/>
              <a:t>As soon as possible</a:t>
            </a:r>
          </a:p>
          <a:p>
            <a:pPr marL="457200" indent="-457200" eaLnBrk="1" hangingPunct="1">
              <a:spcBef>
                <a:spcPts val="1200"/>
              </a:spcBef>
              <a:spcAft>
                <a:spcPts val="1200"/>
              </a:spcAft>
              <a:defRPr/>
            </a:pPr>
            <a:r>
              <a:rPr lang="en-US" sz="2200" dirty="0" smtClean="0"/>
              <a:t>Work neatly</a:t>
            </a:r>
          </a:p>
          <a:p>
            <a:pPr marL="457200" indent="-457200" eaLnBrk="1" hangingPunct="1">
              <a:spcBef>
                <a:spcPts val="1200"/>
              </a:spcBef>
              <a:spcAft>
                <a:spcPts val="1200"/>
              </a:spcAft>
              <a:defRPr/>
            </a:pPr>
            <a:r>
              <a:rPr lang="en-US" sz="2200" dirty="0" smtClean="0"/>
              <a:t>Work safely (use correct equipment)</a:t>
            </a:r>
          </a:p>
          <a:p>
            <a:pPr marL="457200" indent="-457200" eaLnBrk="1" hangingPunct="1">
              <a:spcBef>
                <a:spcPts val="1200"/>
              </a:spcBef>
              <a:spcAft>
                <a:spcPts val="1200"/>
              </a:spcAft>
              <a:defRPr/>
            </a:pPr>
            <a:r>
              <a:rPr lang="en-US" sz="2200" dirty="0" smtClean="0"/>
              <a:t>Wear protective clothing if necessary</a:t>
            </a:r>
          </a:p>
          <a:p>
            <a:pPr marL="457200" indent="-457200" eaLnBrk="1" hangingPunct="1">
              <a:spcBef>
                <a:spcPts val="1200"/>
              </a:spcBef>
              <a:spcAft>
                <a:spcPts val="1200"/>
              </a:spcAft>
              <a:defRPr/>
            </a:pPr>
            <a:r>
              <a:rPr lang="en-US" sz="2200" dirty="0" smtClean="0"/>
              <a:t>Never perform tasks you are not trained to do</a:t>
            </a:r>
          </a:p>
          <a:p>
            <a:pPr marL="457200" indent="-457200" eaLnBrk="1" hangingPunct="1">
              <a:spcBef>
                <a:spcPts val="1200"/>
              </a:spcBef>
              <a:spcAft>
                <a:spcPts val="1200"/>
              </a:spcAft>
              <a:defRPr/>
            </a:pPr>
            <a:r>
              <a:rPr lang="en-US" sz="2200" dirty="0" smtClean="0"/>
              <a:t>Never use equipment or tools you are not trained to use</a:t>
            </a:r>
          </a:p>
          <a:p>
            <a:pPr marL="360000" indent="-360000" eaLnBrk="1" fontAlgn="auto" hangingPunct="1">
              <a:spcBef>
                <a:spcPts val="600"/>
              </a:spcBef>
              <a:spcAft>
                <a:spcPts val="12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4F81E626-3202-4420-9125-5DE3C88D6013}" type="slidenum">
              <a:rPr lang="en-US" sz="1000">
                <a:solidFill>
                  <a:schemeClr val="tx2">
                    <a:shade val="50000"/>
                  </a:schemeClr>
                </a:solidFill>
                <a:latin typeface="Helvetica" pitchFamily="34" charset="0"/>
              </a:rPr>
              <a:pPr algn="r" fontAlgn="auto">
                <a:spcBef>
                  <a:spcPts val="0"/>
                </a:spcBef>
                <a:spcAft>
                  <a:spcPts val="0"/>
                </a:spcAft>
                <a:defRPr/>
              </a:pPr>
              <a:t>39</a:t>
            </a:fld>
            <a:endParaRPr lang="en-US" sz="1000" dirty="0">
              <a:solidFill>
                <a:schemeClr val="tx2">
                  <a:shade val="50000"/>
                </a:schemeClr>
              </a:solidFill>
              <a:latin typeface="Helvetica" pitchFamily="34" charset="0"/>
            </a:endParaRPr>
          </a:p>
        </p:txBody>
      </p:sp>
      <p:pic>
        <p:nvPicPr>
          <p:cNvPr id="46085" name="Picture 6" descr="C:\Users\Barbara\AppData\Local\Microsoft\Windows\Temporary Internet Files\Content.IE5\TTZDEVLP\MC900057052[1].wmf"/>
          <p:cNvPicPr>
            <a:picLocks noChangeAspect="1" noChangeArrowheads="1"/>
          </p:cNvPicPr>
          <p:nvPr/>
        </p:nvPicPr>
        <p:blipFill>
          <a:blip r:embed="rId3" cstate="print"/>
          <a:srcRect/>
          <a:stretch>
            <a:fillRect/>
          </a:stretch>
        </p:blipFill>
        <p:spPr bwMode="auto">
          <a:xfrm>
            <a:off x="6500813" y="1643063"/>
            <a:ext cx="1417637" cy="20208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Communicate when the task is complete</a:t>
            </a:r>
          </a:p>
        </p:txBody>
      </p:sp>
      <p:sp>
        <p:nvSpPr>
          <p:cNvPr id="3" name="Content Placeholder 2"/>
          <p:cNvSpPr>
            <a:spLocks noGrp="1"/>
          </p:cNvSpPr>
          <p:nvPr>
            <p:ph idx="4294967295"/>
          </p:nvPr>
        </p:nvSpPr>
        <p:spPr>
          <a:xfrm>
            <a:off x="611188" y="1689100"/>
            <a:ext cx="7467600" cy="4525963"/>
          </a:xfrm>
        </p:spPr>
        <p:txBody>
          <a:bodyPr>
            <a:normAutofit/>
          </a:bodyPr>
          <a:lstStyle/>
          <a:p>
            <a:pPr marL="0" indent="0" eaLnBrk="1" fontAlgn="auto" hangingPunct="1">
              <a:spcBef>
                <a:spcPts val="1200"/>
              </a:spcBef>
              <a:spcAft>
                <a:spcPts val="1200"/>
              </a:spcAft>
              <a:buFont typeface="Wingdings 2"/>
              <a:buNone/>
              <a:defRPr/>
            </a:pPr>
            <a:r>
              <a:rPr lang="en-US" sz="2200" kern="1200" dirty="0" smtClean="0"/>
              <a:t>It is important to always let the complainant know when a task is completed so that:</a:t>
            </a:r>
          </a:p>
          <a:p>
            <a:pPr marL="457200" indent="-457200" eaLnBrk="1" hangingPunct="1">
              <a:spcBef>
                <a:spcPts val="1200"/>
              </a:spcBef>
              <a:spcAft>
                <a:spcPts val="1200"/>
              </a:spcAft>
              <a:defRPr/>
            </a:pPr>
            <a:r>
              <a:rPr lang="en-US" sz="2200" dirty="0" smtClean="0"/>
              <a:t>The area can be cleaned</a:t>
            </a:r>
          </a:p>
          <a:p>
            <a:pPr marL="457200" indent="-457200" eaLnBrk="1" hangingPunct="1">
              <a:spcBef>
                <a:spcPts val="1200"/>
              </a:spcBef>
              <a:spcAft>
                <a:spcPts val="1200"/>
              </a:spcAft>
              <a:defRPr/>
            </a:pPr>
            <a:r>
              <a:rPr lang="en-US" sz="2200" dirty="0" smtClean="0"/>
              <a:t>The area can be re-used</a:t>
            </a:r>
          </a:p>
          <a:p>
            <a:pPr marL="457200" indent="-457200" eaLnBrk="1" hangingPunct="1">
              <a:spcBef>
                <a:spcPts val="1200"/>
              </a:spcBef>
              <a:spcAft>
                <a:spcPts val="1200"/>
              </a:spcAft>
              <a:defRPr/>
            </a:pPr>
            <a:r>
              <a:rPr lang="en-US" sz="2200" dirty="0" smtClean="0"/>
              <a:t>Guest rooms can be resold</a:t>
            </a:r>
          </a:p>
          <a:p>
            <a:pPr marL="360000" indent="-360000" eaLnBrk="1" fontAlgn="auto" hangingPunct="1">
              <a:spcBef>
                <a:spcPts val="1200"/>
              </a:spcBef>
              <a:spcAft>
                <a:spcPts val="12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218DA3DC-ACDF-48AC-9444-C780AE6D4ED4}" type="slidenum">
              <a:rPr lang="en-US" sz="1000">
                <a:solidFill>
                  <a:schemeClr val="tx2">
                    <a:shade val="50000"/>
                  </a:schemeClr>
                </a:solidFill>
                <a:latin typeface="Helvetica" pitchFamily="34" charset="0"/>
              </a:rPr>
              <a:pPr algn="r" fontAlgn="auto">
                <a:spcBef>
                  <a:spcPts val="0"/>
                </a:spcBef>
                <a:spcAft>
                  <a:spcPts val="0"/>
                </a:spcAft>
                <a:defRPr/>
              </a:pPr>
              <a:t>40</a:t>
            </a:fld>
            <a:endParaRPr lang="en-US" sz="1000" dirty="0">
              <a:solidFill>
                <a:schemeClr val="tx2">
                  <a:shade val="50000"/>
                </a:schemeClr>
              </a:solidFill>
              <a:latin typeface="Helvetica" pitchFamily="34" charset="0"/>
            </a:endParaRPr>
          </a:p>
        </p:txBody>
      </p:sp>
      <p:pic>
        <p:nvPicPr>
          <p:cNvPr id="47109" name="Picture 7" descr="C:\Documents and Settings\danielc\Local Settings\Temporary Internet Files\Content.IE5\Y2UABRAT\MC900250531[1].wmf"/>
          <p:cNvPicPr>
            <a:picLocks noChangeAspect="1" noChangeArrowheads="1"/>
          </p:cNvPicPr>
          <p:nvPr/>
        </p:nvPicPr>
        <p:blipFill>
          <a:blip r:embed="rId3" cstate="print"/>
          <a:srcRect/>
          <a:stretch>
            <a:fillRect/>
          </a:stretch>
        </p:blipFill>
        <p:spPr bwMode="auto">
          <a:xfrm>
            <a:off x="6000750" y="2714625"/>
            <a:ext cx="1797050" cy="21177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Store  maintenance items and equipment</a:t>
            </a:r>
          </a:p>
        </p:txBody>
      </p:sp>
      <p:sp>
        <p:nvSpPr>
          <p:cNvPr id="3" name="Content Placeholder 2"/>
          <p:cNvSpPr>
            <a:spLocks noGrp="1"/>
          </p:cNvSpPr>
          <p:nvPr>
            <p:ph idx="4294967295"/>
          </p:nvPr>
        </p:nvSpPr>
        <p:spPr>
          <a:xfrm>
            <a:off x="611188" y="1557338"/>
            <a:ext cx="7467600" cy="4525962"/>
          </a:xfrm>
        </p:spPr>
        <p:txBody>
          <a:bodyPr>
            <a:normAutofit/>
          </a:bodyPr>
          <a:lstStyle/>
          <a:p>
            <a:pPr marL="0" indent="0" eaLnBrk="1" fontAlgn="auto" hangingPunct="1">
              <a:spcBef>
                <a:spcPts val="1200"/>
              </a:spcBef>
              <a:spcAft>
                <a:spcPts val="1200"/>
              </a:spcAft>
              <a:buFont typeface="Wingdings 2"/>
              <a:buNone/>
              <a:defRPr/>
            </a:pPr>
            <a:r>
              <a:rPr lang="en-US" sz="2200" kern="1200" dirty="0" smtClean="0"/>
              <a:t>There is  a large amount of cost involved in equipping a maintenance department.</a:t>
            </a:r>
          </a:p>
          <a:p>
            <a:pPr marL="457200" indent="-457200" eaLnBrk="1" hangingPunct="1">
              <a:spcBef>
                <a:spcPts val="1200"/>
              </a:spcBef>
              <a:spcAft>
                <a:spcPts val="1200"/>
              </a:spcAft>
              <a:defRPr/>
            </a:pPr>
            <a:r>
              <a:rPr lang="en-US" sz="2200" dirty="0" smtClean="0"/>
              <a:t>Control all tools – these may be identified by a stamp or engraving per trade</a:t>
            </a:r>
          </a:p>
          <a:p>
            <a:pPr marL="457200" indent="-457200" eaLnBrk="1" hangingPunct="1">
              <a:spcBef>
                <a:spcPts val="1200"/>
              </a:spcBef>
              <a:spcAft>
                <a:spcPts val="1200"/>
              </a:spcAft>
              <a:defRPr/>
            </a:pPr>
            <a:r>
              <a:rPr lang="en-US" sz="2200" dirty="0" smtClean="0"/>
              <a:t>Secure them when not in use</a:t>
            </a:r>
          </a:p>
          <a:p>
            <a:pPr marL="457200" indent="-457200" eaLnBrk="1" hangingPunct="1">
              <a:spcBef>
                <a:spcPts val="1200"/>
              </a:spcBef>
              <a:spcAft>
                <a:spcPts val="1200"/>
              </a:spcAft>
              <a:defRPr/>
            </a:pPr>
            <a:r>
              <a:rPr lang="en-US" sz="2200" dirty="0" smtClean="0"/>
              <a:t>Always check at the end of the day that they are in good working order and none are missing</a:t>
            </a:r>
          </a:p>
          <a:p>
            <a:pPr marL="457200" indent="-457200" eaLnBrk="1" hangingPunct="1">
              <a:spcBef>
                <a:spcPts val="1200"/>
              </a:spcBef>
              <a:spcAft>
                <a:spcPts val="1200"/>
              </a:spcAft>
              <a:defRPr/>
            </a:pPr>
            <a:r>
              <a:rPr lang="en-US" sz="2200" dirty="0" smtClean="0"/>
              <a:t>Ensure there are enough consumables at all times for all trades</a:t>
            </a:r>
          </a:p>
          <a:p>
            <a:pPr marL="360000" indent="-360000" eaLnBrk="1" fontAlgn="auto" hangingPunct="1">
              <a:spcBef>
                <a:spcPts val="1200"/>
              </a:spcBef>
              <a:spcAft>
                <a:spcPts val="12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56CF1AF9-093B-449F-BBA2-A35DD40E24AE}" type="slidenum">
              <a:rPr lang="en-US" sz="1000">
                <a:solidFill>
                  <a:schemeClr val="tx2">
                    <a:shade val="50000"/>
                  </a:schemeClr>
                </a:solidFill>
                <a:latin typeface="Helvetica" pitchFamily="34" charset="0"/>
              </a:rPr>
              <a:pPr algn="r" fontAlgn="auto">
                <a:spcBef>
                  <a:spcPts val="0"/>
                </a:spcBef>
                <a:spcAft>
                  <a:spcPts val="0"/>
                </a:spcAft>
                <a:defRPr/>
              </a:pPr>
              <a:t>41</a:t>
            </a:fld>
            <a:endParaRPr lang="en-US" sz="1000" dirty="0">
              <a:solidFill>
                <a:schemeClr val="tx2">
                  <a:shade val="50000"/>
                </a:schemeClr>
              </a:solidFill>
              <a:latin typeface="Helvetica" pitchFamily="3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Perform administrative tasks (1)</a:t>
            </a:r>
          </a:p>
        </p:txBody>
      </p:sp>
      <p:sp>
        <p:nvSpPr>
          <p:cNvPr id="49155" name="Content Placeholder 2"/>
          <p:cNvSpPr>
            <a:spLocks noGrp="1"/>
          </p:cNvSpPr>
          <p:nvPr>
            <p:ph idx="4294967295"/>
          </p:nvPr>
        </p:nvSpPr>
        <p:spPr>
          <a:xfrm>
            <a:off x="611188" y="1557338"/>
            <a:ext cx="7467600" cy="4525962"/>
          </a:xfrm>
        </p:spPr>
        <p:txBody>
          <a:bodyPr/>
          <a:lstStyle/>
          <a:p>
            <a:pPr marL="457200" indent="-457200" eaLnBrk="1" hangingPunct="1">
              <a:spcBef>
                <a:spcPts val="1200"/>
              </a:spcBef>
              <a:spcAft>
                <a:spcPts val="1200"/>
              </a:spcAft>
            </a:pPr>
            <a:r>
              <a:rPr lang="en-US" sz="2200" dirty="0" smtClean="0"/>
              <a:t>Maintenance manuals</a:t>
            </a:r>
          </a:p>
          <a:p>
            <a:pPr marL="457200" indent="-457200" eaLnBrk="1" hangingPunct="1">
              <a:spcBef>
                <a:spcPts val="1200"/>
              </a:spcBef>
              <a:spcAft>
                <a:spcPts val="1200"/>
              </a:spcAft>
            </a:pPr>
            <a:r>
              <a:rPr lang="en-US" sz="2200" dirty="0" smtClean="0"/>
              <a:t>Machine record cards</a:t>
            </a:r>
          </a:p>
          <a:p>
            <a:pPr marL="457200" indent="-457200" eaLnBrk="1" hangingPunct="1">
              <a:spcBef>
                <a:spcPts val="1200"/>
              </a:spcBef>
              <a:spcAft>
                <a:spcPts val="1200"/>
              </a:spcAft>
            </a:pPr>
            <a:r>
              <a:rPr lang="en-US" sz="2200" dirty="0" smtClean="0"/>
              <a:t>Maintenance schedules</a:t>
            </a:r>
          </a:p>
          <a:p>
            <a:pPr marL="457200" indent="-457200" eaLnBrk="1" hangingPunct="1">
              <a:spcBef>
                <a:spcPts val="1200"/>
              </a:spcBef>
              <a:spcAft>
                <a:spcPts val="1200"/>
              </a:spcAft>
            </a:pPr>
            <a:r>
              <a:rPr lang="en-US" sz="2200" dirty="0" smtClean="0"/>
              <a:t>Jobs completed per trade</a:t>
            </a:r>
          </a:p>
          <a:p>
            <a:pPr marL="457200" indent="-457200" eaLnBrk="1" hangingPunct="1">
              <a:spcBef>
                <a:spcPts val="1200"/>
              </a:spcBef>
              <a:spcAft>
                <a:spcPts val="1200"/>
              </a:spcAft>
            </a:pPr>
            <a:r>
              <a:rPr lang="en-US" sz="2200" dirty="0" smtClean="0"/>
              <a:t>All utility costs</a:t>
            </a:r>
          </a:p>
          <a:p>
            <a:pPr marL="457200" indent="-457200" eaLnBrk="1" hangingPunct="1">
              <a:spcBef>
                <a:spcPts val="1200"/>
              </a:spcBef>
              <a:spcAft>
                <a:spcPts val="1200"/>
              </a:spcAft>
            </a:pPr>
            <a:r>
              <a:rPr lang="en-US" sz="2200" dirty="0" smtClean="0"/>
              <a:t>Copies of all inspections and outcomes</a:t>
            </a:r>
          </a:p>
          <a:p>
            <a:pPr marL="457200" indent="-457200" eaLnBrk="1" hangingPunct="1">
              <a:spcBef>
                <a:spcPts val="1200"/>
              </a:spcBef>
              <a:spcAft>
                <a:spcPts val="1200"/>
              </a:spcAft>
            </a:pPr>
            <a:r>
              <a:rPr lang="en-US" sz="2200" dirty="0" smtClean="0"/>
              <a:t>All contractor contact details</a:t>
            </a:r>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1E5FE133-3754-4F18-85A3-069D09307BE2}" type="slidenum">
              <a:rPr lang="en-US" sz="1000">
                <a:solidFill>
                  <a:schemeClr val="tx2">
                    <a:shade val="50000"/>
                  </a:schemeClr>
                </a:solidFill>
                <a:latin typeface="Helvetica" pitchFamily="34" charset="0"/>
              </a:rPr>
              <a:pPr algn="r" fontAlgn="auto">
                <a:spcBef>
                  <a:spcPts val="0"/>
                </a:spcBef>
                <a:spcAft>
                  <a:spcPts val="0"/>
                </a:spcAft>
                <a:defRPr/>
              </a:pPr>
              <a:t>42</a:t>
            </a:fld>
            <a:endParaRPr lang="en-US" sz="1000" dirty="0">
              <a:solidFill>
                <a:schemeClr val="tx2">
                  <a:shade val="50000"/>
                </a:schemeClr>
              </a:solidFill>
              <a:latin typeface="Helvetica" pitchFamily="34" charset="0"/>
            </a:endParaRPr>
          </a:p>
        </p:txBody>
      </p:sp>
      <p:pic>
        <p:nvPicPr>
          <p:cNvPr id="49157" name="Picture 7" descr="C:\Users\Barbara\AppData\Local\Microsoft\Windows\Temporary Internet Files\Content.IE5\F6T2GJGP\MC900389846[1].wmf"/>
          <p:cNvPicPr>
            <a:picLocks noChangeAspect="1" noChangeArrowheads="1"/>
          </p:cNvPicPr>
          <p:nvPr/>
        </p:nvPicPr>
        <p:blipFill>
          <a:blip r:embed="rId3" cstate="print"/>
          <a:srcRect/>
          <a:stretch>
            <a:fillRect/>
          </a:stretch>
        </p:blipFill>
        <p:spPr bwMode="auto">
          <a:xfrm>
            <a:off x="5715000" y="2357438"/>
            <a:ext cx="2162175" cy="22336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idx="4294967295"/>
          </p:nvPr>
        </p:nvSpPr>
        <p:spPr>
          <a:xfrm>
            <a:off x="611188" y="333375"/>
            <a:ext cx="7467600" cy="1143000"/>
          </a:xfrm>
        </p:spPr>
        <p:txBody>
          <a:bodyPr/>
          <a:lstStyle/>
          <a:p>
            <a:pPr eaLnBrk="1" hangingPunct="1"/>
            <a:r>
              <a:rPr lang="en-US" sz="3400" b="1" dirty="0" smtClean="0">
                <a:solidFill>
                  <a:srgbClr val="FF6600"/>
                </a:solidFill>
              </a:rPr>
              <a:t>Perform administrative tasks (2)</a:t>
            </a:r>
          </a:p>
        </p:txBody>
      </p:sp>
      <p:sp>
        <p:nvSpPr>
          <p:cNvPr id="3" name="Content Placeholder 2"/>
          <p:cNvSpPr>
            <a:spLocks noGrp="1"/>
          </p:cNvSpPr>
          <p:nvPr>
            <p:ph idx="4294967295"/>
          </p:nvPr>
        </p:nvSpPr>
        <p:spPr>
          <a:xfrm>
            <a:off x="571500" y="1557338"/>
            <a:ext cx="7467600" cy="4525962"/>
          </a:xfrm>
        </p:spPr>
        <p:txBody>
          <a:bodyPr>
            <a:normAutofit/>
          </a:bodyPr>
          <a:lstStyle/>
          <a:p>
            <a:pPr marL="457200" indent="-457200" eaLnBrk="1" hangingPunct="1">
              <a:spcBef>
                <a:spcPts val="1200"/>
              </a:spcBef>
              <a:spcAft>
                <a:spcPts val="1200"/>
              </a:spcAft>
              <a:defRPr/>
            </a:pPr>
            <a:r>
              <a:rPr lang="en-US" sz="2200" dirty="0" smtClean="0"/>
              <a:t>Monthly stock takes</a:t>
            </a:r>
          </a:p>
          <a:p>
            <a:pPr marL="457200" indent="-457200" eaLnBrk="1" hangingPunct="1">
              <a:spcBef>
                <a:spcPts val="1200"/>
              </a:spcBef>
              <a:spcAft>
                <a:spcPts val="1200"/>
              </a:spcAft>
              <a:defRPr/>
            </a:pPr>
            <a:r>
              <a:rPr lang="en-US" sz="2200" dirty="0" smtClean="0"/>
              <a:t>Staff records and payroll costs</a:t>
            </a:r>
          </a:p>
          <a:p>
            <a:pPr marL="457200" indent="-457200" eaLnBrk="1" hangingPunct="1">
              <a:spcBef>
                <a:spcPts val="1200"/>
              </a:spcBef>
              <a:spcAft>
                <a:spcPts val="1200"/>
              </a:spcAft>
              <a:defRPr/>
            </a:pPr>
            <a:r>
              <a:rPr lang="en-US" sz="2200" dirty="0" smtClean="0"/>
              <a:t>Purchase orders</a:t>
            </a:r>
          </a:p>
          <a:p>
            <a:pPr marL="457200" indent="-457200" eaLnBrk="1" hangingPunct="1">
              <a:spcBef>
                <a:spcPts val="1200"/>
              </a:spcBef>
              <a:spcAft>
                <a:spcPts val="1200"/>
              </a:spcAft>
              <a:defRPr/>
            </a:pPr>
            <a:r>
              <a:rPr lang="en-US" sz="2200" dirty="0" smtClean="0"/>
              <a:t>Machinery repairs</a:t>
            </a:r>
          </a:p>
          <a:p>
            <a:pPr marL="457200" indent="-457200" eaLnBrk="1" hangingPunct="1">
              <a:spcBef>
                <a:spcPts val="1200"/>
              </a:spcBef>
              <a:spcAft>
                <a:spcPts val="1200"/>
              </a:spcAft>
              <a:defRPr/>
            </a:pPr>
            <a:r>
              <a:rPr lang="en-US" sz="2200" dirty="0" smtClean="0"/>
              <a:t>Emergency contacts</a:t>
            </a:r>
          </a:p>
          <a:p>
            <a:pPr marL="457200" indent="-457200" eaLnBrk="1" hangingPunct="1">
              <a:spcBef>
                <a:spcPts val="1200"/>
              </a:spcBef>
              <a:spcAft>
                <a:spcPts val="1200"/>
              </a:spcAft>
              <a:defRPr/>
            </a:pPr>
            <a:r>
              <a:rPr lang="en-US" sz="2200" dirty="0" smtClean="0"/>
              <a:t>Boiler service records</a:t>
            </a:r>
          </a:p>
          <a:p>
            <a:pPr marL="457200" indent="-457200" eaLnBrk="1" hangingPunct="1">
              <a:spcBef>
                <a:spcPts val="1200"/>
              </a:spcBef>
              <a:spcAft>
                <a:spcPts val="1200"/>
              </a:spcAft>
              <a:defRPr/>
            </a:pPr>
            <a:r>
              <a:rPr lang="en-US" sz="2200" dirty="0" smtClean="0"/>
              <a:t>Departmental costs</a:t>
            </a:r>
          </a:p>
          <a:p>
            <a:pPr marL="360000" indent="-360000" eaLnBrk="1" fontAlgn="auto" hangingPunct="1">
              <a:spcBef>
                <a:spcPts val="1200"/>
              </a:spcBef>
              <a:spcAft>
                <a:spcPts val="1200"/>
              </a:spcAft>
              <a:buFont typeface="Wingdings 2"/>
              <a:buChar char=""/>
              <a:defRPr/>
            </a:pPr>
            <a:endParaRPr lang="en-US" sz="2200" kern="1200" dirty="0" smtClean="0"/>
          </a:p>
          <a:p>
            <a:pPr marL="360000" indent="-360000" eaLnBrk="1" fontAlgn="auto" hangingPunct="1">
              <a:spcBef>
                <a:spcPts val="1200"/>
              </a:spcBef>
              <a:spcAft>
                <a:spcPts val="12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FF6FA59E-59AE-4FA1-BA91-903E4FE9268C}" type="slidenum">
              <a:rPr lang="en-US" sz="1000">
                <a:solidFill>
                  <a:schemeClr val="tx2">
                    <a:shade val="50000"/>
                  </a:schemeClr>
                </a:solidFill>
                <a:latin typeface="Helvetica" pitchFamily="34" charset="0"/>
              </a:rPr>
              <a:pPr algn="r" fontAlgn="auto">
                <a:spcBef>
                  <a:spcPts val="0"/>
                </a:spcBef>
                <a:spcAft>
                  <a:spcPts val="0"/>
                </a:spcAft>
                <a:defRPr/>
              </a:pPr>
              <a:t>43</a:t>
            </a:fld>
            <a:endParaRPr lang="en-US" sz="1000" dirty="0">
              <a:solidFill>
                <a:schemeClr val="tx2">
                  <a:shade val="50000"/>
                </a:schemeClr>
              </a:solidFill>
              <a:latin typeface="Helvetica" pitchFamily="34" charset="0"/>
            </a:endParaRPr>
          </a:p>
        </p:txBody>
      </p:sp>
      <p:pic>
        <p:nvPicPr>
          <p:cNvPr id="50181" name="Picture 6" descr="C:\Users\Barbara\AppData\Local\Microsoft\Windows\Temporary Internet Files\Content.IE5\KN1UCD06\MC900383986[1].wmf"/>
          <p:cNvPicPr>
            <a:picLocks noChangeAspect="1" noChangeArrowheads="1"/>
          </p:cNvPicPr>
          <p:nvPr/>
        </p:nvPicPr>
        <p:blipFill>
          <a:blip r:embed="rId3" cstate="print"/>
          <a:srcRect/>
          <a:stretch>
            <a:fillRect/>
          </a:stretch>
        </p:blipFill>
        <p:spPr bwMode="auto">
          <a:xfrm>
            <a:off x="5715000" y="2643188"/>
            <a:ext cx="1903413" cy="23002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Assist with special projects</a:t>
            </a:r>
          </a:p>
        </p:txBody>
      </p:sp>
      <p:sp>
        <p:nvSpPr>
          <p:cNvPr id="51203" name="Content Placeholder 2"/>
          <p:cNvSpPr>
            <a:spLocks noGrp="1"/>
          </p:cNvSpPr>
          <p:nvPr>
            <p:ph idx="4294967295"/>
          </p:nvPr>
        </p:nvSpPr>
        <p:spPr>
          <a:xfrm>
            <a:off x="571500" y="1557338"/>
            <a:ext cx="7467600" cy="4525962"/>
          </a:xfrm>
        </p:spPr>
        <p:txBody>
          <a:bodyPr/>
          <a:lstStyle/>
          <a:p>
            <a:pPr marL="457200" indent="-457200" eaLnBrk="1" hangingPunct="1">
              <a:spcBef>
                <a:spcPts val="1200"/>
              </a:spcBef>
              <a:spcAft>
                <a:spcPts val="1200"/>
              </a:spcAft>
            </a:pPr>
            <a:r>
              <a:rPr lang="en-US" sz="2200" dirty="0" smtClean="0"/>
              <a:t>Maintenance is involved in many activities other than day to day maintenance</a:t>
            </a:r>
          </a:p>
          <a:p>
            <a:pPr marL="457200" indent="-457200" eaLnBrk="1" hangingPunct="1">
              <a:spcBef>
                <a:spcPts val="1200"/>
              </a:spcBef>
              <a:spcAft>
                <a:spcPts val="1200"/>
              </a:spcAft>
            </a:pPr>
            <a:r>
              <a:rPr lang="en-US" sz="2200" dirty="0" smtClean="0"/>
              <a:t>Upgrade to rooms</a:t>
            </a:r>
          </a:p>
          <a:p>
            <a:pPr marL="457200" indent="-457200" eaLnBrk="1" hangingPunct="1">
              <a:spcBef>
                <a:spcPts val="1200"/>
              </a:spcBef>
              <a:spcAft>
                <a:spcPts val="1200"/>
              </a:spcAft>
            </a:pPr>
            <a:r>
              <a:rPr lang="en-US" sz="2200" dirty="0" smtClean="0"/>
              <a:t>Upgrade to public areas</a:t>
            </a:r>
          </a:p>
          <a:p>
            <a:pPr marL="457200" indent="-457200" eaLnBrk="1" hangingPunct="1">
              <a:spcBef>
                <a:spcPts val="1200"/>
              </a:spcBef>
              <a:spcAft>
                <a:spcPts val="1200"/>
              </a:spcAft>
            </a:pPr>
            <a:r>
              <a:rPr lang="en-US" sz="2200" dirty="0" smtClean="0"/>
              <a:t>Replacement of major equipment</a:t>
            </a:r>
          </a:p>
          <a:p>
            <a:pPr marL="457200" indent="-457200" eaLnBrk="1" hangingPunct="1">
              <a:spcBef>
                <a:spcPts val="1200"/>
              </a:spcBef>
              <a:spcAft>
                <a:spcPts val="1200"/>
              </a:spcAft>
            </a:pPr>
            <a:r>
              <a:rPr lang="en-US" sz="2200" dirty="0" smtClean="0"/>
              <a:t>Refurbishment projects</a:t>
            </a:r>
          </a:p>
          <a:p>
            <a:pPr marL="457200" indent="-457200" eaLnBrk="1" hangingPunct="1">
              <a:spcBef>
                <a:spcPts val="1200"/>
              </a:spcBef>
              <a:spcAft>
                <a:spcPts val="1200"/>
              </a:spcAft>
            </a:pPr>
            <a:r>
              <a:rPr lang="en-US" sz="2200" dirty="0" smtClean="0"/>
              <a:t>Exterior building maintenance</a:t>
            </a:r>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0619CD6F-F979-4762-8EAD-C8A98894DC5E}" type="slidenum">
              <a:rPr lang="en-US" sz="1000">
                <a:solidFill>
                  <a:schemeClr val="tx2">
                    <a:shade val="50000"/>
                  </a:schemeClr>
                </a:solidFill>
                <a:latin typeface="Helvetica" pitchFamily="34" charset="0"/>
              </a:rPr>
              <a:pPr algn="r" fontAlgn="auto">
                <a:spcBef>
                  <a:spcPts val="0"/>
                </a:spcBef>
                <a:spcAft>
                  <a:spcPts val="0"/>
                </a:spcAft>
                <a:defRPr/>
              </a:pPr>
              <a:t>44</a:t>
            </a:fld>
            <a:endParaRPr lang="en-US" sz="1000" dirty="0">
              <a:solidFill>
                <a:schemeClr val="tx2">
                  <a:shade val="50000"/>
                </a:schemeClr>
              </a:solidFill>
              <a:latin typeface="Helvetica" pitchFamily="34" charset="0"/>
            </a:endParaRPr>
          </a:p>
        </p:txBody>
      </p:sp>
      <p:pic>
        <p:nvPicPr>
          <p:cNvPr id="51205" name="Picture 6" descr="C:\Users\Barbara\AppData\Local\Microsoft\Windows\Temporary Internet Files\Content.IE5\TTZDEVLP\MP900178990[2].jpg"/>
          <p:cNvPicPr>
            <a:picLocks noChangeAspect="1" noChangeArrowheads="1"/>
          </p:cNvPicPr>
          <p:nvPr/>
        </p:nvPicPr>
        <p:blipFill>
          <a:blip r:embed="rId3" cstate="print"/>
          <a:srcRect/>
          <a:stretch>
            <a:fillRect/>
          </a:stretch>
        </p:blipFill>
        <p:spPr bwMode="auto">
          <a:xfrm>
            <a:off x="6072188" y="2428875"/>
            <a:ext cx="1770062" cy="26543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Liaise with external contractors</a:t>
            </a:r>
          </a:p>
        </p:txBody>
      </p:sp>
      <p:sp>
        <p:nvSpPr>
          <p:cNvPr id="3" name="Content Placeholder 2"/>
          <p:cNvSpPr>
            <a:spLocks noGrp="1"/>
          </p:cNvSpPr>
          <p:nvPr>
            <p:ph idx="4294967295"/>
          </p:nvPr>
        </p:nvSpPr>
        <p:spPr>
          <a:xfrm>
            <a:off x="685800" y="1409700"/>
            <a:ext cx="7467600" cy="4525963"/>
          </a:xfrm>
        </p:spPr>
        <p:txBody>
          <a:bodyPr>
            <a:normAutofit/>
          </a:bodyPr>
          <a:lstStyle/>
          <a:p>
            <a:pPr marL="0" indent="0" eaLnBrk="1" fontAlgn="auto" hangingPunct="1">
              <a:spcBef>
                <a:spcPts val="1200"/>
              </a:spcBef>
              <a:spcAft>
                <a:spcPts val="1200"/>
              </a:spcAft>
              <a:buFont typeface="Wingdings 2"/>
              <a:buNone/>
              <a:defRPr/>
            </a:pPr>
            <a:r>
              <a:rPr lang="en-US" sz="2200" kern="1200" dirty="0" smtClean="0"/>
              <a:t>Liaison with contractors is vital particularly in maintaining certain types of machinery.</a:t>
            </a:r>
          </a:p>
          <a:p>
            <a:pPr marL="457200" indent="-457200" eaLnBrk="1" hangingPunct="1">
              <a:spcBef>
                <a:spcPts val="1200"/>
              </a:spcBef>
              <a:spcAft>
                <a:spcPts val="1200"/>
              </a:spcAft>
              <a:defRPr/>
            </a:pPr>
            <a:r>
              <a:rPr lang="en-US" sz="2200" dirty="0" smtClean="0"/>
              <a:t>Plan the special work</a:t>
            </a:r>
          </a:p>
          <a:p>
            <a:pPr marL="457200" indent="-457200" eaLnBrk="1" hangingPunct="1">
              <a:spcBef>
                <a:spcPts val="1200"/>
              </a:spcBef>
              <a:spcAft>
                <a:spcPts val="1200"/>
              </a:spcAft>
              <a:defRPr/>
            </a:pPr>
            <a:r>
              <a:rPr lang="en-US" sz="2200" dirty="0" smtClean="0"/>
              <a:t>Assist the contractors where possible</a:t>
            </a:r>
          </a:p>
          <a:p>
            <a:pPr marL="457200" indent="-457200" eaLnBrk="1" hangingPunct="1">
              <a:spcBef>
                <a:spcPts val="1200"/>
              </a:spcBef>
              <a:spcAft>
                <a:spcPts val="1200"/>
              </a:spcAft>
              <a:defRPr/>
            </a:pPr>
            <a:r>
              <a:rPr lang="en-US" sz="2200" dirty="0" smtClean="0"/>
              <a:t>Manage the parameters of each contract</a:t>
            </a:r>
          </a:p>
          <a:p>
            <a:pPr marL="457200" indent="-457200" eaLnBrk="1" hangingPunct="1">
              <a:spcBef>
                <a:spcPts val="1200"/>
              </a:spcBef>
              <a:spcAft>
                <a:spcPts val="1200"/>
              </a:spcAft>
              <a:defRPr/>
            </a:pPr>
            <a:r>
              <a:rPr lang="en-US" sz="2200" dirty="0" smtClean="0"/>
              <a:t>Ensure contractors work in a safe manner</a:t>
            </a:r>
          </a:p>
          <a:p>
            <a:pPr marL="360000" indent="-360000" eaLnBrk="1" fontAlgn="auto" hangingPunct="1">
              <a:spcBef>
                <a:spcPts val="1200"/>
              </a:spcBef>
              <a:spcAft>
                <a:spcPts val="1200"/>
              </a:spcAft>
              <a:buFont typeface="Wingdings 2"/>
              <a:buNone/>
              <a:defRPr/>
            </a:pPr>
            <a:endParaRPr lang="en-US" sz="2200" kern="1200" dirty="0"/>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A6830E6B-4431-47FC-A179-37F8503293B6}" type="slidenum">
              <a:rPr lang="en-US" sz="1000">
                <a:solidFill>
                  <a:schemeClr val="tx2">
                    <a:shade val="50000"/>
                  </a:schemeClr>
                </a:solidFill>
                <a:latin typeface="Helvetica" pitchFamily="34" charset="0"/>
              </a:rPr>
              <a:pPr algn="r" fontAlgn="auto">
                <a:spcBef>
                  <a:spcPts val="0"/>
                </a:spcBef>
                <a:spcAft>
                  <a:spcPts val="0"/>
                </a:spcAft>
                <a:defRPr/>
              </a:pPr>
              <a:t>45</a:t>
            </a:fld>
            <a:endParaRPr lang="en-US" sz="1000" dirty="0">
              <a:solidFill>
                <a:schemeClr val="tx2">
                  <a:shade val="50000"/>
                </a:schemeClr>
              </a:solidFill>
              <a:latin typeface="Helvetica" pitchFamily="34" charset="0"/>
            </a:endParaRPr>
          </a:p>
        </p:txBody>
      </p:sp>
      <p:pic>
        <p:nvPicPr>
          <p:cNvPr id="52229" name="Picture 6" descr="C:\Users\Barbara\AppData\Local\Microsoft\Windows\Temporary Internet Files\Content.IE5\FOYHTT55\MC900295471[1].wmf"/>
          <p:cNvPicPr>
            <a:picLocks noChangeAspect="1" noChangeArrowheads="1"/>
          </p:cNvPicPr>
          <p:nvPr/>
        </p:nvPicPr>
        <p:blipFill>
          <a:blip r:embed="rId3" cstate="print"/>
          <a:srcRect/>
          <a:stretch>
            <a:fillRect/>
          </a:stretch>
        </p:blipFill>
        <p:spPr bwMode="auto">
          <a:xfrm>
            <a:off x="6715125" y="2428875"/>
            <a:ext cx="1679575" cy="21431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idx="4294967295"/>
          </p:nvPr>
        </p:nvSpPr>
        <p:spPr>
          <a:xfrm>
            <a:off x="611188" y="333375"/>
            <a:ext cx="7467600" cy="1143000"/>
          </a:xfrm>
        </p:spPr>
        <p:txBody>
          <a:bodyPr/>
          <a:lstStyle/>
          <a:p>
            <a:pPr eaLnBrk="1" hangingPunct="1"/>
            <a:r>
              <a:rPr lang="en-US" sz="3400" b="1" smtClean="0">
                <a:solidFill>
                  <a:srgbClr val="FF6600"/>
                </a:solidFill>
              </a:rPr>
              <a:t>Types of contracts </a:t>
            </a:r>
          </a:p>
        </p:txBody>
      </p:sp>
      <p:sp>
        <p:nvSpPr>
          <p:cNvPr id="3" name="Content Placeholder 2"/>
          <p:cNvSpPr>
            <a:spLocks noGrp="1"/>
          </p:cNvSpPr>
          <p:nvPr>
            <p:ph idx="4294967295"/>
          </p:nvPr>
        </p:nvSpPr>
        <p:spPr>
          <a:xfrm>
            <a:off x="611188" y="1428750"/>
            <a:ext cx="8032750" cy="4525963"/>
          </a:xfrm>
        </p:spPr>
        <p:txBody>
          <a:bodyPr>
            <a:noAutofit/>
          </a:bodyPr>
          <a:lstStyle/>
          <a:p>
            <a:pPr marL="0" indent="0" eaLnBrk="1" fontAlgn="auto" hangingPunct="1">
              <a:spcBef>
                <a:spcPts val="600"/>
              </a:spcBef>
              <a:spcAft>
                <a:spcPts val="600"/>
              </a:spcAft>
              <a:buFont typeface="Wingdings 2"/>
              <a:buNone/>
              <a:defRPr/>
            </a:pPr>
            <a:r>
              <a:rPr lang="en-US" sz="2000" kern="1200" dirty="0" smtClean="0"/>
              <a:t>These are many and varied but may include:</a:t>
            </a:r>
            <a:endParaRPr lang="en-US" sz="2000" kern="1200" dirty="0"/>
          </a:p>
          <a:p>
            <a:pPr marL="457200" indent="-457200" eaLnBrk="1" hangingPunct="1">
              <a:spcBef>
                <a:spcPts val="600"/>
              </a:spcBef>
              <a:spcAft>
                <a:spcPts val="600"/>
              </a:spcAft>
              <a:defRPr/>
            </a:pPr>
            <a:r>
              <a:rPr lang="en-US" sz="2000" dirty="0" smtClean="0"/>
              <a:t>All plants</a:t>
            </a:r>
          </a:p>
          <a:p>
            <a:pPr marL="457200" indent="-457200" eaLnBrk="1" hangingPunct="1">
              <a:spcBef>
                <a:spcPts val="600"/>
              </a:spcBef>
              <a:spcAft>
                <a:spcPts val="600"/>
              </a:spcAft>
              <a:defRPr/>
            </a:pPr>
            <a:r>
              <a:rPr lang="en-US" sz="2000" dirty="0" smtClean="0"/>
              <a:t>Washroom hygiene</a:t>
            </a:r>
          </a:p>
          <a:p>
            <a:pPr marL="457200" indent="-457200" eaLnBrk="1" hangingPunct="1">
              <a:spcBef>
                <a:spcPts val="600"/>
              </a:spcBef>
              <a:spcAft>
                <a:spcPts val="600"/>
              </a:spcAft>
              <a:defRPr/>
            </a:pPr>
            <a:r>
              <a:rPr lang="en-US" sz="2000" dirty="0" smtClean="0"/>
              <a:t>Refrigeration maintenance</a:t>
            </a:r>
          </a:p>
          <a:p>
            <a:pPr marL="457200" indent="-457200" eaLnBrk="1" hangingPunct="1">
              <a:spcBef>
                <a:spcPts val="600"/>
              </a:spcBef>
              <a:spcAft>
                <a:spcPts val="600"/>
              </a:spcAft>
              <a:defRPr/>
            </a:pPr>
            <a:r>
              <a:rPr lang="en-US" sz="2000" dirty="0" smtClean="0"/>
              <a:t>Waste contractors</a:t>
            </a:r>
          </a:p>
          <a:p>
            <a:pPr marL="457200" indent="-457200" eaLnBrk="1" hangingPunct="1">
              <a:spcBef>
                <a:spcPts val="600"/>
              </a:spcBef>
              <a:spcAft>
                <a:spcPts val="600"/>
              </a:spcAft>
              <a:defRPr/>
            </a:pPr>
            <a:r>
              <a:rPr lang="en-US" sz="2000" dirty="0" smtClean="0"/>
              <a:t>Window cleaners</a:t>
            </a:r>
          </a:p>
          <a:p>
            <a:pPr marL="457200" indent="-457200" eaLnBrk="1" hangingPunct="1">
              <a:spcBef>
                <a:spcPts val="600"/>
              </a:spcBef>
              <a:spcAft>
                <a:spcPts val="600"/>
              </a:spcAft>
              <a:defRPr/>
            </a:pPr>
            <a:r>
              <a:rPr lang="en-US" sz="2000" dirty="0" smtClean="0"/>
              <a:t>Lift  maintenance</a:t>
            </a:r>
          </a:p>
          <a:p>
            <a:pPr marL="457200" indent="-457200" eaLnBrk="1" hangingPunct="1">
              <a:spcBef>
                <a:spcPts val="600"/>
              </a:spcBef>
              <a:spcAft>
                <a:spcPts val="600"/>
              </a:spcAft>
              <a:defRPr/>
            </a:pPr>
            <a:r>
              <a:rPr lang="en-US" sz="2000" dirty="0" smtClean="0"/>
              <a:t>Pest control</a:t>
            </a:r>
          </a:p>
          <a:p>
            <a:pPr marL="457200" indent="-457200" eaLnBrk="1" hangingPunct="1">
              <a:spcBef>
                <a:spcPts val="600"/>
              </a:spcBef>
              <a:spcAft>
                <a:spcPts val="600"/>
              </a:spcAft>
              <a:defRPr/>
            </a:pPr>
            <a:r>
              <a:rPr lang="en-US" sz="2000" dirty="0" smtClean="0"/>
              <a:t>Air conditioning</a:t>
            </a:r>
          </a:p>
          <a:p>
            <a:pPr marL="457200" indent="-457200" eaLnBrk="1" hangingPunct="1">
              <a:spcBef>
                <a:spcPts val="600"/>
              </a:spcBef>
              <a:spcAft>
                <a:spcPts val="600"/>
              </a:spcAft>
              <a:defRPr/>
            </a:pPr>
            <a:r>
              <a:rPr lang="en-US" sz="2000" dirty="0" smtClean="0"/>
              <a:t>Window cleaning</a:t>
            </a:r>
          </a:p>
          <a:p>
            <a:pPr marL="457200" indent="-457200" eaLnBrk="1" hangingPunct="1">
              <a:spcBef>
                <a:spcPts val="600"/>
              </a:spcBef>
              <a:spcAft>
                <a:spcPts val="600"/>
              </a:spcAft>
              <a:defRPr/>
            </a:pPr>
            <a:r>
              <a:rPr lang="en-US" sz="2000" dirty="0" smtClean="0"/>
              <a:t>Fire fighting equipment</a:t>
            </a:r>
          </a:p>
        </p:txBody>
      </p:sp>
      <p:sp>
        <p:nvSpPr>
          <p:cNvPr id="4" name="Slide Number Placeholder 3"/>
          <p:cNvSpPr txBox="1">
            <a:spLocks noGrp="1"/>
          </p:cNvSpPr>
          <p:nvPr/>
        </p:nvSpPr>
        <p:spPr>
          <a:xfrm>
            <a:off x="8153400" y="6421438"/>
            <a:ext cx="762000" cy="365125"/>
          </a:xfrm>
          <a:prstGeom prst="rect">
            <a:avLst/>
          </a:prstGeom>
          <a:noFill/>
        </p:spPr>
        <p:txBody>
          <a:bodyPr lIns="0" tIns="0" rIns="0" bIns="0" anchor="b"/>
          <a:lstStyle/>
          <a:p>
            <a:pPr algn="r" fontAlgn="auto">
              <a:spcBef>
                <a:spcPts val="0"/>
              </a:spcBef>
              <a:spcAft>
                <a:spcPts val="0"/>
              </a:spcAft>
              <a:defRPr/>
            </a:pPr>
            <a:r>
              <a:rPr lang="en-US" sz="1000" dirty="0">
                <a:solidFill>
                  <a:schemeClr val="tx2">
                    <a:shade val="50000"/>
                  </a:schemeClr>
                </a:solidFill>
                <a:latin typeface="Helvetica" pitchFamily="34" charset="0"/>
              </a:rPr>
              <a:t> Slide </a:t>
            </a:r>
            <a:fld id="{85EF68D9-ED56-4EC1-8E07-ED95F8BC234F}" type="slidenum">
              <a:rPr lang="en-US" sz="1000">
                <a:solidFill>
                  <a:schemeClr val="tx2">
                    <a:shade val="50000"/>
                  </a:schemeClr>
                </a:solidFill>
                <a:latin typeface="Helvetica" pitchFamily="34" charset="0"/>
              </a:rPr>
              <a:pPr algn="r" fontAlgn="auto">
                <a:spcBef>
                  <a:spcPts val="0"/>
                </a:spcBef>
                <a:spcAft>
                  <a:spcPts val="0"/>
                </a:spcAft>
                <a:defRPr/>
              </a:pPr>
              <a:t>46</a:t>
            </a:fld>
            <a:endParaRPr lang="en-US" sz="1000" dirty="0">
              <a:solidFill>
                <a:schemeClr val="tx2">
                  <a:shade val="50000"/>
                </a:schemeClr>
              </a:solidFill>
              <a:latin typeface="Helvetica" pitchFamily="34" charset="0"/>
            </a:endParaRPr>
          </a:p>
        </p:txBody>
      </p:sp>
      <p:pic>
        <p:nvPicPr>
          <p:cNvPr id="53253" name="Picture 6" descr="C:\Users\Barbara\AppData\Local\Microsoft\Windows\Temporary Internet Files\Content.IE5\KN1UCD06\MC900205506[1].wmf"/>
          <p:cNvPicPr>
            <a:picLocks noChangeAspect="1" noChangeArrowheads="1"/>
          </p:cNvPicPr>
          <p:nvPr/>
        </p:nvPicPr>
        <p:blipFill>
          <a:blip r:embed="rId3" cstate="print"/>
          <a:srcRect/>
          <a:stretch>
            <a:fillRect/>
          </a:stretch>
        </p:blipFill>
        <p:spPr bwMode="auto">
          <a:xfrm>
            <a:off x="6643688" y="3643313"/>
            <a:ext cx="1571625" cy="1571625"/>
          </a:xfrm>
          <a:prstGeom prst="rect">
            <a:avLst/>
          </a:prstGeom>
          <a:noFill/>
          <a:ln w="9525">
            <a:noFill/>
            <a:miter lim="800000"/>
            <a:headEnd/>
            <a:tailEnd/>
          </a:ln>
        </p:spPr>
      </p:pic>
      <p:pic>
        <p:nvPicPr>
          <p:cNvPr id="53254" name="Picture 7" descr="C:\Users\Barbara\AppData\Local\Microsoft\Windows\Temporary Internet Files\Content.IE5\TTZDEVLP\MC900340286[1].wmf"/>
          <p:cNvPicPr>
            <a:picLocks noChangeAspect="1" noChangeArrowheads="1"/>
          </p:cNvPicPr>
          <p:nvPr/>
        </p:nvPicPr>
        <p:blipFill>
          <a:blip r:embed="rId4" cstate="print"/>
          <a:srcRect/>
          <a:stretch>
            <a:fillRect/>
          </a:stretch>
        </p:blipFill>
        <p:spPr bwMode="auto">
          <a:xfrm>
            <a:off x="6643688" y="1714500"/>
            <a:ext cx="1323975" cy="15716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Technic">
  <a:themeElements>
    <a:clrScheme name="Technic 1">
      <a:dk1>
        <a:srgbClr val="000000"/>
      </a:dk1>
      <a:lt1>
        <a:srgbClr val="FFFFFF"/>
      </a:lt1>
      <a:dk2>
        <a:srgbClr val="4E5B6F"/>
      </a:dk2>
      <a:lt2>
        <a:srgbClr val="D6ECFF"/>
      </a:lt2>
      <a:accent1>
        <a:srgbClr val="7FD13B"/>
      </a:accent1>
      <a:accent2>
        <a:srgbClr val="EA157A"/>
      </a:accent2>
      <a:accent3>
        <a:srgbClr val="FFFFFF"/>
      </a:accent3>
      <a:accent4>
        <a:srgbClr val="000000"/>
      </a:accent4>
      <a:accent5>
        <a:srgbClr val="C0E5AF"/>
      </a:accent5>
      <a:accent6>
        <a:srgbClr val="D4126E"/>
      </a:accent6>
      <a:hlink>
        <a:srgbClr val="EB8803"/>
      </a:hlink>
      <a:folHlink>
        <a:srgbClr val="5F7791"/>
      </a:folHlink>
    </a:clrScheme>
    <a:fontScheme name="Technic">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Technic 1">
        <a:dk1>
          <a:srgbClr val="000000"/>
        </a:dk1>
        <a:lt1>
          <a:srgbClr val="FFFFFF"/>
        </a:lt1>
        <a:dk2>
          <a:srgbClr val="4E5B6F"/>
        </a:dk2>
        <a:lt2>
          <a:srgbClr val="D6ECFF"/>
        </a:lt2>
        <a:accent1>
          <a:srgbClr val="7FD13B"/>
        </a:accent1>
        <a:accent2>
          <a:srgbClr val="EA157A"/>
        </a:accent2>
        <a:accent3>
          <a:srgbClr val="FFFFFF"/>
        </a:accent3>
        <a:accent4>
          <a:srgbClr val="000000"/>
        </a:accent4>
        <a:accent5>
          <a:srgbClr val="C0E5AF"/>
        </a:accent5>
        <a:accent6>
          <a:srgbClr val="D4126E"/>
        </a:accent6>
        <a:hlink>
          <a:srgbClr val="EB8803"/>
        </a:hlink>
        <a:folHlink>
          <a:srgbClr val="5F7791"/>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Technic">
  <a:themeElements>
    <a:clrScheme name="1_Technic 1">
      <a:dk1>
        <a:srgbClr val="000000"/>
      </a:dk1>
      <a:lt1>
        <a:srgbClr val="FFFFFF"/>
      </a:lt1>
      <a:dk2>
        <a:srgbClr val="4E5B6F"/>
      </a:dk2>
      <a:lt2>
        <a:srgbClr val="D6ECFF"/>
      </a:lt2>
      <a:accent1>
        <a:srgbClr val="7FD13B"/>
      </a:accent1>
      <a:accent2>
        <a:srgbClr val="EA157A"/>
      </a:accent2>
      <a:accent3>
        <a:srgbClr val="FFFFFF"/>
      </a:accent3>
      <a:accent4>
        <a:srgbClr val="000000"/>
      </a:accent4>
      <a:accent5>
        <a:srgbClr val="C0E5AF"/>
      </a:accent5>
      <a:accent6>
        <a:srgbClr val="D4126E"/>
      </a:accent6>
      <a:hlink>
        <a:srgbClr val="EB8803"/>
      </a:hlink>
      <a:folHlink>
        <a:srgbClr val="5F7791"/>
      </a:folHlink>
    </a:clrScheme>
    <a:fontScheme name="1_Technic">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Technic 1">
        <a:dk1>
          <a:srgbClr val="000000"/>
        </a:dk1>
        <a:lt1>
          <a:srgbClr val="FFFFFF"/>
        </a:lt1>
        <a:dk2>
          <a:srgbClr val="4E5B6F"/>
        </a:dk2>
        <a:lt2>
          <a:srgbClr val="D6ECFF"/>
        </a:lt2>
        <a:accent1>
          <a:srgbClr val="7FD13B"/>
        </a:accent1>
        <a:accent2>
          <a:srgbClr val="EA157A"/>
        </a:accent2>
        <a:accent3>
          <a:srgbClr val="FFFFFF"/>
        </a:accent3>
        <a:accent4>
          <a:srgbClr val="000000"/>
        </a:accent4>
        <a:accent5>
          <a:srgbClr val="C0E5AF"/>
        </a:accent5>
        <a:accent6>
          <a:srgbClr val="D4126E"/>
        </a:accent6>
        <a:hlink>
          <a:srgbClr val="EB8803"/>
        </a:hlink>
        <a:folHlink>
          <a:srgbClr val="5F7791"/>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Technic">
  <a:themeElements>
    <a:clrScheme name="2_Technic 1">
      <a:dk1>
        <a:srgbClr val="000000"/>
      </a:dk1>
      <a:lt1>
        <a:srgbClr val="FFFFFF"/>
      </a:lt1>
      <a:dk2>
        <a:srgbClr val="4E5B6F"/>
      </a:dk2>
      <a:lt2>
        <a:srgbClr val="D6ECFF"/>
      </a:lt2>
      <a:accent1>
        <a:srgbClr val="7FD13B"/>
      </a:accent1>
      <a:accent2>
        <a:srgbClr val="EA157A"/>
      </a:accent2>
      <a:accent3>
        <a:srgbClr val="FFFFFF"/>
      </a:accent3>
      <a:accent4>
        <a:srgbClr val="000000"/>
      </a:accent4>
      <a:accent5>
        <a:srgbClr val="C0E5AF"/>
      </a:accent5>
      <a:accent6>
        <a:srgbClr val="D4126E"/>
      </a:accent6>
      <a:hlink>
        <a:srgbClr val="EB8803"/>
      </a:hlink>
      <a:folHlink>
        <a:srgbClr val="5F7791"/>
      </a:folHlink>
    </a:clrScheme>
    <a:fontScheme name="2_Technic">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Technic 1">
        <a:dk1>
          <a:srgbClr val="000000"/>
        </a:dk1>
        <a:lt1>
          <a:srgbClr val="FFFFFF"/>
        </a:lt1>
        <a:dk2>
          <a:srgbClr val="4E5B6F"/>
        </a:dk2>
        <a:lt2>
          <a:srgbClr val="D6ECFF"/>
        </a:lt2>
        <a:accent1>
          <a:srgbClr val="7FD13B"/>
        </a:accent1>
        <a:accent2>
          <a:srgbClr val="EA157A"/>
        </a:accent2>
        <a:accent3>
          <a:srgbClr val="FFFFFF"/>
        </a:accent3>
        <a:accent4>
          <a:srgbClr val="000000"/>
        </a:accent4>
        <a:accent5>
          <a:srgbClr val="C0E5AF"/>
        </a:accent5>
        <a:accent6>
          <a:srgbClr val="D4126E"/>
        </a:accent6>
        <a:hlink>
          <a:srgbClr val="EB8803"/>
        </a:hlink>
        <a:folHlink>
          <a:srgbClr val="5F7791"/>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Technic">
  <a:themeElements>
    <a:clrScheme name="3_Technic 1">
      <a:dk1>
        <a:srgbClr val="000000"/>
      </a:dk1>
      <a:lt1>
        <a:srgbClr val="FFFFFF"/>
      </a:lt1>
      <a:dk2>
        <a:srgbClr val="4E5B6F"/>
      </a:dk2>
      <a:lt2>
        <a:srgbClr val="D6ECFF"/>
      </a:lt2>
      <a:accent1>
        <a:srgbClr val="7FD13B"/>
      </a:accent1>
      <a:accent2>
        <a:srgbClr val="EA157A"/>
      </a:accent2>
      <a:accent3>
        <a:srgbClr val="FFFFFF"/>
      </a:accent3>
      <a:accent4>
        <a:srgbClr val="000000"/>
      </a:accent4>
      <a:accent5>
        <a:srgbClr val="C0E5AF"/>
      </a:accent5>
      <a:accent6>
        <a:srgbClr val="D4126E"/>
      </a:accent6>
      <a:hlink>
        <a:srgbClr val="EB8803"/>
      </a:hlink>
      <a:folHlink>
        <a:srgbClr val="5F7791"/>
      </a:folHlink>
    </a:clrScheme>
    <a:fontScheme name="3_Technic">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Technic 1">
        <a:dk1>
          <a:srgbClr val="000000"/>
        </a:dk1>
        <a:lt1>
          <a:srgbClr val="FFFFFF"/>
        </a:lt1>
        <a:dk2>
          <a:srgbClr val="4E5B6F"/>
        </a:dk2>
        <a:lt2>
          <a:srgbClr val="D6ECFF"/>
        </a:lt2>
        <a:accent1>
          <a:srgbClr val="7FD13B"/>
        </a:accent1>
        <a:accent2>
          <a:srgbClr val="EA157A"/>
        </a:accent2>
        <a:accent3>
          <a:srgbClr val="FFFFFF"/>
        </a:accent3>
        <a:accent4>
          <a:srgbClr val="000000"/>
        </a:accent4>
        <a:accent5>
          <a:srgbClr val="C0E5AF"/>
        </a:accent5>
        <a:accent6>
          <a:srgbClr val="D4126E"/>
        </a:accent6>
        <a:hlink>
          <a:srgbClr val="EB8803"/>
        </a:hlink>
        <a:folHlink>
          <a:srgbClr val="5F7791"/>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Technic">
  <a:themeElements>
    <a:clrScheme name="4_Technic 1">
      <a:dk1>
        <a:srgbClr val="000000"/>
      </a:dk1>
      <a:lt1>
        <a:srgbClr val="FFFFFF"/>
      </a:lt1>
      <a:dk2>
        <a:srgbClr val="4E5B6F"/>
      </a:dk2>
      <a:lt2>
        <a:srgbClr val="D6ECFF"/>
      </a:lt2>
      <a:accent1>
        <a:srgbClr val="7FD13B"/>
      </a:accent1>
      <a:accent2>
        <a:srgbClr val="EA157A"/>
      </a:accent2>
      <a:accent3>
        <a:srgbClr val="FFFFFF"/>
      </a:accent3>
      <a:accent4>
        <a:srgbClr val="000000"/>
      </a:accent4>
      <a:accent5>
        <a:srgbClr val="C0E5AF"/>
      </a:accent5>
      <a:accent6>
        <a:srgbClr val="D4126E"/>
      </a:accent6>
      <a:hlink>
        <a:srgbClr val="EB8803"/>
      </a:hlink>
      <a:folHlink>
        <a:srgbClr val="5F7791"/>
      </a:folHlink>
    </a:clrScheme>
    <a:fontScheme name="4_Technic">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Technic 1">
        <a:dk1>
          <a:srgbClr val="000000"/>
        </a:dk1>
        <a:lt1>
          <a:srgbClr val="FFFFFF"/>
        </a:lt1>
        <a:dk2>
          <a:srgbClr val="4E5B6F"/>
        </a:dk2>
        <a:lt2>
          <a:srgbClr val="D6ECFF"/>
        </a:lt2>
        <a:accent1>
          <a:srgbClr val="7FD13B"/>
        </a:accent1>
        <a:accent2>
          <a:srgbClr val="EA157A"/>
        </a:accent2>
        <a:accent3>
          <a:srgbClr val="FFFFFF"/>
        </a:accent3>
        <a:accent4>
          <a:srgbClr val="000000"/>
        </a:accent4>
        <a:accent5>
          <a:srgbClr val="C0E5AF"/>
        </a:accent5>
        <a:accent6>
          <a:srgbClr val="D4126E"/>
        </a:accent6>
        <a:hlink>
          <a:srgbClr val="EB8803"/>
        </a:hlink>
        <a:folHlink>
          <a:srgbClr val="5F7791"/>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5_Technic">
  <a:themeElements>
    <a:clrScheme name="5_Technic 1">
      <a:dk1>
        <a:srgbClr val="000000"/>
      </a:dk1>
      <a:lt1>
        <a:srgbClr val="FFFFFF"/>
      </a:lt1>
      <a:dk2>
        <a:srgbClr val="4E5B6F"/>
      </a:dk2>
      <a:lt2>
        <a:srgbClr val="D6ECFF"/>
      </a:lt2>
      <a:accent1>
        <a:srgbClr val="7FD13B"/>
      </a:accent1>
      <a:accent2>
        <a:srgbClr val="EA157A"/>
      </a:accent2>
      <a:accent3>
        <a:srgbClr val="FFFFFF"/>
      </a:accent3>
      <a:accent4>
        <a:srgbClr val="000000"/>
      </a:accent4>
      <a:accent5>
        <a:srgbClr val="C0E5AF"/>
      </a:accent5>
      <a:accent6>
        <a:srgbClr val="D4126E"/>
      </a:accent6>
      <a:hlink>
        <a:srgbClr val="EB8803"/>
      </a:hlink>
      <a:folHlink>
        <a:srgbClr val="5F7791"/>
      </a:folHlink>
    </a:clrScheme>
    <a:fontScheme name="5_Technic">
      <a:majorFont>
        <a:latin typeface="Franklin Gothic Boo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5_Technic 1">
        <a:dk1>
          <a:srgbClr val="000000"/>
        </a:dk1>
        <a:lt1>
          <a:srgbClr val="FFFFFF"/>
        </a:lt1>
        <a:dk2>
          <a:srgbClr val="4E5B6F"/>
        </a:dk2>
        <a:lt2>
          <a:srgbClr val="D6ECFF"/>
        </a:lt2>
        <a:accent1>
          <a:srgbClr val="7FD13B"/>
        </a:accent1>
        <a:accent2>
          <a:srgbClr val="EA157A"/>
        </a:accent2>
        <a:accent3>
          <a:srgbClr val="FFFFFF"/>
        </a:accent3>
        <a:accent4>
          <a:srgbClr val="000000"/>
        </a:accent4>
        <a:accent5>
          <a:srgbClr val="C0E5AF"/>
        </a:accent5>
        <a:accent6>
          <a:srgbClr val="D4126E"/>
        </a:accent6>
        <a:hlink>
          <a:srgbClr val="EB8803"/>
        </a:hlink>
        <a:folHlink>
          <a:srgbClr val="5F7791"/>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4423</TotalTime>
  <Words>3636</Words>
  <Application>Microsoft Office PowerPoint</Application>
  <PresentationFormat>On-screen Show (4:3)</PresentationFormat>
  <Paragraphs>559</Paragraphs>
  <Slides>46</Slides>
  <Notes>46</Notes>
  <HiddenSlides>0</HiddenSlides>
  <MMClips>0</MMClips>
  <ScaleCrop>false</ScaleCrop>
  <HeadingPairs>
    <vt:vector size="8" baseType="variant">
      <vt:variant>
        <vt:lpstr>Fonts Used</vt:lpstr>
      </vt:variant>
      <vt:variant>
        <vt:i4>4</vt:i4>
      </vt:variant>
      <vt:variant>
        <vt:lpstr>Theme</vt:lpstr>
      </vt:variant>
      <vt:variant>
        <vt:i4>6</vt:i4>
      </vt:variant>
      <vt:variant>
        <vt:lpstr>Embedded OLE Servers</vt:lpstr>
      </vt:variant>
      <vt:variant>
        <vt:i4>1</vt:i4>
      </vt:variant>
      <vt:variant>
        <vt:lpstr>Slide Titles</vt:lpstr>
      </vt:variant>
      <vt:variant>
        <vt:i4>46</vt:i4>
      </vt:variant>
    </vt:vector>
  </HeadingPairs>
  <TitlesOfParts>
    <vt:vector size="57" baseType="lpstr">
      <vt:lpstr>Arial</vt:lpstr>
      <vt:lpstr>Franklin Gothic Book</vt:lpstr>
      <vt:lpstr>Helvetica</vt:lpstr>
      <vt:lpstr>Wingdings 2</vt:lpstr>
      <vt:lpstr>Technic</vt:lpstr>
      <vt:lpstr>1_Technic</vt:lpstr>
      <vt:lpstr>2_Technic</vt:lpstr>
      <vt:lpstr>3_Technic</vt:lpstr>
      <vt:lpstr>4_Technic</vt:lpstr>
      <vt:lpstr>5_Technic</vt:lpstr>
      <vt:lpstr>Clip</vt:lpstr>
      <vt:lpstr>Clean and Maintain Industrial Work Area and Equipment</vt:lpstr>
      <vt:lpstr>Introduction</vt:lpstr>
      <vt:lpstr>Why is it necessary to clean?</vt:lpstr>
      <vt:lpstr>Identify Work areas to be cleaned</vt:lpstr>
      <vt:lpstr>Examples of Front of House areas</vt:lpstr>
      <vt:lpstr>Examples of Back of House areas</vt:lpstr>
      <vt:lpstr>What items do we clean?</vt:lpstr>
      <vt:lpstr>Types of surfaces</vt:lpstr>
      <vt:lpstr>Cleaning Terms </vt:lpstr>
      <vt:lpstr>How will I know what to clean?</vt:lpstr>
      <vt:lpstr>What other information will I need?</vt:lpstr>
      <vt:lpstr>When and what to clean</vt:lpstr>
      <vt:lpstr>The cleaners role in maintaining security</vt:lpstr>
      <vt:lpstr>Types of soil </vt:lpstr>
      <vt:lpstr>How Do We Clean ?</vt:lpstr>
      <vt:lpstr>Types of electrical cleaning machinery</vt:lpstr>
      <vt:lpstr>Types of vacuum cleaners</vt:lpstr>
      <vt:lpstr>Types of other electrical cleaning equipment </vt:lpstr>
      <vt:lpstr>Non-electrical heavy equipment</vt:lpstr>
      <vt:lpstr>Other cleaning equipment  (1)</vt:lpstr>
      <vt:lpstr>Other cleaning equipment (2)</vt:lpstr>
      <vt:lpstr>Cleaning Accessories </vt:lpstr>
      <vt:lpstr>Cleaning  Chemical knowledge</vt:lpstr>
      <vt:lpstr>Types of cleaning chemicals </vt:lpstr>
      <vt:lpstr>The  W.A.T.C.H. principle</vt:lpstr>
      <vt:lpstr>Safe Handling of Chemicals </vt:lpstr>
      <vt:lpstr>Protective Clothing and Equipment </vt:lpstr>
      <vt:lpstr>Prepare to clean</vt:lpstr>
      <vt:lpstr>Undertake the cleaning process</vt:lpstr>
      <vt:lpstr>Dispose of waste</vt:lpstr>
      <vt:lpstr>Clean, check and store cleaning equipment and chemicals</vt:lpstr>
      <vt:lpstr>Care of the Vacuum cleaner</vt:lpstr>
      <vt:lpstr>Wet cleaning tasks</vt:lpstr>
      <vt:lpstr>Dry cleaning tasks</vt:lpstr>
      <vt:lpstr>Types of Maintenance </vt:lpstr>
      <vt:lpstr>Types of tradesmen needed   (1)</vt:lpstr>
      <vt:lpstr>Types of tradesmen needed (2)</vt:lpstr>
      <vt:lpstr>Receive tasks </vt:lpstr>
      <vt:lpstr>Perform tasks</vt:lpstr>
      <vt:lpstr>Communicate when the task is complete</vt:lpstr>
      <vt:lpstr>Store  maintenance items and equipment</vt:lpstr>
      <vt:lpstr>Perform administrative tasks (1)</vt:lpstr>
      <vt:lpstr>Perform administrative tasks (2)</vt:lpstr>
      <vt:lpstr>Assist with special projects</vt:lpstr>
      <vt:lpstr>Liaise with external contractors</vt:lpstr>
      <vt:lpstr>Types of contracts </vt:lpstr>
    </vt:vector>
  </TitlesOfParts>
  <Company>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Communicate on the telephone</dc:title>
  <dc:creator>MsCarla</dc:creator>
  <cp:lastModifiedBy>Carla Angelica Co</cp:lastModifiedBy>
  <cp:revision>331</cp:revision>
  <dcterms:created xsi:type="dcterms:W3CDTF">2010-09-02T07:22:47Z</dcterms:created>
  <dcterms:modified xsi:type="dcterms:W3CDTF">2015-03-12T02:01:17Z</dcterms:modified>
</cp:coreProperties>
</file>